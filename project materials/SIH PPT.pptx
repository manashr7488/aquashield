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"/>
  </p:notesMasterIdLst>
  <p:sldIdLst>
    <p:sldId id="291" r:id="rId2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1E17407A-7541-4A3C-BFBB-D651C5245D45}">
          <p14:sldIdLst>
            <p14:sldId id="29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D246A4-C4D1-4891-B709-3A6C0A4E9A6D}" v="25" dt="2025-10-07T17:56:26.0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9" d="100"/>
          <a:sy n="69" d="100"/>
        </p:scale>
        <p:origin x="810" y="645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ash Ranjan Mahanand" userId="2e4d7e10920bb171" providerId="LiveId" clId="{BDE34B58-E2C9-41B1-A886-1D815322C81A}"/>
    <pc:docChg chg="undo custSel addSld delSld modSld sldOrd addSection modSection">
      <pc:chgData name="Manash Ranjan Mahanand" userId="2e4d7e10920bb171" providerId="LiveId" clId="{BDE34B58-E2C9-41B1-A886-1D815322C81A}" dt="2025-10-07T17:57:44.178" v="472" actId="47"/>
      <pc:docMkLst>
        <pc:docMk/>
      </pc:docMkLst>
      <pc:sldChg chg="del">
        <pc:chgData name="Manash Ranjan Mahanand" userId="2e4d7e10920bb171" providerId="LiveId" clId="{BDE34B58-E2C9-41B1-A886-1D815322C81A}" dt="2025-10-06T09:28:26.809" v="1" actId="47"/>
        <pc:sldMkLst>
          <pc:docMk/>
          <pc:sldMk cId="0" sldId="281"/>
        </pc:sldMkLst>
      </pc:sldChg>
      <pc:sldChg chg="addSp delSp modSp del mod ord">
        <pc:chgData name="Manash Ranjan Mahanand" userId="2e4d7e10920bb171" providerId="LiveId" clId="{BDE34B58-E2C9-41B1-A886-1D815322C81A}" dt="2025-10-07T17:57:44.178" v="472" actId="47"/>
        <pc:sldMkLst>
          <pc:docMk/>
          <pc:sldMk cId="0" sldId="290"/>
        </pc:sldMkLst>
        <pc:spChg chg="add mod">
          <ac:chgData name="Manash Ranjan Mahanand" userId="2e4d7e10920bb171" providerId="LiveId" clId="{BDE34B58-E2C9-41B1-A886-1D815322C81A}" dt="2025-10-06T09:31:08.552" v="158" actId="14100"/>
          <ac:spMkLst>
            <pc:docMk/>
            <pc:sldMk cId="0" sldId="290"/>
            <ac:spMk id="3" creationId="{D1597BE6-6DAE-CF94-845E-5A6F51924D7E}"/>
          </ac:spMkLst>
        </pc:spChg>
        <pc:spChg chg="add mod">
          <ac:chgData name="Manash Ranjan Mahanand" userId="2e4d7e10920bb171" providerId="LiveId" clId="{BDE34B58-E2C9-41B1-A886-1D815322C81A}" dt="2025-10-06T09:30:58.449" v="157" actId="14100"/>
          <ac:spMkLst>
            <pc:docMk/>
            <pc:sldMk cId="0" sldId="290"/>
            <ac:spMk id="4" creationId="{EB9B6D2B-929E-880B-4398-E66BCF2582BB}"/>
          </ac:spMkLst>
        </pc:spChg>
        <pc:spChg chg="add mod">
          <ac:chgData name="Manash Ranjan Mahanand" userId="2e4d7e10920bb171" providerId="LiveId" clId="{BDE34B58-E2C9-41B1-A886-1D815322C81A}" dt="2025-10-06T09:31:43.276" v="174" actId="14100"/>
          <ac:spMkLst>
            <pc:docMk/>
            <pc:sldMk cId="0" sldId="290"/>
            <ac:spMk id="5" creationId="{F29CA93F-83E8-AF5C-977F-F3BF15DCCFB2}"/>
          </ac:spMkLst>
        </pc:spChg>
        <pc:spChg chg="add mod">
          <ac:chgData name="Manash Ranjan Mahanand" userId="2e4d7e10920bb171" providerId="LiveId" clId="{BDE34B58-E2C9-41B1-A886-1D815322C81A}" dt="2025-10-06T09:32:48.817" v="181" actId="1076"/>
          <ac:spMkLst>
            <pc:docMk/>
            <pc:sldMk cId="0" sldId="290"/>
            <ac:spMk id="8" creationId="{FA203BD4-7E54-B7DB-AE6E-A2237BDB044D}"/>
          </ac:spMkLst>
        </pc:spChg>
        <pc:spChg chg="del">
          <ac:chgData name="Manash Ranjan Mahanand" userId="2e4d7e10920bb171" providerId="LiveId" clId="{BDE34B58-E2C9-41B1-A886-1D815322C81A}" dt="2025-10-06T09:28:35.770" v="5" actId="478"/>
          <ac:spMkLst>
            <pc:docMk/>
            <pc:sldMk cId="0" sldId="290"/>
            <ac:spMk id="10" creationId="{AD4F69D3-EEB0-4C4C-9434-B9960FB5854C}"/>
          </ac:spMkLst>
        </pc:spChg>
        <pc:spChg chg="add mod">
          <ac:chgData name="Manash Ranjan Mahanand" userId="2e4d7e10920bb171" providerId="LiveId" clId="{BDE34B58-E2C9-41B1-A886-1D815322C81A}" dt="2025-10-07T17:37:32.928" v="248" actId="1076"/>
          <ac:spMkLst>
            <pc:docMk/>
            <pc:sldMk cId="0" sldId="290"/>
            <ac:spMk id="10" creationId="{C5AE54CC-075A-70E3-9B3C-AA42272868B1}"/>
          </ac:spMkLst>
        </pc:spChg>
        <pc:spChg chg="add mod">
          <ac:chgData name="Manash Ranjan Mahanand" userId="2e4d7e10920bb171" providerId="LiveId" clId="{BDE34B58-E2C9-41B1-A886-1D815322C81A}" dt="2025-10-06T09:34:13.874" v="246" actId="115"/>
          <ac:spMkLst>
            <pc:docMk/>
            <pc:sldMk cId="0" sldId="290"/>
            <ac:spMk id="11" creationId="{70285DB5-746F-BF26-92E9-593BA4D3A407}"/>
          </ac:spMkLst>
        </pc:spChg>
        <pc:spChg chg="add mod">
          <ac:chgData name="Manash Ranjan Mahanand" userId="2e4d7e10920bb171" providerId="LiveId" clId="{BDE34B58-E2C9-41B1-A886-1D815322C81A}" dt="2025-10-07T17:37:51.095" v="259" actId="20577"/>
          <ac:spMkLst>
            <pc:docMk/>
            <pc:sldMk cId="0" sldId="290"/>
            <ac:spMk id="12" creationId="{613293DE-58C0-5A81-BC28-0A68125B74B1}"/>
          </ac:spMkLst>
        </pc:spChg>
        <pc:spChg chg="add mod">
          <ac:chgData name="Manash Ranjan Mahanand" userId="2e4d7e10920bb171" providerId="LiveId" clId="{BDE34B58-E2C9-41B1-A886-1D815322C81A}" dt="2025-10-07T17:37:38.014" v="250" actId="1076"/>
          <ac:spMkLst>
            <pc:docMk/>
            <pc:sldMk cId="0" sldId="290"/>
            <ac:spMk id="13" creationId="{7A0E5A6D-42C7-52F0-834F-FA960386C565}"/>
          </ac:spMkLst>
        </pc:spChg>
        <pc:spChg chg="add mod">
          <ac:chgData name="Manash Ranjan Mahanand" userId="2e4d7e10920bb171" providerId="LiveId" clId="{BDE34B58-E2C9-41B1-A886-1D815322C81A}" dt="2025-10-07T17:37:59.706" v="263" actId="20577"/>
          <ac:spMkLst>
            <pc:docMk/>
            <pc:sldMk cId="0" sldId="290"/>
            <ac:spMk id="14" creationId="{53FAB232-1485-46AD-273C-1D81A25F148C}"/>
          </ac:spMkLst>
        </pc:spChg>
        <pc:spChg chg="add mod">
          <ac:chgData name="Manash Ranjan Mahanand" userId="2e4d7e10920bb171" providerId="LiveId" clId="{BDE34B58-E2C9-41B1-A886-1D815322C81A}" dt="2025-10-07T17:37:44.968" v="252" actId="1076"/>
          <ac:spMkLst>
            <pc:docMk/>
            <pc:sldMk cId="0" sldId="290"/>
            <ac:spMk id="15" creationId="{9DF964F6-9C78-B8E9-8225-834A4FEFE624}"/>
          </ac:spMkLst>
        </pc:spChg>
        <pc:spChg chg="add mod">
          <ac:chgData name="Manash Ranjan Mahanand" userId="2e4d7e10920bb171" providerId="LiveId" clId="{BDE34B58-E2C9-41B1-A886-1D815322C81A}" dt="2025-10-07T17:38:06.289" v="266" actId="20577"/>
          <ac:spMkLst>
            <pc:docMk/>
            <pc:sldMk cId="0" sldId="290"/>
            <ac:spMk id="16" creationId="{8E01D5F2-BC7E-8046-3A0C-B721597397D8}"/>
          </ac:spMkLst>
        </pc:spChg>
        <pc:spChg chg="add mod">
          <ac:chgData name="Manash Ranjan Mahanand" userId="2e4d7e10920bb171" providerId="LiveId" clId="{BDE34B58-E2C9-41B1-A886-1D815322C81A}" dt="2025-10-07T17:38:13.311" v="268" actId="1076"/>
          <ac:spMkLst>
            <pc:docMk/>
            <pc:sldMk cId="0" sldId="290"/>
            <ac:spMk id="17" creationId="{AEC6F109-B5D6-BCE0-F400-72F555D9E01B}"/>
          </ac:spMkLst>
        </pc:spChg>
        <pc:spChg chg="add mod">
          <ac:chgData name="Manash Ranjan Mahanand" userId="2e4d7e10920bb171" providerId="LiveId" clId="{BDE34B58-E2C9-41B1-A886-1D815322C81A}" dt="2025-10-07T17:38:17.247" v="281" actId="20577"/>
          <ac:spMkLst>
            <pc:docMk/>
            <pc:sldMk cId="0" sldId="290"/>
            <ac:spMk id="18" creationId="{5E206289-4A7C-6EB7-9BB8-7CF14D7CA211}"/>
          </ac:spMkLst>
        </pc:spChg>
        <pc:spChg chg="add mod">
          <ac:chgData name="Manash Ranjan Mahanand" userId="2e4d7e10920bb171" providerId="LiveId" clId="{BDE34B58-E2C9-41B1-A886-1D815322C81A}" dt="2025-10-07T17:39:22.158" v="292" actId="693"/>
          <ac:spMkLst>
            <pc:docMk/>
            <pc:sldMk cId="0" sldId="290"/>
            <ac:spMk id="19" creationId="{BA6B45FB-EC4E-089A-08DD-3278DEBFB9BF}"/>
          </ac:spMkLst>
        </pc:spChg>
        <pc:spChg chg="add mod">
          <ac:chgData name="Manash Ranjan Mahanand" userId="2e4d7e10920bb171" providerId="LiveId" clId="{BDE34B58-E2C9-41B1-A886-1D815322C81A}" dt="2025-10-07T17:50:19.089" v="303" actId="1076"/>
          <ac:spMkLst>
            <pc:docMk/>
            <pc:sldMk cId="0" sldId="290"/>
            <ac:spMk id="20" creationId="{4EDFCB43-F876-D247-855B-D193C5B23E42}"/>
          </ac:spMkLst>
        </pc:spChg>
        <pc:spChg chg="add mod">
          <ac:chgData name="Manash Ranjan Mahanand" userId="2e4d7e10920bb171" providerId="LiveId" clId="{BDE34B58-E2C9-41B1-A886-1D815322C81A}" dt="2025-10-07T17:51:14.902" v="330" actId="404"/>
          <ac:spMkLst>
            <pc:docMk/>
            <pc:sldMk cId="0" sldId="290"/>
            <ac:spMk id="21" creationId="{6EC32001-9869-34F3-8695-07642B27D98E}"/>
          </ac:spMkLst>
        </pc:spChg>
        <pc:spChg chg="add mod">
          <ac:chgData name="Manash Ranjan Mahanand" userId="2e4d7e10920bb171" providerId="LiveId" clId="{BDE34B58-E2C9-41B1-A886-1D815322C81A}" dt="2025-10-07T17:51:33.987" v="341" actId="20577"/>
          <ac:spMkLst>
            <pc:docMk/>
            <pc:sldMk cId="0" sldId="290"/>
            <ac:spMk id="22" creationId="{4D2B8B36-95AF-A4EB-7B28-CF8D6B2B9545}"/>
          </ac:spMkLst>
        </pc:spChg>
        <pc:spChg chg="mod">
          <ac:chgData name="Manash Ranjan Mahanand" userId="2e4d7e10920bb171" providerId="LiveId" clId="{BDE34B58-E2C9-41B1-A886-1D815322C81A}" dt="2025-10-06T09:28:52.805" v="7" actId="1076"/>
          <ac:spMkLst>
            <pc:docMk/>
            <pc:sldMk cId="0" sldId="290"/>
            <ac:spMk id="17409" creationId="{00000000-0000-0000-0000-000000000000}"/>
          </ac:spMkLst>
        </pc:spChg>
        <pc:spChg chg="del">
          <ac:chgData name="Manash Ranjan Mahanand" userId="2e4d7e10920bb171" providerId="LiveId" clId="{BDE34B58-E2C9-41B1-A886-1D815322C81A}" dt="2025-10-06T09:28:41.712" v="6" actId="478"/>
          <ac:spMkLst>
            <pc:docMk/>
            <pc:sldMk cId="0" sldId="290"/>
            <ac:spMk id="17410" creationId="{00000000-0000-0000-0000-000000000000}"/>
          </ac:spMkLst>
        </pc:spChg>
        <pc:picChg chg="mod">
          <ac:chgData name="Manash Ranjan Mahanand" userId="2e4d7e10920bb171" providerId="LiveId" clId="{BDE34B58-E2C9-41B1-A886-1D815322C81A}" dt="2025-10-06T09:29:02.049" v="10" actId="1076"/>
          <ac:picMkLst>
            <pc:docMk/>
            <pc:sldMk cId="0" sldId="290"/>
            <ac:picMk id="9" creationId="{00000000-0000-0000-0000-000000000000}"/>
          </ac:picMkLst>
        </pc:picChg>
      </pc:sldChg>
      <pc:sldChg chg="delSp modSp add del mod">
        <pc:chgData name="Manash Ranjan Mahanand" userId="2e4d7e10920bb171" providerId="LiveId" clId="{BDE34B58-E2C9-41B1-A886-1D815322C81A}" dt="2025-10-07T17:57:21.502" v="471" actId="20577"/>
        <pc:sldMkLst>
          <pc:docMk/>
          <pc:sldMk cId="0" sldId="291"/>
        </pc:sldMkLst>
        <pc:spChg chg="mod">
          <ac:chgData name="Manash Ranjan Mahanand" userId="2e4d7e10920bb171" providerId="LiveId" clId="{BDE34B58-E2C9-41B1-A886-1D815322C81A}" dt="2025-10-07T17:54:27.577" v="407" actId="20577"/>
          <ac:spMkLst>
            <pc:docMk/>
            <pc:sldMk cId="0" sldId="291"/>
            <ac:spMk id="5" creationId="{1236048B-FEB2-774B-EADE-0587A8554ED8}"/>
          </ac:spMkLst>
        </pc:spChg>
        <pc:spChg chg="mod">
          <ac:chgData name="Manash Ranjan Mahanand" userId="2e4d7e10920bb171" providerId="LiveId" clId="{BDE34B58-E2C9-41B1-A886-1D815322C81A}" dt="2025-10-07T17:54:21.503" v="398" actId="1076"/>
          <ac:spMkLst>
            <pc:docMk/>
            <pc:sldMk cId="0" sldId="291"/>
            <ac:spMk id="12" creationId="{6F7043FB-695D-11BF-9FBD-90E8AB1EBC2F}"/>
          </ac:spMkLst>
        </pc:spChg>
        <pc:spChg chg="mod">
          <ac:chgData name="Manash Ranjan Mahanand" userId="2e4d7e10920bb171" providerId="LiveId" clId="{BDE34B58-E2C9-41B1-A886-1D815322C81A}" dt="2025-10-07T17:52:58.895" v="353" actId="1076"/>
          <ac:spMkLst>
            <pc:docMk/>
            <pc:sldMk cId="0" sldId="291"/>
            <ac:spMk id="21" creationId="{4107F1C9-47D9-398E-1C38-2E68F1309482}"/>
          </ac:spMkLst>
        </pc:spChg>
        <pc:spChg chg="del">
          <ac:chgData name="Manash Ranjan Mahanand" userId="2e4d7e10920bb171" providerId="LiveId" clId="{BDE34B58-E2C9-41B1-A886-1D815322C81A}" dt="2025-10-07T17:52:32.478" v="349" actId="478"/>
          <ac:spMkLst>
            <pc:docMk/>
            <pc:sldMk cId="0" sldId="291"/>
            <ac:spMk id="28" creationId="{D7E1AC03-73D4-2120-B95A-ADEB03BDBB29}"/>
          </ac:spMkLst>
        </pc:spChg>
        <pc:spChg chg="del">
          <ac:chgData name="Manash Ranjan Mahanand" userId="2e4d7e10920bb171" providerId="LiveId" clId="{BDE34B58-E2C9-41B1-A886-1D815322C81A}" dt="2025-10-07T17:52:17.291" v="345" actId="478"/>
          <ac:spMkLst>
            <pc:docMk/>
            <pc:sldMk cId="0" sldId="291"/>
            <ac:spMk id="30" creationId="{C6C6AAEF-54C5-FB9D-7B3C-8375D04D55F5}"/>
          </ac:spMkLst>
        </pc:spChg>
        <pc:spChg chg="del">
          <ac:chgData name="Manash Ranjan Mahanand" userId="2e4d7e10920bb171" providerId="LiveId" clId="{BDE34B58-E2C9-41B1-A886-1D815322C81A}" dt="2025-10-07T17:52:36.054" v="350" actId="478"/>
          <ac:spMkLst>
            <pc:docMk/>
            <pc:sldMk cId="0" sldId="291"/>
            <ac:spMk id="33" creationId="{98FCC607-E541-A14D-E1A7-526510441908}"/>
          </ac:spMkLst>
        </pc:spChg>
        <pc:spChg chg="del">
          <ac:chgData name="Manash Ranjan Mahanand" userId="2e4d7e10920bb171" providerId="LiveId" clId="{BDE34B58-E2C9-41B1-A886-1D815322C81A}" dt="2025-10-07T17:52:36.054" v="350" actId="478"/>
          <ac:spMkLst>
            <pc:docMk/>
            <pc:sldMk cId="0" sldId="291"/>
            <ac:spMk id="34" creationId="{EFA8BA58-0D80-40E4-F18C-395E604497CD}"/>
          </ac:spMkLst>
        </pc:spChg>
        <pc:spChg chg="mod">
          <ac:chgData name="Manash Ranjan Mahanand" userId="2e4d7e10920bb171" providerId="LiveId" clId="{BDE34B58-E2C9-41B1-A886-1D815322C81A}" dt="2025-10-07T17:54:21.503" v="398" actId="1076"/>
          <ac:spMkLst>
            <pc:docMk/>
            <pc:sldMk cId="0" sldId="291"/>
            <ac:spMk id="1031" creationId="{D4ADF205-9A9E-9A3F-FF20-7D85A65A8D66}"/>
          </ac:spMkLst>
        </pc:spChg>
        <pc:spChg chg="mod">
          <ac:chgData name="Manash Ranjan Mahanand" userId="2e4d7e10920bb171" providerId="LiveId" clId="{BDE34B58-E2C9-41B1-A886-1D815322C81A}" dt="2025-10-07T17:52:58.895" v="353" actId="1076"/>
          <ac:spMkLst>
            <pc:docMk/>
            <pc:sldMk cId="0" sldId="291"/>
            <ac:spMk id="1047" creationId="{74E41B0F-2E48-E980-3BE9-6CCD8470D1B3}"/>
          </ac:spMkLst>
        </pc:spChg>
        <pc:spChg chg="mod">
          <ac:chgData name="Manash Ranjan Mahanand" userId="2e4d7e10920bb171" providerId="LiveId" clId="{BDE34B58-E2C9-41B1-A886-1D815322C81A}" dt="2025-10-07T17:53:13.275" v="372" actId="20577"/>
          <ac:spMkLst>
            <pc:docMk/>
            <pc:sldMk cId="0" sldId="291"/>
            <ac:spMk id="1056" creationId="{FBE33CA4-C1BD-B8D0-6B2C-58F90A130428}"/>
          </ac:spMkLst>
        </pc:spChg>
        <pc:spChg chg="del">
          <ac:chgData name="Manash Ranjan Mahanand" userId="2e4d7e10920bb171" providerId="LiveId" clId="{BDE34B58-E2C9-41B1-A886-1D815322C81A}" dt="2025-10-07T17:52:21.999" v="346" actId="478"/>
          <ac:spMkLst>
            <pc:docMk/>
            <pc:sldMk cId="0" sldId="291"/>
            <ac:spMk id="2073" creationId="{3346E357-C363-6A78-A6F7-DCEB70BE32FB}"/>
          </ac:spMkLst>
        </pc:spChg>
        <pc:spChg chg="del">
          <ac:chgData name="Manash Ranjan Mahanand" userId="2e4d7e10920bb171" providerId="LiveId" clId="{BDE34B58-E2C9-41B1-A886-1D815322C81A}" dt="2025-10-07T17:52:32.478" v="349" actId="478"/>
          <ac:spMkLst>
            <pc:docMk/>
            <pc:sldMk cId="0" sldId="291"/>
            <ac:spMk id="2074" creationId="{B6EEAAA4-4DB2-47D6-2E26-B3408026F325}"/>
          </ac:spMkLst>
        </pc:spChg>
        <pc:spChg chg="del">
          <ac:chgData name="Manash Ranjan Mahanand" userId="2e4d7e10920bb171" providerId="LiveId" clId="{BDE34B58-E2C9-41B1-A886-1D815322C81A}" dt="2025-10-07T17:52:21.999" v="346" actId="478"/>
          <ac:spMkLst>
            <pc:docMk/>
            <pc:sldMk cId="0" sldId="291"/>
            <ac:spMk id="2075" creationId="{FB6F1F5F-26DF-7C8B-911F-BE3E7765BF49}"/>
          </ac:spMkLst>
        </pc:spChg>
        <pc:spChg chg="del">
          <ac:chgData name="Manash Ranjan Mahanand" userId="2e4d7e10920bb171" providerId="LiveId" clId="{BDE34B58-E2C9-41B1-A886-1D815322C81A}" dt="2025-10-07T17:52:21.999" v="346" actId="478"/>
          <ac:spMkLst>
            <pc:docMk/>
            <pc:sldMk cId="0" sldId="291"/>
            <ac:spMk id="2080" creationId="{061184B5-D72F-E882-CD3E-6B4CBB025211}"/>
          </ac:spMkLst>
        </pc:spChg>
        <pc:spChg chg="del">
          <ac:chgData name="Manash Ranjan Mahanand" userId="2e4d7e10920bb171" providerId="LiveId" clId="{BDE34B58-E2C9-41B1-A886-1D815322C81A}" dt="2025-10-07T17:52:21.999" v="346" actId="478"/>
          <ac:spMkLst>
            <pc:docMk/>
            <pc:sldMk cId="0" sldId="291"/>
            <ac:spMk id="2081" creationId="{527CD13C-505F-8EC0-6EE6-9C0F8C2FED75}"/>
          </ac:spMkLst>
        </pc:spChg>
        <pc:spChg chg="del">
          <ac:chgData name="Manash Ranjan Mahanand" userId="2e4d7e10920bb171" providerId="LiveId" clId="{BDE34B58-E2C9-41B1-A886-1D815322C81A}" dt="2025-10-07T17:53:20.851" v="373" actId="478"/>
          <ac:spMkLst>
            <pc:docMk/>
            <pc:sldMk cId="0" sldId="291"/>
            <ac:spMk id="2101" creationId="{52E5C9E4-902D-0EC5-2DB1-E34D2253A29B}"/>
          </ac:spMkLst>
        </pc:spChg>
        <pc:spChg chg="del mod">
          <ac:chgData name="Manash Ranjan Mahanand" userId="2e4d7e10920bb171" providerId="LiveId" clId="{BDE34B58-E2C9-41B1-A886-1D815322C81A}" dt="2025-10-07T17:54:45.224" v="421" actId="478"/>
          <ac:spMkLst>
            <pc:docMk/>
            <pc:sldMk cId="0" sldId="291"/>
            <ac:spMk id="2102" creationId="{2CEC1EB0-F7A3-FAD4-56C3-9857812DF4F7}"/>
          </ac:spMkLst>
        </pc:spChg>
        <pc:spChg chg="mod">
          <ac:chgData name="Manash Ranjan Mahanand" userId="2e4d7e10920bb171" providerId="LiveId" clId="{BDE34B58-E2C9-41B1-A886-1D815322C81A}" dt="2025-10-07T17:52:58.895" v="353" actId="1076"/>
          <ac:spMkLst>
            <pc:docMk/>
            <pc:sldMk cId="0" sldId="291"/>
            <ac:spMk id="17422" creationId="{C7F48C0B-CD96-ABD2-4258-72879F7DF3D2}"/>
          </ac:spMkLst>
        </pc:spChg>
        <pc:spChg chg="mod">
          <ac:chgData name="Manash Ranjan Mahanand" userId="2e4d7e10920bb171" providerId="LiveId" clId="{BDE34B58-E2C9-41B1-A886-1D815322C81A}" dt="2025-10-07T17:52:58.895" v="353" actId="1076"/>
          <ac:spMkLst>
            <pc:docMk/>
            <pc:sldMk cId="0" sldId="291"/>
            <ac:spMk id="17434" creationId="{EF73FE72-C0CD-C419-F7AC-152C205FE31C}"/>
          </ac:spMkLst>
        </pc:spChg>
        <pc:spChg chg="mod">
          <ac:chgData name="Manash Ranjan Mahanand" userId="2e4d7e10920bb171" providerId="LiveId" clId="{BDE34B58-E2C9-41B1-A886-1D815322C81A}" dt="2025-10-07T17:52:58.895" v="353" actId="1076"/>
          <ac:spMkLst>
            <pc:docMk/>
            <pc:sldMk cId="0" sldId="291"/>
            <ac:spMk id="17439" creationId="{1D3C377F-E649-35B1-E1AC-9943FF947D04}"/>
          </ac:spMkLst>
        </pc:spChg>
        <pc:spChg chg="mod">
          <ac:chgData name="Manash Ranjan Mahanand" userId="2e4d7e10920bb171" providerId="LiveId" clId="{BDE34B58-E2C9-41B1-A886-1D815322C81A}" dt="2025-10-07T17:57:02.374" v="451" actId="20577"/>
          <ac:spMkLst>
            <pc:docMk/>
            <pc:sldMk cId="0" sldId="291"/>
            <ac:spMk id="17444" creationId="{73A74C0F-43A0-E4BF-CDC6-9DA131BAE17C}"/>
          </ac:spMkLst>
        </pc:spChg>
        <pc:spChg chg="mod">
          <ac:chgData name="Manash Ranjan Mahanand" userId="2e4d7e10920bb171" providerId="LiveId" clId="{BDE34B58-E2C9-41B1-A886-1D815322C81A}" dt="2025-10-07T17:57:21.502" v="471" actId="20577"/>
          <ac:spMkLst>
            <pc:docMk/>
            <pc:sldMk cId="0" sldId="291"/>
            <ac:spMk id="17447" creationId="{4491F05E-69E3-AAA1-9EA6-8A9CB82C6DFD}"/>
          </ac:spMkLst>
        </pc:spChg>
        <pc:spChg chg="mod">
          <ac:chgData name="Manash Ranjan Mahanand" userId="2e4d7e10920bb171" providerId="LiveId" clId="{BDE34B58-E2C9-41B1-A886-1D815322C81A}" dt="2025-10-07T17:52:58.895" v="353" actId="1076"/>
          <ac:spMkLst>
            <pc:docMk/>
            <pc:sldMk cId="0" sldId="291"/>
            <ac:spMk id="17478" creationId="{C97DBF00-79D4-29EC-002A-5C6DF4849779}"/>
          </ac:spMkLst>
        </pc:spChg>
        <pc:spChg chg="mod">
          <ac:chgData name="Manash Ranjan Mahanand" userId="2e4d7e10920bb171" providerId="LiveId" clId="{BDE34B58-E2C9-41B1-A886-1D815322C81A}" dt="2025-10-07T17:52:58.895" v="353" actId="1076"/>
          <ac:spMkLst>
            <pc:docMk/>
            <pc:sldMk cId="0" sldId="291"/>
            <ac:spMk id="17487" creationId="{287049EA-1836-57E3-8A07-E1C624E73359}"/>
          </ac:spMkLst>
        </pc:spChg>
        <pc:spChg chg="mod">
          <ac:chgData name="Manash Ranjan Mahanand" userId="2e4d7e10920bb171" providerId="LiveId" clId="{BDE34B58-E2C9-41B1-A886-1D815322C81A}" dt="2025-10-07T17:52:58.895" v="353" actId="1076"/>
          <ac:spMkLst>
            <pc:docMk/>
            <pc:sldMk cId="0" sldId="291"/>
            <ac:spMk id="17516" creationId="{85E7EAF8-232A-212E-4D74-19D946BC1974}"/>
          </ac:spMkLst>
        </pc:spChg>
        <pc:spChg chg="mod">
          <ac:chgData name="Manash Ranjan Mahanand" userId="2e4d7e10920bb171" providerId="LiveId" clId="{BDE34B58-E2C9-41B1-A886-1D815322C81A}" dt="2025-10-07T17:52:58.895" v="353" actId="1076"/>
          <ac:spMkLst>
            <pc:docMk/>
            <pc:sldMk cId="0" sldId="291"/>
            <ac:spMk id="17519" creationId="{EFA215C2-A8CD-677C-3CC2-E43948E5D835}"/>
          </ac:spMkLst>
        </pc:spChg>
        <pc:spChg chg="mod">
          <ac:chgData name="Manash Ranjan Mahanand" userId="2e4d7e10920bb171" providerId="LiveId" clId="{BDE34B58-E2C9-41B1-A886-1D815322C81A}" dt="2025-10-07T17:56:32.488" v="425" actId="1076"/>
          <ac:spMkLst>
            <pc:docMk/>
            <pc:sldMk cId="0" sldId="291"/>
            <ac:spMk id="17545" creationId="{2B632B63-7781-5117-6410-6AF9E8041CB8}"/>
          </ac:spMkLst>
        </pc:spChg>
        <pc:spChg chg="del">
          <ac:chgData name="Manash Ranjan Mahanand" userId="2e4d7e10920bb171" providerId="LiveId" clId="{BDE34B58-E2C9-41B1-A886-1D815322C81A}" dt="2025-10-07T17:56:21.749" v="422" actId="478"/>
          <ac:spMkLst>
            <pc:docMk/>
            <pc:sldMk cId="0" sldId="291"/>
            <ac:spMk id="17546" creationId="{C1114811-60D9-8148-8074-22D149BC6C12}"/>
          </ac:spMkLst>
        </pc:spChg>
        <pc:spChg chg="del">
          <ac:chgData name="Manash Ranjan Mahanand" userId="2e4d7e10920bb171" providerId="LiveId" clId="{BDE34B58-E2C9-41B1-A886-1D815322C81A}" dt="2025-10-07T17:56:26.001" v="423" actId="478"/>
          <ac:spMkLst>
            <pc:docMk/>
            <pc:sldMk cId="0" sldId="291"/>
            <ac:spMk id="17549" creationId="{C426DF22-F4C4-17EF-FDD1-DA09CBF7BBA1}"/>
          </ac:spMkLst>
        </pc:spChg>
        <pc:spChg chg="mod">
          <ac:chgData name="Manash Ranjan Mahanand" userId="2e4d7e10920bb171" providerId="LiveId" clId="{BDE34B58-E2C9-41B1-A886-1D815322C81A}" dt="2025-10-07T17:54:37.040" v="419" actId="20577"/>
          <ac:spMkLst>
            <pc:docMk/>
            <pc:sldMk cId="0" sldId="291"/>
            <ac:spMk id="17550" creationId="{1028ADC1-5526-BC87-2064-35F623C87777}"/>
          </ac:spMkLst>
        </pc:spChg>
        <pc:spChg chg="del">
          <ac:chgData name="Manash Ranjan Mahanand" userId="2e4d7e10920bb171" providerId="LiveId" clId="{BDE34B58-E2C9-41B1-A886-1D815322C81A}" dt="2025-10-07T17:52:21.999" v="346" actId="478"/>
          <ac:spMkLst>
            <pc:docMk/>
            <pc:sldMk cId="0" sldId="291"/>
            <ac:spMk id="17571" creationId="{92BE0751-70CD-B0B2-E744-7B48133141EC}"/>
          </ac:spMkLst>
        </pc:spChg>
        <pc:spChg chg="del">
          <ac:chgData name="Manash Ranjan Mahanand" userId="2e4d7e10920bb171" providerId="LiveId" clId="{BDE34B58-E2C9-41B1-A886-1D815322C81A}" dt="2025-10-07T17:52:21.999" v="346" actId="478"/>
          <ac:spMkLst>
            <pc:docMk/>
            <pc:sldMk cId="0" sldId="291"/>
            <ac:spMk id="17572" creationId="{A104C8BD-1157-8B07-72B5-BE1F8EAF648B}"/>
          </ac:spMkLst>
        </pc:spChg>
        <pc:spChg chg="del">
          <ac:chgData name="Manash Ranjan Mahanand" userId="2e4d7e10920bb171" providerId="LiveId" clId="{BDE34B58-E2C9-41B1-A886-1D815322C81A}" dt="2025-10-07T17:52:21.999" v="346" actId="478"/>
          <ac:spMkLst>
            <pc:docMk/>
            <pc:sldMk cId="0" sldId="291"/>
            <ac:spMk id="17573" creationId="{AF4E60E6-B2D6-D63F-3B06-FFCEB5B7434A}"/>
          </ac:spMkLst>
        </pc:spChg>
        <pc:spChg chg="del">
          <ac:chgData name="Manash Ranjan Mahanand" userId="2e4d7e10920bb171" providerId="LiveId" clId="{BDE34B58-E2C9-41B1-A886-1D815322C81A}" dt="2025-10-07T17:52:21.999" v="346" actId="478"/>
          <ac:spMkLst>
            <pc:docMk/>
            <pc:sldMk cId="0" sldId="291"/>
            <ac:spMk id="17574" creationId="{F24DB98D-3F17-68FB-AAA9-782AC5B511D6}"/>
          </ac:spMkLst>
        </pc:spChg>
        <pc:spChg chg="del">
          <ac:chgData name="Manash Ranjan Mahanand" userId="2e4d7e10920bb171" providerId="LiveId" clId="{BDE34B58-E2C9-41B1-A886-1D815322C81A}" dt="2025-10-07T17:52:21.999" v="346" actId="478"/>
          <ac:spMkLst>
            <pc:docMk/>
            <pc:sldMk cId="0" sldId="291"/>
            <ac:spMk id="17576" creationId="{086914E0-39E0-93DF-C360-0A677D0E1BFF}"/>
          </ac:spMkLst>
        </pc:spChg>
        <pc:spChg chg="del">
          <ac:chgData name="Manash Ranjan Mahanand" userId="2e4d7e10920bb171" providerId="LiveId" clId="{BDE34B58-E2C9-41B1-A886-1D815322C81A}" dt="2025-10-07T17:52:21.999" v="346" actId="478"/>
          <ac:spMkLst>
            <pc:docMk/>
            <pc:sldMk cId="0" sldId="291"/>
            <ac:spMk id="17577" creationId="{780275CC-A4FC-ECAD-A342-1E88C90B5161}"/>
          </ac:spMkLst>
        </pc:spChg>
        <pc:spChg chg="del">
          <ac:chgData name="Manash Ranjan Mahanand" userId="2e4d7e10920bb171" providerId="LiveId" clId="{BDE34B58-E2C9-41B1-A886-1D815322C81A}" dt="2025-10-07T17:52:17.291" v="345" actId="478"/>
          <ac:spMkLst>
            <pc:docMk/>
            <pc:sldMk cId="0" sldId="291"/>
            <ac:spMk id="17618" creationId="{A4B42A7B-A25E-DEC6-FE6A-426124117070}"/>
          </ac:spMkLst>
        </pc:spChg>
        <pc:spChg chg="del">
          <ac:chgData name="Manash Ranjan Mahanand" userId="2e4d7e10920bb171" providerId="LiveId" clId="{BDE34B58-E2C9-41B1-A886-1D815322C81A}" dt="2025-10-07T17:52:17.291" v="345" actId="478"/>
          <ac:spMkLst>
            <pc:docMk/>
            <pc:sldMk cId="0" sldId="291"/>
            <ac:spMk id="17621" creationId="{A8BEC9CA-EA39-3F54-2A03-2ACD33DE1BFF}"/>
          </ac:spMkLst>
        </pc:spChg>
        <pc:spChg chg="del">
          <ac:chgData name="Manash Ranjan Mahanand" userId="2e4d7e10920bb171" providerId="LiveId" clId="{BDE34B58-E2C9-41B1-A886-1D815322C81A}" dt="2025-10-07T17:52:17.291" v="345" actId="478"/>
          <ac:spMkLst>
            <pc:docMk/>
            <pc:sldMk cId="0" sldId="291"/>
            <ac:spMk id="17653" creationId="{FBD5ECBE-5F92-4BC7-CAA8-7C4190541337}"/>
          </ac:spMkLst>
        </pc:spChg>
        <pc:spChg chg="del">
          <ac:chgData name="Manash Ranjan Mahanand" userId="2e4d7e10920bb171" providerId="LiveId" clId="{BDE34B58-E2C9-41B1-A886-1D815322C81A}" dt="2025-10-07T17:52:17.291" v="345" actId="478"/>
          <ac:spMkLst>
            <pc:docMk/>
            <pc:sldMk cId="0" sldId="291"/>
            <ac:spMk id="17671" creationId="{7BB781F3-AD6B-74A5-A50E-A27608BB5BA6}"/>
          </ac:spMkLst>
        </pc:spChg>
        <pc:spChg chg="del">
          <ac:chgData name="Manash Ranjan Mahanand" userId="2e4d7e10920bb171" providerId="LiveId" clId="{BDE34B58-E2C9-41B1-A886-1D815322C81A}" dt="2025-10-07T17:52:17.291" v="345" actId="478"/>
          <ac:spMkLst>
            <pc:docMk/>
            <pc:sldMk cId="0" sldId="291"/>
            <ac:spMk id="17677" creationId="{6023DC7F-5557-A0BC-4872-022A5E2E36C1}"/>
          </ac:spMkLst>
        </pc:spChg>
        <pc:spChg chg="del">
          <ac:chgData name="Manash Ranjan Mahanand" userId="2e4d7e10920bb171" providerId="LiveId" clId="{BDE34B58-E2C9-41B1-A886-1D815322C81A}" dt="2025-10-07T17:52:17.291" v="345" actId="478"/>
          <ac:spMkLst>
            <pc:docMk/>
            <pc:sldMk cId="0" sldId="291"/>
            <ac:spMk id="17689" creationId="{9C8819AD-9610-FFFD-5A23-CFE03533802A}"/>
          </ac:spMkLst>
        </pc:spChg>
        <pc:spChg chg="del">
          <ac:chgData name="Manash Ranjan Mahanand" userId="2e4d7e10920bb171" providerId="LiveId" clId="{BDE34B58-E2C9-41B1-A886-1D815322C81A}" dt="2025-10-07T17:52:17.291" v="345" actId="478"/>
          <ac:spMkLst>
            <pc:docMk/>
            <pc:sldMk cId="0" sldId="291"/>
            <ac:spMk id="17699" creationId="{C482EDF2-BF0B-2890-616E-6304217500B3}"/>
          </ac:spMkLst>
        </pc:spChg>
        <pc:spChg chg="del">
          <ac:chgData name="Manash Ranjan Mahanand" userId="2e4d7e10920bb171" providerId="LiveId" clId="{BDE34B58-E2C9-41B1-A886-1D815322C81A}" dt="2025-10-07T17:52:17.291" v="345" actId="478"/>
          <ac:spMkLst>
            <pc:docMk/>
            <pc:sldMk cId="0" sldId="291"/>
            <ac:spMk id="17704" creationId="{C277F78A-058B-747F-B485-575F389F83BB}"/>
          </ac:spMkLst>
        </pc:spChg>
        <pc:spChg chg="del">
          <ac:chgData name="Manash Ranjan Mahanand" userId="2e4d7e10920bb171" providerId="LiveId" clId="{BDE34B58-E2C9-41B1-A886-1D815322C81A}" dt="2025-10-07T17:52:17.291" v="345" actId="478"/>
          <ac:spMkLst>
            <pc:docMk/>
            <pc:sldMk cId="0" sldId="291"/>
            <ac:spMk id="17752" creationId="{96F75F5C-EB14-97C4-CBE6-6068D380BFBF}"/>
          </ac:spMkLst>
        </pc:spChg>
        <pc:grpChg chg="mod">
          <ac:chgData name="Manash Ranjan Mahanand" userId="2e4d7e10920bb171" providerId="LiveId" clId="{BDE34B58-E2C9-41B1-A886-1D815322C81A}" dt="2025-10-07T17:54:21.503" v="398" actId="1076"/>
          <ac:grpSpMkLst>
            <pc:docMk/>
            <pc:sldMk cId="0" sldId="291"/>
            <ac:grpSpMk id="10" creationId="{9D242813-4E4A-D9FD-6C54-2363C8473DB9}"/>
          </ac:grpSpMkLst>
        </pc:grpChg>
        <pc:grpChg chg="mod">
          <ac:chgData name="Manash Ranjan Mahanand" userId="2e4d7e10920bb171" providerId="LiveId" clId="{BDE34B58-E2C9-41B1-A886-1D815322C81A}" dt="2025-10-07T17:54:21.503" v="398" actId="1076"/>
          <ac:grpSpMkLst>
            <pc:docMk/>
            <pc:sldMk cId="0" sldId="291"/>
            <ac:grpSpMk id="13" creationId="{216A6494-8C14-6983-7A4D-63D115E31247}"/>
          </ac:grpSpMkLst>
        </pc:grpChg>
        <pc:grpChg chg="del">
          <ac:chgData name="Manash Ranjan Mahanand" userId="2e4d7e10920bb171" providerId="LiveId" clId="{BDE34B58-E2C9-41B1-A886-1D815322C81A}" dt="2025-10-07T17:52:39.309" v="351" actId="478"/>
          <ac:grpSpMkLst>
            <pc:docMk/>
            <pc:sldMk cId="0" sldId="291"/>
            <ac:grpSpMk id="25" creationId="{2CD97B6E-D69B-2D67-668C-42023B6BAAA4}"/>
          </ac:grpSpMkLst>
        </pc:grpChg>
        <pc:grpChg chg="mod">
          <ac:chgData name="Manash Ranjan Mahanand" userId="2e4d7e10920bb171" providerId="LiveId" clId="{BDE34B58-E2C9-41B1-A886-1D815322C81A}" dt="2025-10-07T17:52:25.169" v="348" actId="1076"/>
          <ac:grpSpMkLst>
            <pc:docMk/>
            <pc:sldMk cId="0" sldId="291"/>
            <ac:grpSpMk id="48" creationId="{C1D61D90-6485-D5D4-E28F-400B2545B99E}"/>
          </ac:grpSpMkLst>
        </pc:grpChg>
        <pc:grpChg chg="del">
          <ac:chgData name="Manash Ranjan Mahanand" userId="2e4d7e10920bb171" providerId="LiveId" clId="{BDE34B58-E2C9-41B1-A886-1D815322C81A}" dt="2025-10-07T17:53:40.894" v="379" actId="478"/>
          <ac:grpSpMkLst>
            <pc:docMk/>
            <pc:sldMk cId="0" sldId="291"/>
            <ac:grpSpMk id="1033" creationId="{54B342CE-D176-92AF-4071-61730960EB0A}"/>
          </ac:grpSpMkLst>
        </pc:grpChg>
        <pc:grpChg chg="mod">
          <ac:chgData name="Manash Ranjan Mahanand" userId="2e4d7e10920bb171" providerId="LiveId" clId="{BDE34B58-E2C9-41B1-A886-1D815322C81A}" dt="2025-10-07T17:54:21.503" v="398" actId="1076"/>
          <ac:grpSpMkLst>
            <pc:docMk/>
            <pc:sldMk cId="0" sldId="291"/>
            <ac:grpSpMk id="1035" creationId="{AEA36117-3723-C542-FBDC-0A9538EBBA29}"/>
          </ac:grpSpMkLst>
        </pc:grpChg>
        <pc:grpChg chg="mod">
          <ac:chgData name="Manash Ranjan Mahanand" userId="2e4d7e10920bb171" providerId="LiveId" clId="{BDE34B58-E2C9-41B1-A886-1D815322C81A}" dt="2025-10-07T17:53:34.085" v="378" actId="1076"/>
          <ac:grpSpMkLst>
            <pc:docMk/>
            <pc:sldMk cId="0" sldId="291"/>
            <ac:grpSpMk id="17415" creationId="{D52964CA-1BD8-43B6-6F35-23A95FA33D01}"/>
          </ac:grpSpMkLst>
        </pc:grpChg>
        <pc:grpChg chg="del">
          <ac:chgData name="Manash Ranjan Mahanand" userId="2e4d7e10920bb171" providerId="LiveId" clId="{BDE34B58-E2C9-41B1-A886-1D815322C81A}" dt="2025-10-07T17:56:26.001" v="423" actId="478"/>
          <ac:grpSpMkLst>
            <pc:docMk/>
            <pc:sldMk cId="0" sldId="291"/>
            <ac:grpSpMk id="17466" creationId="{CC80E352-A87E-1346-07A1-9953DFFE1229}"/>
          </ac:grpSpMkLst>
        </pc:grpChg>
        <pc:grpChg chg="del">
          <ac:chgData name="Manash Ranjan Mahanand" userId="2e4d7e10920bb171" providerId="LiveId" clId="{BDE34B58-E2C9-41B1-A886-1D815322C81A}" dt="2025-10-07T17:56:26.001" v="423" actId="478"/>
          <ac:grpSpMkLst>
            <pc:docMk/>
            <pc:sldMk cId="0" sldId="291"/>
            <ac:grpSpMk id="17467" creationId="{552F9098-24B1-66C9-873A-BDDCC98B34BD}"/>
          </ac:grpSpMkLst>
        </pc:grpChg>
        <pc:grpChg chg="del">
          <ac:chgData name="Manash Ranjan Mahanand" userId="2e4d7e10920bb171" providerId="LiveId" clId="{BDE34B58-E2C9-41B1-A886-1D815322C81A}" dt="2025-10-07T17:56:26.001" v="423" actId="478"/>
          <ac:grpSpMkLst>
            <pc:docMk/>
            <pc:sldMk cId="0" sldId="291"/>
            <ac:grpSpMk id="17486" creationId="{D6616044-30B5-D9F4-4797-31BEBA5FD3B5}"/>
          </ac:grpSpMkLst>
        </pc:grpChg>
        <pc:grpChg chg="del">
          <ac:chgData name="Manash Ranjan Mahanand" userId="2e4d7e10920bb171" providerId="LiveId" clId="{BDE34B58-E2C9-41B1-A886-1D815322C81A}" dt="2025-10-07T17:56:26.001" v="423" actId="478"/>
          <ac:grpSpMkLst>
            <pc:docMk/>
            <pc:sldMk cId="0" sldId="291"/>
            <ac:grpSpMk id="17505" creationId="{B1B36291-EFEE-1015-AC46-CE6EDC6BBA32}"/>
          </ac:grpSpMkLst>
        </pc:grpChg>
        <pc:picChg chg="mod">
          <ac:chgData name="Manash Ranjan Mahanand" userId="2e4d7e10920bb171" providerId="LiveId" clId="{BDE34B58-E2C9-41B1-A886-1D815322C81A}" dt="2025-10-07T17:54:21.503" v="398" actId="1076"/>
          <ac:picMkLst>
            <pc:docMk/>
            <pc:sldMk cId="0" sldId="291"/>
            <ac:picMk id="11" creationId="{632BD2D7-41DF-0A9E-EF3F-DC5774115895}"/>
          </ac:picMkLst>
        </pc:picChg>
        <pc:picChg chg="mod">
          <ac:chgData name="Manash Ranjan Mahanand" userId="2e4d7e10920bb171" providerId="LiveId" clId="{BDE34B58-E2C9-41B1-A886-1D815322C81A}" dt="2025-10-07T17:54:21.503" v="398" actId="1076"/>
          <ac:picMkLst>
            <pc:docMk/>
            <pc:sldMk cId="0" sldId="291"/>
            <ac:picMk id="1028" creationId="{C33FB191-2FEA-4268-4A2C-78EE4520020E}"/>
          </ac:picMkLst>
        </pc:picChg>
        <pc:picChg chg="del">
          <ac:chgData name="Manash Ranjan Mahanand" userId="2e4d7e10920bb171" providerId="LiveId" clId="{BDE34B58-E2C9-41B1-A886-1D815322C81A}" dt="2025-10-07T17:52:36.054" v="350" actId="478"/>
          <ac:picMkLst>
            <pc:docMk/>
            <pc:sldMk cId="0" sldId="291"/>
            <ac:picMk id="1030" creationId="{C334C844-C9BA-B42B-F7D0-3994F22C321A}"/>
          </ac:picMkLst>
        </pc:picChg>
        <pc:picChg chg="del">
          <ac:chgData name="Manash Ranjan Mahanand" userId="2e4d7e10920bb171" providerId="LiveId" clId="{BDE34B58-E2C9-41B1-A886-1D815322C81A}" dt="2025-10-07T17:53:03.557" v="354" actId="478"/>
          <ac:picMkLst>
            <pc:docMk/>
            <pc:sldMk cId="0" sldId="291"/>
            <ac:picMk id="1058" creationId="{6DCB2297-6A57-14B3-6A9B-1E8C9BF68D55}"/>
          </ac:picMkLst>
        </pc:picChg>
        <pc:picChg chg="del">
          <ac:chgData name="Manash Ranjan Mahanand" userId="2e4d7e10920bb171" providerId="LiveId" clId="{BDE34B58-E2C9-41B1-A886-1D815322C81A}" dt="2025-10-07T17:56:26.001" v="423" actId="478"/>
          <ac:picMkLst>
            <pc:docMk/>
            <pc:sldMk cId="0" sldId="291"/>
            <ac:picMk id="1061" creationId="{DAD5CD6F-11CC-A478-EFCC-0D4286ADD529}"/>
          </ac:picMkLst>
        </pc:picChg>
        <pc:cxnChg chg="del mod">
          <ac:chgData name="Manash Ranjan Mahanand" userId="2e4d7e10920bb171" providerId="LiveId" clId="{BDE34B58-E2C9-41B1-A886-1D815322C81A}" dt="2025-10-07T17:52:41.469" v="352" actId="478"/>
          <ac:cxnSpMkLst>
            <pc:docMk/>
            <pc:sldMk cId="0" sldId="291"/>
            <ac:cxnSpMk id="36" creationId="{41D56DC3-DA07-4447-635B-A15A6D3B9760}"/>
          </ac:cxnSpMkLst>
        </pc:cxnChg>
        <pc:cxnChg chg="del">
          <ac:chgData name="Manash Ranjan Mahanand" userId="2e4d7e10920bb171" providerId="LiveId" clId="{BDE34B58-E2C9-41B1-A886-1D815322C81A}" dt="2025-10-07T17:52:36.054" v="350" actId="478"/>
          <ac:cxnSpMkLst>
            <pc:docMk/>
            <pc:sldMk cId="0" sldId="291"/>
            <ac:cxnSpMk id="38" creationId="{8E91B342-F3F5-2CFB-367F-743489408F84}"/>
          </ac:cxnSpMkLst>
        </pc:cxnChg>
        <pc:cxnChg chg="del">
          <ac:chgData name="Manash Ranjan Mahanand" userId="2e4d7e10920bb171" providerId="LiveId" clId="{BDE34B58-E2C9-41B1-A886-1D815322C81A}" dt="2025-10-07T17:52:36.054" v="350" actId="478"/>
          <ac:cxnSpMkLst>
            <pc:docMk/>
            <pc:sldMk cId="0" sldId="291"/>
            <ac:cxnSpMk id="44" creationId="{4CCA71F2-C44E-1B9A-3C6E-B222E4780E9E}"/>
          </ac:cxnSpMkLst>
        </pc:cxnChg>
        <pc:cxnChg chg="del">
          <ac:chgData name="Manash Ranjan Mahanand" userId="2e4d7e10920bb171" providerId="LiveId" clId="{BDE34B58-E2C9-41B1-A886-1D815322C81A}" dt="2025-10-07T17:52:36.054" v="350" actId="478"/>
          <ac:cxnSpMkLst>
            <pc:docMk/>
            <pc:sldMk cId="0" sldId="291"/>
            <ac:cxnSpMk id="49" creationId="{BE5EAB9E-4C3C-C686-607D-105F6D676B33}"/>
          </ac:cxnSpMkLst>
        </pc:cxnChg>
        <pc:cxnChg chg="del">
          <ac:chgData name="Manash Ranjan Mahanand" userId="2e4d7e10920bb171" providerId="LiveId" clId="{BDE34B58-E2C9-41B1-A886-1D815322C81A}" dt="2025-10-07T17:52:36.054" v="350" actId="478"/>
          <ac:cxnSpMkLst>
            <pc:docMk/>
            <pc:sldMk cId="0" sldId="291"/>
            <ac:cxnSpMk id="52" creationId="{2BB97BBB-9383-05C4-519A-D00FAD7EB62C}"/>
          </ac:cxnSpMkLst>
        </pc:cxnChg>
        <pc:cxnChg chg="del">
          <ac:chgData name="Manash Ranjan Mahanand" userId="2e4d7e10920bb171" providerId="LiveId" clId="{BDE34B58-E2C9-41B1-A886-1D815322C81A}" dt="2025-10-07T17:52:36.054" v="350" actId="478"/>
          <ac:cxnSpMkLst>
            <pc:docMk/>
            <pc:sldMk cId="0" sldId="291"/>
            <ac:cxnSpMk id="58" creationId="{62C6A2BF-8126-C2A3-5B94-076BF718C259}"/>
          </ac:cxnSpMkLst>
        </pc:cxnChg>
        <pc:cxnChg chg="mod">
          <ac:chgData name="Manash Ranjan Mahanand" userId="2e4d7e10920bb171" providerId="LiveId" clId="{BDE34B58-E2C9-41B1-A886-1D815322C81A}" dt="2025-10-07T17:54:09.564" v="396" actId="14100"/>
          <ac:cxnSpMkLst>
            <pc:docMk/>
            <pc:sldMk cId="0" sldId="291"/>
            <ac:cxnSpMk id="1043" creationId="{A6CEE898-5E77-C157-CD7A-7A712A3C290F}"/>
          </ac:cxnSpMkLst>
        </pc:cxnChg>
        <pc:cxnChg chg="del mod">
          <ac:chgData name="Manash Ranjan Mahanand" userId="2e4d7e10920bb171" providerId="LiveId" clId="{BDE34B58-E2C9-41B1-A886-1D815322C81A}" dt="2025-10-07T17:53:42.921" v="380" actId="478"/>
          <ac:cxnSpMkLst>
            <pc:docMk/>
            <pc:sldMk cId="0" sldId="291"/>
            <ac:cxnSpMk id="1046" creationId="{261C9A6A-EC37-315A-9224-2BF675482801}"/>
          </ac:cxnSpMkLst>
        </pc:cxnChg>
        <pc:cxnChg chg="del mod">
          <ac:chgData name="Manash Ranjan Mahanand" userId="2e4d7e10920bb171" providerId="LiveId" clId="{BDE34B58-E2C9-41B1-A886-1D815322C81A}" dt="2025-10-07T17:56:28.575" v="424" actId="478"/>
          <ac:cxnSpMkLst>
            <pc:docMk/>
            <pc:sldMk cId="0" sldId="291"/>
            <ac:cxnSpMk id="1086" creationId="{BA1C9DE1-CFCA-9BAD-DF07-88F7D0840226}"/>
          </ac:cxnSpMkLst>
        </pc:cxnChg>
        <pc:cxnChg chg="del mod">
          <ac:chgData name="Manash Ranjan Mahanand" userId="2e4d7e10920bb171" providerId="LiveId" clId="{BDE34B58-E2C9-41B1-A886-1D815322C81A}" dt="2025-10-07T17:53:25.323" v="375" actId="478"/>
          <ac:cxnSpMkLst>
            <pc:docMk/>
            <pc:sldMk cId="0" sldId="291"/>
            <ac:cxnSpMk id="2104" creationId="{95E068AF-AF40-AF65-0C7A-54121B1AE070}"/>
          </ac:cxnSpMkLst>
        </pc:cxnChg>
        <pc:cxnChg chg="del mod">
          <ac:chgData name="Manash Ranjan Mahanand" userId="2e4d7e10920bb171" providerId="LiveId" clId="{BDE34B58-E2C9-41B1-A886-1D815322C81A}" dt="2025-10-07T17:53:30.192" v="377" actId="478"/>
          <ac:cxnSpMkLst>
            <pc:docMk/>
            <pc:sldMk cId="0" sldId="291"/>
            <ac:cxnSpMk id="2106" creationId="{904207E7-5BED-C182-B9E1-75930026F116}"/>
          </ac:cxnSpMkLst>
        </pc:cxnChg>
        <pc:cxnChg chg="del mod">
          <ac:chgData name="Manash Ranjan Mahanand" userId="2e4d7e10920bb171" providerId="LiveId" clId="{BDE34B58-E2C9-41B1-A886-1D815322C81A}" dt="2025-10-07T17:53:27.331" v="376" actId="478"/>
          <ac:cxnSpMkLst>
            <pc:docMk/>
            <pc:sldMk cId="0" sldId="291"/>
            <ac:cxnSpMk id="2108" creationId="{940F9E6E-2962-D92B-A54C-0C164EB457E9}"/>
          </ac:cxnSpMkLst>
        </pc:cxnChg>
        <pc:cxnChg chg="mod">
          <ac:chgData name="Manash Ranjan Mahanand" userId="2e4d7e10920bb171" providerId="LiveId" clId="{BDE34B58-E2C9-41B1-A886-1D815322C81A}" dt="2025-10-07T17:53:34.085" v="378" actId="1076"/>
          <ac:cxnSpMkLst>
            <pc:docMk/>
            <pc:sldMk cId="0" sldId="291"/>
            <ac:cxnSpMk id="17433" creationId="{E37AE394-56F1-7F49-517C-0FB35672E23C}"/>
          </ac:cxnSpMkLst>
        </pc:cxnChg>
        <pc:cxnChg chg="del mod">
          <ac:chgData name="Manash Ranjan Mahanand" userId="2e4d7e10920bb171" providerId="LiveId" clId="{BDE34B58-E2C9-41B1-A886-1D815322C81A}" dt="2025-10-07T17:53:23.293" v="374" actId="478"/>
          <ac:cxnSpMkLst>
            <pc:docMk/>
            <pc:sldMk cId="0" sldId="291"/>
            <ac:cxnSpMk id="17454" creationId="{0B846BA1-9C2B-BF9A-7FC6-94B0F6976E0F}"/>
          </ac:cxnSpMkLst>
        </pc:cxnChg>
        <pc:cxnChg chg="del">
          <ac:chgData name="Manash Ranjan Mahanand" userId="2e4d7e10920bb171" providerId="LiveId" clId="{BDE34B58-E2C9-41B1-A886-1D815322C81A}" dt="2025-10-07T17:56:26.001" v="423" actId="478"/>
          <ac:cxnSpMkLst>
            <pc:docMk/>
            <pc:sldMk cId="0" sldId="291"/>
            <ac:cxnSpMk id="17531" creationId="{8ADCE684-3AE0-1E0B-2A50-21E810E6C95E}"/>
          </ac:cxnSpMkLst>
        </pc:cxnChg>
        <pc:cxnChg chg="del">
          <ac:chgData name="Manash Ranjan Mahanand" userId="2e4d7e10920bb171" providerId="LiveId" clId="{BDE34B58-E2C9-41B1-A886-1D815322C81A}" dt="2025-10-07T17:56:26.001" v="423" actId="478"/>
          <ac:cxnSpMkLst>
            <pc:docMk/>
            <pc:sldMk cId="0" sldId="291"/>
            <ac:cxnSpMk id="17534" creationId="{FECA7139-F32B-3067-B55A-79DEE2195086}"/>
          </ac:cxnSpMkLst>
        </pc:cxnChg>
        <pc:cxnChg chg="del">
          <ac:chgData name="Manash Ranjan Mahanand" userId="2e4d7e10920bb171" providerId="LiveId" clId="{BDE34B58-E2C9-41B1-A886-1D815322C81A}" dt="2025-10-07T17:56:26.001" v="423" actId="478"/>
          <ac:cxnSpMkLst>
            <pc:docMk/>
            <pc:sldMk cId="0" sldId="291"/>
            <ac:cxnSpMk id="17540" creationId="{1469868A-E450-A73F-2CB2-04CAC863897D}"/>
          </ac:cxnSpMkLst>
        </pc:cxnChg>
        <pc:cxnChg chg="del">
          <ac:chgData name="Manash Ranjan Mahanand" userId="2e4d7e10920bb171" providerId="LiveId" clId="{BDE34B58-E2C9-41B1-A886-1D815322C81A}" dt="2025-10-07T17:56:26.001" v="423" actId="478"/>
          <ac:cxnSpMkLst>
            <pc:docMk/>
            <pc:sldMk cId="0" sldId="291"/>
            <ac:cxnSpMk id="17542" creationId="{AAE5C026-36CE-4ECA-7C6B-D0406916280B}"/>
          </ac:cxnSpMkLst>
        </pc:cxnChg>
      </pc:sldChg>
      <pc:sldChg chg="del">
        <pc:chgData name="Manash Ranjan Mahanand" userId="2e4d7e10920bb171" providerId="LiveId" clId="{BDE34B58-E2C9-41B1-A886-1D815322C81A}" dt="2025-10-06T09:28:28.162" v="2" actId="47"/>
        <pc:sldMkLst>
          <pc:docMk/>
          <pc:sldMk cId="3753387913" sldId="293"/>
        </pc:sldMkLst>
      </pc:sldChg>
      <pc:sldChg chg="del">
        <pc:chgData name="Manash Ranjan Mahanand" userId="2e4d7e10920bb171" providerId="LiveId" clId="{BDE34B58-E2C9-41B1-A886-1D815322C81A}" dt="2025-10-06T09:28:28.628" v="3" actId="47"/>
        <pc:sldMkLst>
          <pc:docMk/>
          <pc:sldMk cId="2997144140" sldId="294"/>
        </pc:sldMkLst>
      </pc:sldChg>
      <pc:sldChg chg="del">
        <pc:chgData name="Manash Ranjan Mahanand" userId="2e4d7e10920bb171" providerId="LiveId" clId="{BDE34B58-E2C9-41B1-A886-1D815322C81A}" dt="2025-10-06T09:28:29.061" v="4" actId="47"/>
        <pc:sldMkLst>
          <pc:docMk/>
          <pc:sldMk cId="3916788613" sldId="296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16:36:14.4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778 112 4457 0 0,'-4'-14'8256'0'0,"4"12"-8163"0"0,-1 1 0 0 0,0-1-1 0 0,0 0 1 0 0,0 1 0 0 0,0-1 0 0 0,-1 1-1 0 0,1 0 1 0 0,0-1 0 0 0,0 1-1 0 0,-3-2 1 0 0,-5-6 34 0 0,7 5-65 0 0,-2 1 1 0 0,1-1-1 0 0,0 1 0 0 0,-1-1 0 0 0,0 1 0 0 0,1 0 1 0 0,-1 0-1 0 0,0 1 0 0 0,-1-1 0 0 0,1 1 0 0 0,-7-3 0 0 0,4 3-35 0 0,-1-1-1 0 0,1 1 1 0 0,-1 0-1 0 0,1 1 0 0 0,-1 0 1 0 0,-11 0-1 0 0,8 1-71 0 0,0 1 0 0 0,0 1 0 0 0,0 0 0 0 0,0 1 0 0 0,0 0 0 0 0,1 0-1 0 0,-13 6 1 0 0,3 1-6 0 0,0 0-1 0 0,-29 21 0 0 0,31-17 103 0 0,0 0 0 0 0,0 1 1 0 0,-18 22-1 0 0,28-28-64 0 0,0 0 1 0 0,1 0 0 0 0,1 1 0 0 0,-1 0 0 0 0,2 0-1 0 0,-1 1 1 0 0,2 0 0 0 0,-6 14 0 0 0,9-20 8 0 0,0 0 1 0 0,1 0-1 0 0,-1 1 1 0 0,1-1-1 0 0,0 0 0 0 0,1 1 1 0 0,-1-1-1 0 0,1 0 1 0 0,0 0-1 0 0,0 1 1 0 0,1-1-1 0 0,-1 0 1 0 0,1 0-1 0 0,0 0 1 0 0,0-1-1 0 0,1 1 0 0 0,0 0 1 0 0,0-1-1 0 0,0 0 1 0 0,0 0-1 0 0,5 6 1 0 0,3 1-41 0 0,1 0-1 0 0,-1-1 1 0 0,2-1 0 0 0,-1 1 0 0 0,1-2 0 0 0,16 8 0 0 0,-25-14 104 0 0,0 0 1 0 0,1 0-1 0 0,-1-1 0 0 0,1 1 0 0 0,-1-1 1 0 0,1 0-1 0 0,0-1 0 0 0,0 1 1 0 0,5-1-1 0 0,-20-2 3994 0 0,-5-4-3281 0 0,9 3-915 0 0,0 0 0 0 0,0 1 0 0 0,-14-3 0 0 0,8 4 26 0 0,-1 1 0 0 0,0 0 0 0 0,0 1 0 0 0,1 0 0 0 0,-1 1 0 0 0,1 0 0 0 0,-1 1 0 0 0,1 1 0 0 0,-16 6 0 0 0,10-2 27 0 0,1 0 0 0 0,-1 1-1 0 0,2 1 1 0 0,-1 1-1 0 0,-20 18 1 0 0,27-20 44 0 0,0 0 0 0 0,1 0 0 0 0,1 1 0 0 0,0 1 0 0 0,0-1 0 0 0,1 1 0 0 0,0 0 0 0 0,1 1 0 0 0,0 0 0 0 0,-7 21 0 0 0,10-22 1 0 0,0-1-1 0 0,1 1 1 0 0,0-1-1 0 0,1 1 1 0 0,0 0-1 0 0,1 0 1 0 0,0-1-1 0 0,1 1 1 0 0,0 0-1 0 0,1-1 1 0 0,0 1-1 0 0,0-1 1 0 0,6 16-1 0 0,-2-12 46 0 0,0-1-1 0 0,1 0 0 0 0,0 0 0 0 0,1 0 0 0 0,16 19 1 0 0,-19-26-3 0 0,1 0 1 0 0,-1 0-1 0 0,1-1 1 0 0,0 0 0 0 0,1 0-1 0 0,-1 0 1 0 0,1-1-1 0 0,0 0 1 0 0,0 0-1 0 0,0-1 1 0 0,0 0 0 0 0,11 3-1 0 0,-14-5 80 0 0,1-1 0 0 0,-1 1 1 0 0,0-1-1 0 0,7-1 0 0 0,1 1 647 0 0,-14-1-540 0 0,1 0 0 0 0,-1 0 0 0 0,1 1 0 0 0,-1-1 0 0 0,0 1 0 0 0,0-1 0 0 0,1 1 0 0 0,-1-1 0 0 0,0 1 0 0 0,0 0 0 0 0,1 0 0 0 0,-4 0 0 0 0,-24 2-1404 0 0,24-1 1141 0 0,0 0 0 0 0,-1 1 0 0 0,1-1 1 0 0,0 1-1 0 0,0 0 0 0 0,0 1 0 0 0,0-1 0 0 0,0 1 1 0 0,0 0-1 0 0,-8 7 0 0 0,-3 4-106 0 0,-21 25 0 0 0,20-21 120 0 0,9-10 40 0 0,1 1 1 0 0,1-1 0 0 0,-1 1 0 0 0,1 1 0 0 0,1-1-1 0 0,0 1 1 0 0,0 0 0 0 0,1 0 0 0 0,0 0 0 0 0,1 0-1 0 0,0 1 1 0 0,1 0 0 0 0,0-1 0 0 0,0 1 0 0 0,1 0-1 0 0,1 0 1 0 0,0 0 0 0 0,0 0 0 0 0,1 0 0 0 0,0 0-1 0 0,1-1 1 0 0,0 1 0 0 0,1 0 0 0 0,1-1 0 0 0,-1 0-1 0 0,1 1 1 0 0,1-2 0 0 0,0 1 0 0 0,9 13-1 0 0,-5-10 28 0 0,1-2-1 0 0,0 1 0 0 0,1-1 0 0 0,0-1 0 0 0,1 0 0 0 0,0-1 0 0 0,25 15 0 0 0,-8-8-42 0 0,1-2 0 0 0,49 17 0 0 0,-60-25 138 0 0,36 8-1 0 0,-49-13-25 0 0,0 0 0 0 0,0-1 1 0 0,0 1-1 0 0,0-1 0 0 0,0-1 0 0 0,0 1 0 0 0,0-1 0 0 0,0 0 0 0 0,0 0 0 0 0,9-4 0 0 0,-15 5-3 0 0,1 0 0 0 0,0-1 0 0 0,0 1 1 0 0,-1-1-1 0 0,1 1 0 0 0,0-1 0 0 0,-1 0 0 0 0,1 1 1 0 0,-1-1-1 0 0,1 0 0 0 0,-1 1 0 0 0,1-1 1 0 0,-1 0-1 0 0,1 0 0 0 0,-1 1 0 0 0,0-1 1 0 0,1 0-1 0 0,-1 0 0 0 0,0 0 0 0 0,1 0 0 0 0,-1 1 1 0 0,0-1-1 0 0,0-1 0 0 0,0 1-49 0 0,0 1 0 0 0,0-1 0 0 0,0 1 0 0 0,0-1 1 0 0,0 1-1 0 0,0-1 0 0 0,0 1 0 0 0,0-1 0 0 0,0 1 0 0 0,-1-1 0 0 0,1 1 0 0 0,0-1 0 0 0,0 1 1 0 0,0-1-1 0 0,-1 1 0 0 0,1-1 0 0 0,0 1 0 0 0,-1 0 0 0 0,1-1 0 0 0,0 1 0 0 0,-1-1 0 0 0,1 1 1 0 0,-1 0-1 0 0,1-1 0 0 0,0 1 0 0 0,-1 0 0 0 0,1 0 0 0 0,-1-1 0 0 0,1 1 0 0 0,-1 0 0 0 0,1 0 0 0 0,-1 0 1 0 0,1 0-1 0 0,-1-1 0 0 0,1 1 0 0 0,-1 0 0 0 0,1 0 0 0 0,-2 0 0 0 0,2 0-91 0 0,0 0 0 0 0,0 0 0 0 0,0 0 0 0 0,0 0 0 0 0,0 0 0 0 0,-1 0 0 0 0,1 0 0 0 0,0 0 0 0 0,0 0 0 0 0,0 1 0 0 0,0-1 0 0 0,0 0 0 0 0,-1 0 0 0 0,1 0 0 0 0,0 0-1 0 0,0 0 1 0 0,0 0 0 0 0,0 0 0 0 0,0 0 0 0 0,0 0 0 0 0,0 1 0 0 0,0-1 0 0 0,-1 0 0 0 0,1 0 0 0 0,0 0 0 0 0,0 0 0 0 0,0 0 0 0 0,0 0 0 0 0,0 1 0 0 0,0-1 0 0 0,0 0 0 0 0,0 0 0 0 0,0 0 0 0 0,0 0 0 0 0,0 0 0 0 0,0 1-1 0 0,0-1 1 0 0,0 0 0 0 0,0 0 0 0 0,0 0 0 0 0,3 10-645 0 0,6 6 665 0 0,0-6 40 0 0,1 0-1 0 0,0-1 0 0 0,1-1 0 0 0,0 1 1 0 0,0-2-1 0 0,1 0 0 0 0,0 0 0 0 0,21 8 0 0 0,-5-4 26 0 0,1-1 0 0 0,54 10-1 0 0,-65-17-40 0 0,1-1 0 0 0,-1 0 0 0 0,1-1-1 0 0,-1-1 1 0 0,1-1 0 0 0,32-5 0 0 0,-40 3 137 0 0,1 0 0 0 0,-1 0 0 0 0,1-1 1 0 0,-1 0-1 0 0,-1-1 0 0 0,1-1 0 0 0,-1 1 0 0 0,1-2 0 0 0,-2 1 1 0 0,1-1-1 0 0,13-13 0 0 0,-18 14-25 0 0,0 0 0 0 0,0 0 0 0 0,-1 0-1 0 0,0-1 1 0 0,0 1 0 0 0,5-12 0 0 0,12-44-6 0 0,-12 37-41 0 0,-13 57-2103 0 0,5-22 2057 0 0,1 1 0 0 0,1-1 0 0 0,-1 0 1 0 0,1 0-1 0 0,1 0 0 0 0,0 0 0 0 0,9 15 1 0 0,4 3-19 0 0,23 28 0 0 0,-31-45 68 0 0,-1-1 0 0 0,2 0 0 0 0,-1-1 0 0 0,1 0 0 0 0,1-1 0 0 0,-1 0 0 0 0,2 0 0 0 0,-1-1 0 0 0,1-1 0 0 0,0 0 0 0 0,0-1 0 0 0,14 5-1 0 0,-19-8-29 0 0,0-1 0 0 0,1 0-1 0 0,-1 0 1 0 0,0-1 0 0 0,1 0-1 0 0,-1 0 1 0 0,1 0-1 0 0,-1-1 1 0 0,0 0 0 0 0,0-1-1 0 0,1 0 1 0 0,-1 0-1 0 0,0 0 1 0 0,10-6 0 0 0,-7 3 7 0 0,-1-1 0 0 0,1 0 1 0 0,-1-1-1 0 0,-1 0 0 0 0,1-1 1 0 0,-1 1-1 0 0,-1-1 0 0 0,14-18 1 0 0,-18 22-22 0 0,-1 0 1 0 0,1 0 0 0 0,-1-1 0 0 0,1 1 0 0 0,-1-1-1 0 0,2-6 1 0 0,-4 15-48 0 0,1 1 0 0 0,0-1-1 0 0,0 0 1 0 0,0 0 0 0 0,1 0 0 0 0,-1 0-1 0 0,1 0 1 0 0,0 0 0 0 0,0 0-1 0 0,1 0 1 0 0,-1-1 0 0 0,1 1 0 0 0,0-1-1 0 0,0 0 1 0 0,0 0 0 0 0,4 4-1 0 0,10 7-21 0 0,34 22-1 0 0,-49-34 4 0 0,9 4 107 0 0,-1-1 1 0 0,1 0-1 0 0,0 0 1 0 0,0-1-1 0 0,0-1 1 0 0,1 0-1 0 0,-1 0 1 0 0,1-1-1 0 0,0 0 1 0 0,18-1-1 0 0,-12-1 17 0 0,0-1-1 0 0,-1 0 0 0 0,1-2 1 0 0,0 0-1 0 0,-1-1 0 0 0,24-8 1 0 0,-36 10-40 0 0,0 0 1 0 0,0 0-1 0 0,0-1 0 0 0,0 0 1 0 0,-1 0-1 0 0,1 0 0 0 0,-1 0 0 0 0,0 0 1 0 0,0-1-1 0 0,5-6 0 0 0,-6 7 7 0 0,-1-1 1 0 0,0 1-1 0 0,0-1 0 0 0,0 0 0 0 0,0 1 0 0 0,0-1 0 0 0,-1 0 0 0 0,0 0 0 0 0,0 0 0 0 0,0 0 0 0 0,0-1 0 0 0,-1 1 0 0 0,1-8 0 0 0,-3 3 18 0 0,1 7-326 0 0,1 5-868 0 0,0-1 1135 0 0,0 0 0 0 0,1 0 1 0 0,-1-1-1 0 0,1 1 0 0 0,-1 0 0 0 0,1-1 0 0 0,0 1 1 0 0,0-1-1 0 0,-1 1 0 0 0,1-1 0 0 0,0 1 1 0 0,3 2-1 0 0,16 17-257 0 0,-13-15 239 0 0,12 14 77 0 0,1-2-1 0 0,39 29 1 0 0,-51-41-31 0 0,1-1 1 0 0,0-1 0 0 0,0 1 0 0 0,0-1 0 0 0,1-1 0 0 0,0 0 0 0 0,-1 0-1 0 0,1-1 1 0 0,0 0 0 0 0,18 1 0 0 0,-15-3 24 0 0,-1 0 1 0 0,1-1-1 0 0,-1-1 1 0 0,1 0-1 0 0,-1-1 1 0 0,0 0-1 0 0,22-10 0 0 0,-13 4-144 0 0,-1-2-1 0 0,0 0 0 0 0,26-20 0 0 0,-41 27 10 0 0,-1 1 1 0 0,1-1-1 0 0,-1 0 1 0 0,0-1-1 0 0,0 1 1 0 0,-1 0-1 0 0,1-1 0 0 0,-1 0 1 0 0,0 0-1 0 0,-1 0 1 0 0,1 0-1 0 0,-1-1 1 0 0,0 1-1 0 0,0 0 1 0 0,0-1-1 0 0,-1 0 0 0 0,0 1 1 0 0,0-1-1 0 0,0 0 1 0 0,-1-7-1 0 0,0 5 14 0 0,-1 1 38 0 0,1 7 39 0 0,0 0 0 0 0,0 0 0 0 0,0 0 1 0 0,0 0-1 0 0,0 0 0 0 0,0 0 0 0 0,0 0 0 0 0,0 0 0 0 0,0 0 1 0 0,0-1-1 0 0,0 1 0 0 0,0 0 0 0 0,0 0 0 0 0,0 0 1 0 0,0 0-1 0 0,1 0 0 0 0,-1 0 0 0 0,0 0 0 0 0,0 0 0 0 0,0 0 1 0 0,0 0-1 0 0,0 0 0 0 0,0 0 0 0 0,0 0 0 0 0,0 0 0 0 0,0 0 1 0 0,0 0-1 0 0,0 0 0 0 0,0 0 0 0 0,0 0 0 0 0,0 0 0 0 0,0 0 1 0 0,0 0-1 0 0,0 0 0 0 0,1 0 0 0 0,-1 0 0 0 0,0 0 0 0 0,0 0 1 0 0,0 0-1 0 0,0 0 0 0 0,0 0 0 0 0,0 0 0 0 0,0 0 1 0 0,0 0-1 0 0,0 0 0 0 0,0 0 0 0 0,0 0 0 0 0,0 0 0 0 0,0 0 1 0 0,0 0-1 0 0,0 0 0 0 0,0 0 0 0 0,1 0 0 0 0,-1 0 0 0 0,0 0 1 0 0,0 0-1 0 0,0 0 0 0 0,0 0 0 0 0,0 0 0 0 0,0 0 0 0 0,0 0 1 0 0,0 0-1 0 0,0 1 0 0 0,0-1 0 0 0,0 0 0 0 0,0 0 1 0 0,0 0-1 0 0,0 0 0 0 0,0 0 0 0 0,4 4-4 0 0,-1-1-1 0 0,1 0 1 0 0,0 0-1 0 0,0 0 1 0 0,1 0-1 0 0,-1 0 1 0 0,0-1-1 0 0,1 0 1 0 0,0 0-1 0 0,0 0 1 0 0,-1-1-1 0 0,1 1 1 0 0,0-1-1 0 0,0 0 1 0 0,7 0-1 0 0,0-1-15 0 0,-1-1 0 0 0,1 0-1 0 0,-1 0 1 0 0,0-1 0 0 0,20-7 0 0 0,2 0 75 0 0,3-1 247 0 0,0-1 0 0 0,45-22 0 0 0,-72 29-246 0 0,1-1 1 0 0,-1 0-1 0 0,0-1 1 0 0,-1 0-1 0 0,1-1 1 0 0,-1 0-1 0 0,0 0 1 0 0,-1 0-1 0 0,0-1 1 0 0,0 0-1 0 0,-1-1 1 0 0,0 0-1 0 0,5-9 1 0 0,-9 13-78 0 0,0-1 1 0 0,-1 1-1 0 0,0-1 0 0 0,0 1 1 0 0,0-1-1 0 0,-1 1 0 0 0,1-1 1 0 0,-1 0-1 0 0,-1 1 0 0 0,1-1 1 0 0,-1 1-1 0 0,0-1 0 0 0,0 1 1 0 0,-1-1-1 0 0,1 1 0 0 0,-1 0 0 0 0,-1-1 1 0 0,1 1-1 0 0,-1 0 0 0 0,1 1 1 0 0,-1-1-1 0 0,-1 0 0 0 0,-3-4 1 0 0,4 7 171 0 0,1 0 0 0 0,-1 0 0 0 0,0 1 0 0 0,0-1 0 0 0,-5-2 0 0 0,7 4-144 0 0,0-1 0 0 0,0 1 0 0 0,0-1 0 0 0,0 1 1 0 0,0 0-1 0 0,0-1 0 0 0,0 1 0 0 0,0 0 1 0 0,0 0-1 0 0,0 0 0 0 0,0 0 0 0 0,0 0 1 0 0,0 0-1 0 0,0 0 0 0 0,0 0 0 0 0,0 0 1 0 0,0 0-1 0 0,0 1 0 0 0,0-1 0 0 0,0 0 1 0 0,0 1-1 0 0,-1 0 0 0 0,35-1-1498 0 0,-22-3 1594 0 0,0 0 0 0 0,0-1 0 0 0,-1-1 0 0 0,1 1-1 0 0,-1-2 1 0 0,0 1 0 0 0,-1-2 0 0 0,18-13 0 0 0,-9 4 348 0 0,-1-1-1 0 0,0-1 1 0 0,17-23 0 0 0,-29 34-282 0 0,1-2 0 0 0,-1 1 0 0 0,0 0 0 0 0,0-1 0 0 0,-1 0 0 0 0,-1 0 0 0 0,1-1 1 0 0,-2 1-1 0 0,1-1 0 0 0,1-12 0 0 0,-3 11-203 0 0,-1-1 1 0 0,0 1-1 0 0,0 0 0 0 0,-1-1 1 0 0,-1 1-1 0 0,0 0 0 0 0,0 0 1 0 0,-8-18-1 0 0,6 17-157 0 0,-1 0 0 0 0,0 1 0 0 0,-1 0 0 0 0,-1 0 0 0 0,0 1 0 0 0,-16-20 0 0 0,19 25 176 0 0,-1 0 1 0 0,0 1-1 0 0,0-1 1 0 0,-1 1-1 0 0,1 0 1 0 0,-1 0-1 0 0,0 0 1 0 0,0 1-1 0 0,0 0 1 0 0,0 0-1 0 0,-1 1 1 0 0,1 0-1 0 0,-1 0 1 0 0,-9-1-1 0 0,5 6-41 0 0,7 0-264 0 0,6-2-758 0 0,3-1 1169 0 0,-1-1 0 0 0,0 1-1 0 0,1-1 1 0 0,-1 0-1 0 0,0 0 1 0 0,1 0 0 0 0,-1-1-1 0 0,0 1 1 0 0,0-1-1 0 0,0 0 1 0 0,0 0 0 0 0,5-5-1 0 0,-3 3-28 0 0,0-1 0 0 0,0-1 0 0 0,-1 1 0 0 0,0-1 0 0 0,0 0-1 0 0,8-13 1 0 0,-7 9 19 0 0,-1-1 0 0 0,1 0 0 0 0,-2 0 0 0 0,0 0-1 0 0,0-1 1 0 0,-1 0 0 0 0,0 1 0 0 0,-1-1 0 0 0,1-16 0 0 0,-3 13 119 0 0,-1 1 1 0 0,0 0 0 0 0,0 0 0 0 0,-1 0 0 0 0,-1 0-1 0 0,-1 0 1 0 0,0 1 0 0 0,0-1 0 0 0,-2 1 0 0 0,1 0-1 0 0,-2 1 1 0 0,0-1 0 0 0,0 1 0 0 0,-1 1-1 0 0,-13-16 1 0 0,11 18-197 0 0,1 1 1 0 0,-1 0-1 0 0,-1 0 0 0 0,0 1 0 0 0,0 1 0 0 0,0 0 0 0 0,-1 0 1 0 0,1 1-1 0 0,-1 1 0 0 0,-1 0 0 0 0,1 0 0 0 0,0 1 0 0 0,-1 1 1 0 0,0 0-1 0 0,-21 0 0 0 0,30 2-12 0 0,0 0 0 0 0,1 0-1 0 0,-1 1 1 0 0,0-1 0 0 0,0 1 0 0 0,-4 1 0 0 0,9-3 25 0 0,-1 1 1 0 0,1-1 0 0 0,-1 0 0 0 0,1 0-1 0 0,-1 0 1 0 0,1 0 0 0 0,-1 0-1 0 0,0 0 1 0 0,1 0 0 0 0,-1 1 0 0 0,0-1-1 0 0,0 0 1 0 0,0 0 0 0 0,0 0 0 0 0,0 0-1 0 0,0 0 1 0 0,0 0 0 0 0,0-1-1 0 0,-3-26-288 0 0,2 19 367 0 0,0-2-76 0 0,-1 0 1 0 0,-1 0-1 0 0,0 0 1 0 0,-1 1 0 0 0,1-1-1 0 0,-2 1 1 0 0,0 0-1 0 0,0 0 1 0 0,-1 1-1 0 0,0-1 1 0 0,0 1-1 0 0,-1 0 1 0 0,-10-9-1 0 0,7 8 10 0 0,0 1 0 0 0,0 0 0 0 0,-1 0-1 0 0,-1 1 1 0 0,0 0 0 0 0,0 1 0 0 0,0 0-1 0 0,-1 1 1 0 0,0 0 0 0 0,-15-4 0 0 0,15 7-8 0 0,0 1 0 0 0,-1 0 0 0 0,1 0 1 0 0,-1 1-1 0 0,1 1 0 0 0,-1 0 0 0 0,1 1 1 0 0,-1 1-1 0 0,1 0 0 0 0,-19 5 0 0 0,11-1-74 0 0,1 2 0 0 0,0 0-1 0 0,1 1 1 0 0,0 1 0 0 0,-33 22-1 0 0,33-16-111 0 0,14-12 86 0 0,0 1-1 0 0,0-1 1 0 0,-9 5 0 0 0,14-12 233 0 0,0 0 0 0 0,-1 0 1 0 0,1 0-1 0 0,-1 0 0 0 0,1 0 1 0 0,-3-5-1 0 0,2 1-209 0 0,-1 0 63 0 0,0-1 0 0 0,0 1-1 0 0,-1 0 1 0 0,1 0 0 0 0,-1 0-1 0 0,-1 0 1 0 0,0 1 0 0 0,0-1 0 0 0,0 1-1 0 0,0 0 1 0 0,-1 0 0 0 0,0 0-1 0 0,-1 1 1 0 0,1 0 0 0 0,-1 0-1 0 0,0 0 1 0 0,0 1 0 0 0,0 0-1 0 0,-1 0 1 0 0,0 0 0 0 0,0 1-1 0 0,0 0 1 0 0,0 0 0 0 0,0 1 0 0 0,0 0-1 0 0,-1 0 1 0 0,1 1 0 0 0,0 0-1 0 0,-1 0 1 0 0,0 0 0 0 0,1 1-1 0 0,-1 1 1 0 0,1-1 0 0 0,-11 3-1 0 0,2 1-13 0 0,1 0-1 0 0,0 2 1 0 0,0-1-1 0 0,1 2 1 0 0,-1 0-1 0 0,1 1 0 0 0,-16 12 1 0 0,6-2-369 0 0,0 2 0 0 0,-37 41 1 0 0,60-61 404 0 0,1 1 1 0 0,-1 0-1 0 0,0 0 0 0 0,1 0 1 0 0,-1-1-1 0 0,0 1 1 0 0,1 0-1 0 0,-1-1 1 0 0,0 1-1 0 0,0 0 0 0 0,0-1 1 0 0,0 1-1 0 0,0-1 1 0 0,1 0-1 0 0,-1 1 1 0 0,0-1-1 0 0,0 0 1 0 0,0 1-1 0 0,0-1 0 0 0,0 0 1 0 0,0 0-1 0 0,0 0 1 0 0,0 0-1 0 0,-2 0 0 0 0,1-1 42 0 0,1 0 0 0 0,-1 0 0 0 0,0-1 0 0 0,0 1 0 0 0,1-1 0 0 0,-1 1 0 0 0,1-1 0 0 0,-1 1 0 0 0,-2-5 0 0 0,3 5-61 0 0,-2-3-4 0 0,-14-17 49 0 0,0 1 1 0 0,-41-36-1 0 0,52 51-39 0 0,-1 0 0 0 0,0 0 0 0 0,0 1 0 0 0,-1 0 0 0 0,1 0 0 0 0,-1 1 0 0 0,0 0 0 0 0,0 0 0 0 0,0 1 0 0 0,0 0 0 0 0,0 0 0 0 0,0 1 0 0 0,-16 0 0 0 0,6 1-63 0 0,1 1 1 0 0,-1 2 0 0 0,1-1-1 0 0,-1 2 1 0 0,-19 7 0 0 0,24-7 9 0 0,1 1 0 0 0,0 0 0 0 0,0 1 1 0 0,0 0-1 0 0,0 1 0 0 0,1 0 0 0 0,-15 14 1 0 0,2 1-373 0 0,24-22 538 0 0,-13-34 855 0 0,10 28-980 0 0,0 0-1 0 0,-1 1 0 0 0,1-1 1 0 0,-1 0-1 0 0,0 1 1 0 0,0 0-1 0 0,-1 0 0 0 0,0 0 1 0 0,0 1-1 0 0,0 0 0 0 0,0-1 1 0 0,-1 2-1 0 0,1-1 0 0 0,-1 1 1 0 0,0 0-1 0 0,-11-5 0 0 0,6 5-3 0 0,0 0 0 0 0,0 0 0 0 0,-1 1-1 0 0,1 0 1 0 0,0 1 0 0 0,-1 0 0 0 0,1 1-1 0 0,-23 2 1 0 0,25-1-31 0 0,1 1-1 0 0,-1-1 1 0 0,1 1 0 0 0,0 1-1 0 0,0 0 1 0 0,0 0 0 0 0,0 0-1 0 0,0 1 1 0 0,1 0 0 0 0,-1 1-1 0 0,1-1 1 0 0,0 2 0 0 0,1-1-1 0 0,-1 1 1 0 0,-6 7 0 0 0,9-8 215 0 0,4-5-149 0 0,0 0 1 0 0,0 0 0 0 0,0 0-1 0 0,0 1 1 0 0,0-1-1 0 0,0 0 1 0 0,0 0 0 0 0,0 0-1 0 0,0 0 1 0 0,0 0 0 0 0,0 1-1 0 0,-1-1 1 0 0,1 0 0 0 0,0 0-1 0 0,0 0 1 0 0,0 0-1 0 0,0 0 1 0 0,0 1 0 0 0,0-1-1 0 0,-1 0 1 0 0,1 0 0 0 0,0 0-1 0 0,0 0 1 0 0,0 0-1 0 0,0 0 1 0 0,0 0 0 0 0,-1 0-1 0 0,1 0 1 0 0,0 0 0 0 0,0 0-1 0 0,0 0 1 0 0,0 0-1 0 0,-1 1 1 0 0,1-1 0 0 0,0 0-1 0 0,0 0 1 0 0,0-1 0 0 0,-1 1-1 0 0,0-5-43 0 0,-1 1 1 0 0,0-1-1 0 0,0 0 0 0 0,-1 1 0 0 0,1-1 0 0 0,-1 1 1 0 0,0 0-1 0 0,0-1 0 0 0,-1 1 0 0 0,1 1 0 0 0,-8-8 1 0 0,8 10 6 0 0,1-1 1 0 0,0 1 0 0 0,-1 0 0 0 0,1-1 0 0 0,-1 1 0 0 0,0 0 0 0 0,1 1 0 0 0,-1-1 0 0 0,0 0 0 0 0,0 1-1 0 0,1-1 1 0 0,-1 1 0 0 0,0 0 0 0 0,0 0 0 0 0,1 0 0 0 0,-1 1 0 0 0,0-1 0 0 0,0 0 0 0 0,1 1 0 0 0,-1 0-1 0 0,0 0 1 0 0,1 0 0 0 0,-5 2 0 0 0,-4 2-56 0 0,2 0 0 0 0,-1 1 0 0 0,1 0-1 0 0,0 0 1 0 0,0 1 0 0 0,0 1 0 0 0,1-1 0 0 0,0 2-1 0 0,1-1 1 0 0,-7 10 0 0 0,9-4-2443 0 0,5-14 2079 0 0,0 0 0 0 0,0 1 0 0 0,0-1 0 0 0,0 1 0 0 0,0-1 0 0 0,0 0 1 0 0,0 1-1 0 0,0-1 0 0 0,0 1 0 0 0,0-1 0 0 0,1 0 0 0 0,-1 1 0 0 0,0-1 0 0 0,0 1 1 0 0,0-1-1 0 0,1 0 0 0 0,-1 1 0 0 0,0-1 0 0 0,0 0 0 0 0,1 0 0 0 0,-1 1 1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17:10:34.691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30 694 3777 0 0,'-4'2'487'0'0,"-1"0"-1"0"0,0 0 1 0 0,0-1 0 0 0,-6 2 0 0 0,18-5 2089 0 0,-2 0-2524 0 0,-1 1 0 0 0,1-1 0 0 0,-1 1 0 0 0,1 0 0 0 0,6-1 0 0 0,99 3 208 0 0,-81-2 107 0 0,0-1-1 0 0,0-2 1 0 0,52-12-1 0 0,-33 1-123 0 0,64-27-1 0 0,-15 4-62 0 0,38-17 139 0 0,91-53 39 0 0,12-4-90 0 0,-151 75 191 0 0,141-40 1 0 0,56 5 140 0 0,42-3 110 0 0,-258 61-662 0 0,-20 5 166 0 0,-1 1-1 0 0,1 3 1 0 0,0 2-1 0 0,0 2 0 0 0,0 2 1 0 0,57 9-1 0 0,-11-2-150 0 0,-22-2 34 0 0,-63-5-31 0 0,-1 1 0 0 0,15 4 0 0 0,-11-3 1386 0 0,-9-3-5290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17:10:41.740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74 20 5121 0 0,'-13'-13'7964'0'0,"7"6"-3440"0"0,38 57-5447 0 0,-26-42 948 0 0,-1 0-1 0 0,11 9 0 0 0,6 11 67 0 0,0 7 76 0 0,-18-30 293 0 0,-6-6 650 0 0,-4 3-728 0 0,1 0 0 0 0,0 0 0 0 0,-1 1 0 0 0,-8 5 1 0 0,-20 15-190 0 0,30-19-194 0 0,0-1 1 0 0,-1 1-1 0 0,1-1 0 0 0,-1 0 1 0 0,-7 4-1 0 0,8-5 38 0 0,0 0 1 0 0,0 1-1 0 0,1 0 0 0 0,-6 5 1 0 0,-2-2 533 0 0,-9 11-429 0 0,20-18-605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17:10:43.464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132 9 6657 0 0,'0'-1'363'0'0,"0"1"-1"0"0,0-1 0 0 0,-1 1 0 0 0,1 0 1 0 0,0-1-1 0 0,0 1 0 0 0,0-1 0 0 0,0 1 1 0 0,-1 0-1 0 0,1-1 0 0 0,0 1 0 0 0,0 0 1 0 0,-1-1-1 0 0,1 1 0 0 0,0 0 0 0 0,-1-1 1 0 0,1 1-1 0 0,0 0 0 0 0,-1 0 0 0 0,1-1 1 0 0,0 1-1 0 0,-1 0 0 0 0,1 0 0 0 0,0 0 1 0 0,-1-1-1 0 0,0 1 0 0 0,-3 3-326 0 0,0 0-1 0 0,0 0 1 0 0,0 1-1 0 0,0-1 1 0 0,-3 6 0 0 0,-1 1 4 0 0,-1 0 1 0 0,-13 13 0 0 0,12-13-49 0 0,9-8-16 0 0,0-1 32 0 0,1-1-1 0 0,0 1 1 0 0,0-1 0 0 0,0 1-1 0 0,0-1 1 0 0,-1 1-1 0 0,1-1 1 0 0,0 1-1 0 0,-1-1 1 0 0,1 0-1 0 0,0 1 1 0 0,-1-1-1 0 0,1 0 1 0 0,0 1-1 0 0,-1-1 1 0 0,1 0-1 0 0,-1 1 1 0 0,1-1-1 0 0,-1 0 1 0 0,1 0 0 0 0,-1 1-1 0 0,0-1 1 0 0,-14 22 202 0 0,10-16-216 0 0,3-3 4 0 0,-1-1 0 0 0,1 1 0 0 0,0 0 1 0 0,0 0-1 0 0,0 0 0 0 0,1 0 0 0 0,-2 4 0 0 0,6-6-18 0 0,1 1 0 0 0,-1 0 1 0 0,0-1-1 0 0,0 1 0 0 0,0 0 0 0 0,0 0 1 0 0,0 1-1 0 0,0-1 0 0 0,-1 1 0 0 0,4 3 1 0 0,79 68-279 0 0,-81-71-282 0 0,12 8 1377 0 0,-4-8-8913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17:10:46.044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6 446 5705 0 0,'0'0'262'0'0,"0"0"-1"0"0,-1 0 0 0 0,1 0 1 0 0,0 0-1 0 0,0 0 1 0 0,-1 0-1 0 0,1 0 1 0 0,0-1-1 0 0,0 1 0 0 0,-1 0 1 0 0,1 0-1 0 0,0 0 1 0 0,0 0-1 0 0,-1-1 0 0 0,1 1 1 0 0,0 0-1 0 0,0 0 1 0 0,0 0-1 0 0,-1-1 1 0 0,1 1-1 0 0,0 0 0 0 0,0-1 1 0 0,0 1-1 0 0,0 0 1 0 0,0 0-1 0 0,0-1 1 0 0,-1 1-1 0 0,1 0-86 0 0,0 1-292 0 0,0-1 49 0 0,25 11-406 0 0,-20-9 508 0 0,1 0 0 0 0,0-1 0 0 0,-1 1-1 0 0,1-1 1 0 0,0-1 0 0 0,0 1 0 0 0,0-1 0 0 0,10 0-1 0 0,-4-2 45 0 0,-1 0 0 0 0,0 0 0 0 0,17-6 0 0 0,121-42 740 0 0,-106 35-418 0 0,77-38 0 0 0,27-30 143 0 0,-27 9-63 0 0,-102 62-413 0 0,133-71 211 0 0,-42 38 122 0 0,-87 37-201 0 0,-7 3-188 0 0,-1 0 0 0 0,1 1 0 0 0,0 0 0 0 0,-1 2 1 0 0,2 0-1 0 0,20-1 0 0 0,-15 4-36 0 0,0 0 0 0 0,33 8 0 0 0,-37-5 9 0 0,-1 1 0 0 0,1 1 0 0 0,-1 1 0 0 0,-1 0 0 0 0,16 10 0 0 0,-20-10 96 0 0,-1 0 1 0 0,0 1-1 0 0,-1 0 0 0 0,0 0 1 0 0,0 1-1 0 0,11 15 1 0 0,-13-14 4 0 0,0 1 0 0 0,0-1 1 0 0,-1 1-1 0 0,5 13 0 0 0,0-1 6 0 0,-3-4 205 0 0,8 25 0 0 0,-12-28-249 0 0,-3-12-16 0 0,0 0-1 0 0,0 0 0 0 0,0-1 1 0 0,1 1-1 0 0,2 5 1 0 0,4 13-796 0 0,-7-13-4310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17:10:46.584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1 1 5473 0 0,'11'3'7798'0'0,"42"11"-4368"0"0,-26-6-2902 0 0,-24-6-481 0 0,1-1 0 0 0,-1 1 0 0 0,1-1 0 0 0,-1 0 0 0 0,1-1 0 0 0,5 2 0 0 0,5 5-1403 0 0,-10-4-1963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17:10:46.927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65 1 5241 0 0,'0'1'7496'0'0,"-2"3"-4381"0"0,-2 5-1998 0 0,-7 18-877 0 0,-17 26-1 0 0,19-37-3833 0 0,-1 1-3477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17:10:51.902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93 6 5129 0 0,'0'0'54'0'0,"0"0"-1"0"0,0-1 1 0 0,0 1-1 0 0,0 0 1 0 0,0 0 0 0 0,0 0-1 0 0,0 0 1 0 0,-1 0-1 0 0,1 0 1 0 0,0 0-1 0 0,0 0 1 0 0,0-1 0 0 0,0 1-1 0 0,0 0 1 0 0,0 0-1 0 0,0 0 1 0 0,0 0-1 0 0,0 0 1 0 0,0 0 0 0 0,0-1-1 0 0,0 1 1 0 0,0 0-1 0 0,0 0 1 0 0,0 0-1 0 0,0 0 1 0 0,0 0 0 0 0,0 0-1 0 0,0-1 1 0 0,0 1-1 0 0,0 0 1 0 0,0 0-1 0 0,0 0 1 0 0,0 0 0 0 0,1 0-1 0 0,-1 0 1 0 0,0 0-1 0 0,0 0 1 0 0,0-1 0 0 0,0 1-1 0 0,0 0 1 0 0,0 0-1 0 0,0 0 1 0 0,0 0-1 0 0,0 0 1 0 0,1 0 0 0 0,-1 0-1 0 0,0 0 1 0 0,0 0-1 0 0,0 0 1 0 0,0 0-1 0 0,0 0 1 0 0,0 0 0 0 0,0 0-1 0 0,1 0 1 0 0,-1 0-1 0 0,0 0 1 0 0,0 0-1 0 0,0 0 1 0 0,0 0 0 0 0,0 0-1 0 0,1 0 1 0 0,-2 0 357 0 0,1 0-442 0 0,-4 3 4700 0 0,-7 6-3715 0 0,-11 9-1125 0 0,-14 15 243 0 0,22-16 273 0 0,8-8-30 0 0,5-6-2902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17:10:52.786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0 1 5241 0 0,'1'1'3519'0'0,"2"4"-3213"0"0,2 2-120 0 0,0-1 0 0 0,1 1 0 0 0,10 9 0 0 0,-10-10-117 0 0,0 0 0 0 0,0 1 0 0 0,-1-1-1 0 0,9 14 1 0 0,-1-2 219 0 0,7 11-18 0 0,-18-25-190 0 0,-2-4-95 0 0,0 0 0 0 0,0 0 0 0 0,0 0 0 0 0,0 0 0 0 0,0 0-1 0 0,0 0 1 0 0,0-1 0 0 0,0 1 0 0 0,0 0 0 0 0,0 0 0 0 0,0 0 0 0 0,0 0 0 0 0,0 0-1 0 0,0 0 1 0 0,0 0 0 0 0,0 0 0 0 0,0 0 0 0 0,0 0 0 0 0,0 0 0 0 0,1 0 0 0 0,-1 0-1 0 0,0 0 1 0 0,0 0 0 0 0,0 0 0 0 0,0 0 0 0 0,0 0 0 0 0,0 0 0 0 0,0 0 0 0 0,0 0-1 0 0,0 0 1 0 0,0 0 0 0 0,0 0 0 0 0,0 0 0 0 0,0 0 0 0 0,0 0 0 0 0,0 0 0 0 0,0 0-1 0 0,0 0 1 0 0,0 0 0 0 0,0 0 0 0 0,0 0 0 0 0,0 0 0 0 0,0 0 0 0 0,1 0 0 0 0,-1 0-1 0 0,0 0 1 0 0,0 0 0 0 0,0 0 0 0 0,0 0 0 0 0,0 0 0 0 0,0 0 0 0 0,0 0 0 0 0,0 0-1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17:12:15.691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1 43 3553 0 0,'45'-4'3478'0'0,"32"-14"-2912"0"0,-14 4 420 0 0,-49 12-940 0 0,-1 0 0 0 0,25 2 0 0 0,-25 0 16 0 0,44-2-287 0 0,-51 3 656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17:12:16.250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0 1 3945 0 0,'0'0'3358'0'0,"21"9"-2051"0"0,23 9 0 0 0,-57-8 1695 0 0,-13 17-5632 0 0,12-9-3822 0 0,12-15 2623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17:12:17.498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0 80 3577 0 0,'0'0'345'0'0,"18"3"1005"0"0,0-6-888 0 0,0-1-1 0 0,-1 0 1 0 0,0-1 0 0 0,25-11-1 0 0,11-3-446 0 0,32-5 388 0 0,-42 17-381 0 0,-38 7-99 0 0,-1-1-1248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9T17:12:22.151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5 3 3993 0 0,'-4'-2'6032'0'0,"6"2"-5439"0"0,9 6-1229 0 0,40 19 1176 0 0,-50-24-632 0 0,2 2 2428 0 0,-4-3-1386 0 0,-7 8-1335 0 0,0 0 0 0 0,-8 12 1 0 0,13-15-1509 0 0,0 1 1 0 0,0-1-1 0 0,-4 9 1 0 0,6-9 413 0 0,-1-1-2026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10/7/2025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10/7/2025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10/7/2025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10/7/2025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customXml" Target="../ink/ink6.xml"/><Relationship Id="rId39" Type="http://schemas.openxmlformats.org/officeDocument/2006/relationships/image" Target="../media/image26.png"/><Relationship Id="rId3" Type="http://schemas.openxmlformats.org/officeDocument/2006/relationships/image" Target="../media/image1.png"/><Relationship Id="rId21" Type="http://schemas.openxmlformats.org/officeDocument/2006/relationships/image" Target="../media/image17.png"/><Relationship Id="rId34" Type="http://schemas.openxmlformats.org/officeDocument/2006/relationships/customXml" Target="../ink/ink10.xml"/><Relationship Id="rId7" Type="http://schemas.openxmlformats.org/officeDocument/2006/relationships/image" Target="../media/image4.png"/><Relationship Id="rId25" Type="http://schemas.openxmlformats.org/officeDocument/2006/relationships/image" Target="../media/image19.png"/><Relationship Id="rId33" Type="http://schemas.openxmlformats.org/officeDocument/2006/relationships/image" Target="../media/image23.png"/><Relationship Id="rId38" Type="http://schemas.openxmlformats.org/officeDocument/2006/relationships/customXml" Target="../ink/ink12.xml"/><Relationship Id="rId2" Type="http://schemas.openxmlformats.org/officeDocument/2006/relationships/notesSlide" Target="../notesSlides/notesSlide1.xml"/><Relationship Id="rId20" Type="http://schemas.openxmlformats.org/officeDocument/2006/relationships/customXml" Target="../ink/ink3.xml"/><Relationship Id="rId29" Type="http://schemas.openxmlformats.org/officeDocument/2006/relationships/image" Target="../media/image21.png"/><Relationship Id="rId41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.xml"/><Relationship Id="rId11" Type="http://schemas.openxmlformats.org/officeDocument/2006/relationships/customXml" Target="../ink/ink2.xml"/><Relationship Id="rId24" Type="http://schemas.openxmlformats.org/officeDocument/2006/relationships/customXml" Target="../ink/ink5.xml"/><Relationship Id="rId32" Type="http://schemas.openxmlformats.org/officeDocument/2006/relationships/customXml" Target="../ink/ink9.xml"/><Relationship Id="rId37" Type="http://schemas.openxmlformats.org/officeDocument/2006/relationships/image" Target="../media/image25.png"/><Relationship Id="rId40" Type="http://schemas.openxmlformats.org/officeDocument/2006/relationships/customXml" Target="../ink/ink13.xml"/><Relationship Id="rId5" Type="http://schemas.openxmlformats.org/officeDocument/2006/relationships/image" Target="../media/image3.png"/><Relationship Id="rId23" Type="http://schemas.openxmlformats.org/officeDocument/2006/relationships/image" Target="../media/image18.png"/><Relationship Id="rId28" Type="http://schemas.openxmlformats.org/officeDocument/2006/relationships/customXml" Target="../ink/ink7.xml"/><Relationship Id="rId36" Type="http://schemas.openxmlformats.org/officeDocument/2006/relationships/customXml" Target="../ink/ink11.xml"/><Relationship Id="rId10" Type="http://schemas.openxmlformats.org/officeDocument/2006/relationships/image" Target="../media/image6.png"/><Relationship Id="rId19" Type="http://schemas.openxmlformats.org/officeDocument/2006/relationships/image" Target="../media/image16.png"/><Relationship Id="rId31" Type="http://schemas.openxmlformats.org/officeDocument/2006/relationships/image" Target="../media/image22.png"/><Relationship Id="rId4" Type="http://schemas.openxmlformats.org/officeDocument/2006/relationships/image" Target="../media/image2.jpeg"/><Relationship Id="rId9" Type="http://schemas.microsoft.com/office/2007/relationships/hdphoto" Target="../media/hdphoto1.wdp"/><Relationship Id="rId22" Type="http://schemas.openxmlformats.org/officeDocument/2006/relationships/customXml" Target="../ink/ink4.xml"/><Relationship Id="rId27" Type="http://schemas.openxmlformats.org/officeDocument/2006/relationships/image" Target="../media/image20.png"/><Relationship Id="rId30" Type="http://schemas.openxmlformats.org/officeDocument/2006/relationships/customXml" Target="../ink/ink8.xml"/><Relationship Id="rId35" Type="http://schemas.openxmlformats.org/officeDocument/2006/relationships/image" Target="../media/image24.png"/><Relationship Id="rId8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191164"/>
            <a:ext cx="10972800" cy="956709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9274" y="13625"/>
            <a:ext cx="1641212" cy="834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val 1" descr="Your startup LOGO">
            <a:extLst>
              <a:ext uri="{FF2B5EF4-FFF2-40B4-BE49-F238E27FC236}">
                <a16:creationId xmlns:a16="http://schemas.microsoft.com/office/drawing/2014/main" id="{A30F367D-8C23-BCBA-783D-0FE189B2ED5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69850" y="66544"/>
            <a:ext cx="2092111" cy="592127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dirty="0"/>
              <a:t>FEATURE</a:t>
            </a:r>
          </a:p>
          <a:p>
            <a:r>
              <a:rPr lang="en-IN" dirty="0"/>
              <a:t>FABRICATORS</a:t>
            </a:r>
          </a:p>
        </p:txBody>
      </p:sp>
      <p:grpSp>
        <p:nvGrpSpPr>
          <p:cNvPr id="1035" name="Group 1034">
            <a:extLst>
              <a:ext uri="{FF2B5EF4-FFF2-40B4-BE49-F238E27FC236}">
                <a16:creationId xmlns:a16="http://schemas.microsoft.com/office/drawing/2014/main" id="{AEA36117-3723-C542-FBDC-0A9538EBBA29}"/>
              </a:ext>
            </a:extLst>
          </p:cNvPr>
          <p:cNvGrpSpPr/>
          <p:nvPr/>
        </p:nvGrpSpPr>
        <p:grpSpPr>
          <a:xfrm>
            <a:off x="3012232" y="1104608"/>
            <a:ext cx="1048351" cy="1439675"/>
            <a:chOff x="6765725" y="1016394"/>
            <a:chExt cx="1048351" cy="1439675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216A6494-8C14-6983-7A4D-63D115E31247}"/>
                </a:ext>
              </a:extLst>
            </p:cNvPr>
            <p:cNvGrpSpPr/>
            <p:nvPr/>
          </p:nvGrpSpPr>
          <p:grpSpPr>
            <a:xfrm>
              <a:off x="6803427" y="1631735"/>
              <a:ext cx="829544" cy="467359"/>
              <a:chOff x="368684" y="1758356"/>
              <a:chExt cx="829544" cy="467359"/>
            </a:xfrm>
          </p:grpSpPr>
          <p:pic>
            <p:nvPicPr>
              <p:cNvPr id="1028" name="Picture 4" descr="User Icon Vector Art, Icons, and Graphics for Free Download">
                <a:extLst>
                  <a:ext uri="{FF2B5EF4-FFF2-40B4-BE49-F238E27FC236}">
                    <a16:creationId xmlns:a16="http://schemas.microsoft.com/office/drawing/2014/main" id="{C33FB191-2FEA-4268-4A2C-78EE4520020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64274" y="1758356"/>
                <a:ext cx="329324" cy="32932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236048B-FEB2-774B-EADE-0587A8554ED8}"/>
                  </a:ext>
                </a:extLst>
              </p:cNvPr>
              <p:cNvSpPr txBox="1"/>
              <p:nvPr/>
            </p:nvSpPr>
            <p:spPr>
              <a:xfrm>
                <a:off x="368684" y="2025660"/>
                <a:ext cx="829544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700" b="1" dirty="0"/>
                  <a:t>Students</a:t>
                </a: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9D242813-4E4A-D9FD-6C54-2363C8473DB9}"/>
                </a:ext>
              </a:extLst>
            </p:cNvPr>
            <p:cNvGrpSpPr/>
            <p:nvPr/>
          </p:nvGrpSpPr>
          <p:grpSpPr>
            <a:xfrm>
              <a:off x="7063364" y="1094741"/>
              <a:ext cx="496497" cy="575081"/>
              <a:chOff x="545035" y="1202136"/>
              <a:chExt cx="496497" cy="575081"/>
            </a:xfrm>
          </p:grpSpPr>
          <p:pic>
            <p:nvPicPr>
              <p:cNvPr id="11" name="Picture 2" descr="User profile - Free computer icons">
                <a:extLst>
                  <a:ext uri="{FF2B5EF4-FFF2-40B4-BE49-F238E27FC236}">
                    <a16:creationId xmlns:a16="http://schemas.microsoft.com/office/drawing/2014/main" id="{632BD2D7-41DF-0A9E-EF3F-DC577411589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28622" y="1202136"/>
                <a:ext cx="329324" cy="32932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F7043FB-695D-11BF-9FBD-90E8AB1EBC2F}"/>
                  </a:ext>
                </a:extLst>
              </p:cNvPr>
              <p:cNvSpPr txBox="1"/>
              <p:nvPr/>
            </p:nvSpPr>
            <p:spPr>
              <a:xfrm>
                <a:off x="545035" y="1469440"/>
                <a:ext cx="49649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700" b="1" dirty="0"/>
                  <a:t>Researchers</a:t>
                </a:r>
              </a:p>
            </p:txBody>
          </p:sp>
        </p:grpSp>
        <p:sp>
          <p:nvSpPr>
            <p:cNvPr id="1031" name="Rectangle: Rounded Corners 1030">
              <a:extLst>
                <a:ext uri="{FF2B5EF4-FFF2-40B4-BE49-F238E27FC236}">
                  <a16:creationId xmlns:a16="http://schemas.microsoft.com/office/drawing/2014/main" id="{D4ADF205-9A9E-9A3F-FF20-7D85A65A8D66}"/>
                </a:ext>
              </a:extLst>
            </p:cNvPr>
            <p:cNvSpPr/>
            <p:nvPr/>
          </p:nvSpPr>
          <p:spPr>
            <a:xfrm>
              <a:off x="6765725" y="1016394"/>
              <a:ext cx="1048351" cy="1439675"/>
            </a:xfrm>
            <a:prstGeom prst="roundRect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1037" name="Rectangle: Rounded Corners 1036">
            <a:extLst>
              <a:ext uri="{FF2B5EF4-FFF2-40B4-BE49-F238E27FC236}">
                <a16:creationId xmlns:a16="http://schemas.microsoft.com/office/drawing/2014/main" id="{B49CA345-BFB9-596B-75D5-5AD198382373}"/>
              </a:ext>
            </a:extLst>
          </p:cNvPr>
          <p:cNvSpPr/>
          <p:nvPr/>
        </p:nvSpPr>
        <p:spPr>
          <a:xfrm>
            <a:off x="4280718" y="1591194"/>
            <a:ext cx="829544" cy="1317453"/>
          </a:xfrm>
          <a:prstGeom prst="roundRect">
            <a:avLst>
              <a:gd name="adj" fmla="val 5032"/>
            </a:avLst>
          </a:prstGeom>
          <a:solidFill>
            <a:schemeClr val="accent5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043" name="Connector: Curved 1042">
            <a:extLst>
              <a:ext uri="{FF2B5EF4-FFF2-40B4-BE49-F238E27FC236}">
                <a16:creationId xmlns:a16="http://schemas.microsoft.com/office/drawing/2014/main" id="{A6CEE898-5E77-C157-CD7A-7A712A3C290F}"/>
              </a:ext>
            </a:extLst>
          </p:cNvPr>
          <p:cNvCxnSpPr>
            <a:cxnSpLocks/>
            <a:stCxn id="1037" idx="1"/>
            <a:endCxn id="1031" idx="3"/>
          </p:cNvCxnSpPr>
          <p:nvPr/>
        </p:nvCxnSpPr>
        <p:spPr>
          <a:xfrm rot="10800000">
            <a:off x="4060584" y="1824447"/>
            <a:ext cx="220135" cy="425475"/>
          </a:xfrm>
          <a:prstGeom prst="curvedConnector3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7" name="Rectangle: Rounded Corners 1046">
            <a:extLst>
              <a:ext uri="{FF2B5EF4-FFF2-40B4-BE49-F238E27FC236}">
                <a16:creationId xmlns:a16="http://schemas.microsoft.com/office/drawing/2014/main" id="{74E41B0F-2E48-E980-3BE9-6CCD8470D1B3}"/>
              </a:ext>
            </a:extLst>
          </p:cNvPr>
          <p:cNvSpPr/>
          <p:nvPr/>
        </p:nvSpPr>
        <p:spPr>
          <a:xfrm>
            <a:off x="5364635" y="1037110"/>
            <a:ext cx="1565916" cy="4101601"/>
          </a:xfrm>
          <a:prstGeom prst="roundRect">
            <a:avLst>
              <a:gd name="adj" fmla="val 4988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56" name="TextBox 1055">
            <a:extLst>
              <a:ext uri="{FF2B5EF4-FFF2-40B4-BE49-F238E27FC236}">
                <a16:creationId xmlns:a16="http://schemas.microsoft.com/office/drawing/2014/main" id="{FBE33CA4-C1BD-B8D0-6B2C-58F90A130428}"/>
              </a:ext>
            </a:extLst>
          </p:cNvPr>
          <p:cNvSpPr txBox="1"/>
          <p:nvPr/>
        </p:nvSpPr>
        <p:spPr>
          <a:xfrm>
            <a:off x="4353376" y="1697077"/>
            <a:ext cx="718466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900" dirty="0"/>
              <a:t>Frontend</a:t>
            </a:r>
          </a:p>
          <a:p>
            <a:r>
              <a:rPr lang="en-IN" sz="900" dirty="0" err="1"/>
              <a:t>OcceanIQ</a:t>
            </a:r>
            <a:endParaRPr lang="en-IN" sz="900" dirty="0"/>
          </a:p>
          <a:p>
            <a:r>
              <a:rPr lang="en-IN" sz="900" dirty="0"/>
              <a:t>Application</a:t>
            </a:r>
          </a:p>
        </p:txBody>
      </p:sp>
      <p:sp>
        <p:nvSpPr>
          <p:cNvPr id="1059" name="TextBox 1058">
            <a:extLst>
              <a:ext uri="{FF2B5EF4-FFF2-40B4-BE49-F238E27FC236}">
                <a16:creationId xmlns:a16="http://schemas.microsoft.com/office/drawing/2014/main" id="{8604E7C9-47C2-E8FF-2AE6-72B9C4DEBE3D}"/>
              </a:ext>
            </a:extLst>
          </p:cNvPr>
          <p:cNvSpPr txBox="1"/>
          <p:nvPr/>
        </p:nvSpPr>
        <p:spPr>
          <a:xfrm>
            <a:off x="5551859" y="1054761"/>
            <a:ext cx="11306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 dirty="0"/>
              <a:t>Backend System</a:t>
            </a:r>
          </a:p>
        </p:txBody>
      </p:sp>
      <p:sp>
        <p:nvSpPr>
          <p:cNvPr id="1060" name="Rectangle: Rounded Corners 1059">
            <a:extLst>
              <a:ext uri="{FF2B5EF4-FFF2-40B4-BE49-F238E27FC236}">
                <a16:creationId xmlns:a16="http://schemas.microsoft.com/office/drawing/2014/main" id="{66101238-A2A4-A6D4-33F9-5C8E25D2D4ED}"/>
              </a:ext>
            </a:extLst>
          </p:cNvPr>
          <p:cNvSpPr/>
          <p:nvPr/>
        </p:nvSpPr>
        <p:spPr>
          <a:xfrm>
            <a:off x="38547" y="5404958"/>
            <a:ext cx="12104292" cy="1411078"/>
          </a:xfrm>
          <a:prstGeom prst="roundRect">
            <a:avLst>
              <a:gd name="adj" fmla="val 2477"/>
            </a:avLst>
          </a:prstGeom>
          <a:noFill/>
          <a:ln>
            <a:prstDash val="dash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068" name="Ink 1067">
                <a:extLst>
                  <a:ext uri="{FF2B5EF4-FFF2-40B4-BE49-F238E27FC236}">
                    <a16:creationId xmlns:a16="http://schemas.microsoft.com/office/drawing/2014/main" id="{B12A14E0-D988-B4EA-61C2-CBB267DF61EA}"/>
                  </a:ext>
                </a:extLst>
              </p14:cNvPr>
              <p14:cNvContentPartPr/>
              <p14:nvPr/>
            </p14:nvContentPartPr>
            <p14:xfrm>
              <a:off x="5572845" y="1785223"/>
              <a:ext cx="1162800" cy="686520"/>
            </p14:xfrm>
          </p:contentPart>
        </mc:Choice>
        <mc:Fallback>
          <p:pic>
            <p:nvPicPr>
              <p:cNvPr id="1068" name="Ink 1067">
                <a:extLst>
                  <a:ext uri="{FF2B5EF4-FFF2-40B4-BE49-F238E27FC236}">
                    <a16:creationId xmlns:a16="http://schemas.microsoft.com/office/drawing/2014/main" id="{B12A14E0-D988-B4EA-61C2-CBB267DF61E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568524" y="1780903"/>
                <a:ext cx="1171443" cy="695160"/>
              </a:xfrm>
              <a:prstGeom prst="rect">
                <a:avLst/>
              </a:prstGeom>
            </p:spPr>
          </p:pic>
        </mc:Fallback>
      </mc:AlternateContent>
      <p:sp>
        <p:nvSpPr>
          <p:cNvPr id="1076" name="TextBox 1075">
            <a:extLst>
              <a:ext uri="{FF2B5EF4-FFF2-40B4-BE49-F238E27FC236}">
                <a16:creationId xmlns:a16="http://schemas.microsoft.com/office/drawing/2014/main" id="{C1E03DE6-22FD-E570-6F99-B5FD35E7B77D}"/>
              </a:ext>
            </a:extLst>
          </p:cNvPr>
          <p:cNvSpPr txBox="1"/>
          <p:nvPr/>
        </p:nvSpPr>
        <p:spPr>
          <a:xfrm>
            <a:off x="5599424" y="1910001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API</a:t>
            </a:r>
          </a:p>
        </p:txBody>
      </p:sp>
      <p:sp>
        <p:nvSpPr>
          <p:cNvPr id="1077" name="TextBox 1076">
            <a:extLst>
              <a:ext uri="{FF2B5EF4-FFF2-40B4-BE49-F238E27FC236}">
                <a16:creationId xmlns:a16="http://schemas.microsoft.com/office/drawing/2014/main" id="{6FAFB829-54D8-31F0-7017-FB4669E6041F}"/>
              </a:ext>
            </a:extLst>
          </p:cNvPr>
          <p:cNvSpPr txBox="1"/>
          <p:nvPr/>
        </p:nvSpPr>
        <p:spPr>
          <a:xfrm>
            <a:off x="6025923" y="1602175"/>
            <a:ext cx="50338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/>
              <a:t>Server</a:t>
            </a:r>
          </a:p>
        </p:txBody>
      </p:sp>
      <p:cxnSp>
        <p:nvCxnSpPr>
          <p:cNvPr id="1081" name="Connector: Curved 1080">
            <a:extLst>
              <a:ext uri="{FF2B5EF4-FFF2-40B4-BE49-F238E27FC236}">
                <a16:creationId xmlns:a16="http://schemas.microsoft.com/office/drawing/2014/main" id="{9124ED5B-CED1-5499-F922-B5D325D1E9E0}"/>
              </a:ext>
            </a:extLst>
          </p:cNvPr>
          <p:cNvCxnSpPr>
            <a:cxnSpLocks/>
            <a:stCxn id="1037" idx="3"/>
            <a:endCxn id="1076" idx="1"/>
          </p:cNvCxnSpPr>
          <p:nvPr/>
        </p:nvCxnSpPr>
        <p:spPr>
          <a:xfrm flipV="1">
            <a:off x="5110262" y="2094667"/>
            <a:ext cx="489162" cy="155254"/>
          </a:xfrm>
          <a:prstGeom prst="curvedConnector3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416" name="Cylinder 17415">
            <a:extLst>
              <a:ext uri="{FF2B5EF4-FFF2-40B4-BE49-F238E27FC236}">
                <a16:creationId xmlns:a16="http://schemas.microsoft.com/office/drawing/2014/main" id="{2A33B74B-2830-AAF6-AFB6-86A8850636AE}"/>
              </a:ext>
            </a:extLst>
          </p:cNvPr>
          <p:cNvSpPr/>
          <p:nvPr/>
        </p:nvSpPr>
        <p:spPr>
          <a:xfrm>
            <a:off x="5444056" y="3583903"/>
            <a:ext cx="1411872" cy="1500811"/>
          </a:xfrm>
          <a:prstGeom prst="can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Database</a:t>
            </a:r>
          </a:p>
          <a:p>
            <a:pPr algn="ctr"/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Mongo DB</a:t>
            </a:r>
          </a:p>
        </p:txBody>
      </p:sp>
      <p:cxnSp>
        <p:nvCxnSpPr>
          <p:cNvPr id="17420" name="Connector: Curved 17419">
            <a:extLst>
              <a:ext uri="{FF2B5EF4-FFF2-40B4-BE49-F238E27FC236}">
                <a16:creationId xmlns:a16="http://schemas.microsoft.com/office/drawing/2014/main" id="{0B7B9527-8D3C-051F-D341-BEE781ED10F6}"/>
              </a:ext>
            </a:extLst>
          </p:cNvPr>
          <p:cNvCxnSpPr>
            <a:cxnSpLocks/>
            <a:stCxn id="1076" idx="2"/>
            <a:endCxn id="17416" idx="1"/>
          </p:cNvCxnSpPr>
          <p:nvPr/>
        </p:nvCxnSpPr>
        <p:spPr>
          <a:xfrm rot="5400000">
            <a:off x="5501030" y="2928296"/>
            <a:ext cx="1304570" cy="6645"/>
          </a:xfrm>
          <a:prstGeom prst="curvedConnector3">
            <a:avLst/>
          </a:prstGeom>
          <a:ln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425" name="Connector: Curved 17424">
            <a:extLst>
              <a:ext uri="{FF2B5EF4-FFF2-40B4-BE49-F238E27FC236}">
                <a16:creationId xmlns:a16="http://schemas.microsoft.com/office/drawing/2014/main" id="{602F5808-2443-17B2-52D6-D831F7D20D4E}"/>
              </a:ext>
            </a:extLst>
          </p:cNvPr>
          <p:cNvCxnSpPr>
            <a:cxnSpLocks/>
            <a:stCxn id="3" idx="1"/>
            <a:endCxn id="1076" idx="3"/>
          </p:cNvCxnSpPr>
          <p:nvPr/>
        </p:nvCxnSpPr>
        <p:spPr>
          <a:xfrm rot="10800000" flipV="1">
            <a:off x="6713849" y="1672937"/>
            <a:ext cx="437890" cy="421730"/>
          </a:xfrm>
          <a:prstGeom prst="curved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433" name="Connector: Curved 17432">
            <a:extLst>
              <a:ext uri="{FF2B5EF4-FFF2-40B4-BE49-F238E27FC236}">
                <a16:creationId xmlns:a16="http://schemas.microsoft.com/office/drawing/2014/main" id="{E37AE394-56F1-7F49-517C-0FB35672E23C}"/>
              </a:ext>
            </a:extLst>
          </p:cNvPr>
          <p:cNvCxnSpPr>
            <a:cxnSpLocks/>
            <a:stCxn id="1076" idx="3"/>
            <a:endCxn id="17429" idx="1"/>
          </p:cNvCxnSpPr>
          <p:nvPr/>
        </p:nvCxnSpPr>
        <p:spPr>
          <a:xfrm>
            <a:off x="6713849" y="2094667"/>
            <a:ext cx="417012" cy="753271"/>
          </a:xfrm>
          <a:prstGeom prst="curved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7415" name="Group 17414">
            <a:extLst>
              <a:ext uri="{FF2B5EF4-FFF2-40B4-BE49-F238E27FC236}">
                <a16:creationId xmlns:a16="http://schemas.microsoft.com/office/drawing/2014/main" id="{D52964CA-1BD8-43B6-6F35-23A95FA33D01}"/>
              </a:ext>
            </a:extLst>
          </p:cNvPr>
          <p:cNvGrpSpPr/>
          <p:nvPr/>
        </p:nvGrpSpPr>
        <p:grpSpPr>
          <a:xfrm>
            <a:off x="7015591" y="2311550"/>
            <a:ext cx="2171527" cy="2826807"/>
            <a:chOff x="9920135" y="2474555"/>
            <a:chExt cx="2171527" cy="2826807"/>
          </a:xfrm>
        </p:grpSpPr>
        <p:sp>
          <p:nvSpPr>
            <p:cNvPr id="17417" name="Rectangle: Rounded Corners 17416">
              <a:extLst>
                <a:ext uri="{FF2B5EF4-FFF2-40B4-BE49-F238E27FC236}">
                  <a16:creationId xmlns:a16="http://schemas.microsoft.com/office/drawing/2014/main" id="{5DA7245A-8390-82FA-15DD-5DE3143E56B8}"/>
                </a:ext>
              </a:extLst>
            </p:cNvPr>
            <p:cNvSpPr/>
            <p:nvPr/>
          </p:nvSpPr>
          <p:spPr>
            <a:xfrm>
              <a:off x="9920135" y="2518307"/>
              <a:ext cx="2171527" cy="2783055"/>
            </a:xfrm>
            <a:prstGeom prst="roundRect">
              <a:avLst>
                <a:gd name="adj" fmla="val 3161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429" name="Rectangle: Rounded Corners 17428">
              <a:extLst>
                <a:ext uri="{FF2B5EF4-FFF2-40B4-BE49-F238E27FC236}">
                  <a16:creationId xmlns:a16="http://schemas.microsoft.com/office/drawing/2014/main" id="{191933E1-CEDC-8ACF-4840-A21B4364C435}"/>
                </a:ext>
              </a:extLst>
            </p:cNvPr>
            <p:cNvSpPr/>
            <p:nvPr/>
          </p:nvSpPr>
          <p:spPr>
            <a:xfrm>
              <a:off x="10035405" y="2810730"/>
              <a:ext cx="1952348" cy="400425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100" dirty="0">
                  <a:solidFill>
                    <a:schemeClr val="tx1"/>
                  </a:solidFill>
                </a:rPr>
                <a:t>Flask Server</a:t>
              </a:r>
            </a:p>
          </p:txBody>
        </p:sp>
        <p:sp>
          <p:nvSpPr>
            <p:cNvPr id="17430" name="TextBox 17429">
              <a:extLst>
                <a:ext uri="{FF2B5EF4-FFF2-40B4-BE49-F238E27FC236}">
                  <a16:creationId xmlns:a16="http://schemas.microsoft.com/office/drawing/2014/main" id="{8E0424FE-9148-F738-B8CD-166CD7CB2245}"/>
                </a:ext>
              </a:extLst>
            </p:cNvPr>
            <p:cNvSpPr txBox="1"/>
            <p:nvPr/>
          </p:nvSpPr>
          <p:spPr>
            <a:xfrm>
              <a:off x="10391494" y="2474555"/>
              <a:ext cx="13155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000" b="1" dirty="0"/>
                <a:t>Microservice System</a:t>
              </a:r>
            </a:p>
          </p:txBody>
        </p:sp>
        <p:sp>
          <p:nvSpPr>
            <p:cNvPr id="17438" name="Cylinder 17437">
              <a:extLst>
                <a:ext uri="{FF2B5EF4-FFF2-40B4-BE49-F238E27FC236}">
                  <a16:creationId xmlns:a16="http://schemas.microsoft.com/office/drawing/2014/main" id="{BBBFF603-9A96-53B6-A69A-7D2AC8CC6444}"/>
                </a:ext>
              </a:extLst>
            </p:cNvPr>
            <p:cNvSpPr/>
            <p:nvPr/>
          </p:nvSpPr>
          <p:spPr>
            <a:xfrm>
              <a:off x="10003631" y="4217634"/>
              <a:ext cx="804585" cy="782873"/>
            </a:xfrm>
            <a:prstGeom prst="can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accent5">
                      <a:lumMod val="50000"/>
                    </a:schemeClr>
                  </a:solidFill>
                </a:rPr>
                <a:t>Vector</a:t>
              </a:r>
            </a:p>
            <a:p>
              <a:pPr algn="ctr"/>
              <a:r>
                <a:rPr lang="en-IN" dirty="0">
                  <a:solidFill>
                    <a:schemeClr val="accent5">
                      <a:lumMod val="50000"/>
                    </a:schemeClr>
                  </a:solidFill>
                </a:rPr>
                <a:t>DB</a:t>
              </a:r>
            </a:p>
          </p:txBody>
        </p:sp>
        <p:cxnSp>
          <p:nvCxnSpPr>
            <p:cNvPr id="17440" name="Connector: Curved 17439">
              <a:extLst>
                <a:ext uri="{FF2B5EF4-FFF2-40B4-BE49-F238E27FC236}">
                  <a16:creationId xmlns:a16="http://schemas.microsoft.com/office/drawing/2014/main" id="{0235A3C6-43D7-9B54-7D2E-3DE34CE53516}"/>
                </a:ext>
              </a:extLst>
            </p:cNvPr>
            <p:cNvCxnSpPr>
              <a:cxnSpLocks/>
              <a:stCxn id="17429" idx="2"/>
              <a:endCxn id="17438" idx="1"/>
            </p:cNvCxnSpPr>
            <p:nvPr/>
          </p:nvCxnSpPr>
          <p:spPr>
            <a:xfrm rot="5400000">
              <a:off x="10205513" y="3411567"/>
              <a:ext cx="1006479" cy="605655"/>
            </a:xfrm>
            <a:prstGeom prst="curvedConnector3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7444" name="Rectangle: Rounded Corners 17443">
              <a:extLst>
                <a:ext uri="{FF2B5EF4-FFF2-40B4-BE49-F238E27FC236}">
                  <a16:creationId xmlns:a16="http://schemas.microsoft.com/office/drawing/2014/main" id="{73A74C0F-43A0-E4BF-CDC6-9DA131BAE17C}"/>
                </a:ext>
              </a:extLst>
            </p:cNvPr>
            <p:cNvSpPr/>
            <p:nvPr/>
          </p:nvSpPr>
          <p:spPr>
            <a:xfrm>
              <a:off x="11049275" y="3663979"/>
              <a:ext cx="919205" cy="200383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500" dirty="0">
                  <a:solidFill>
                    <a:schemeClr val="tx1"/>
                  </a:solidFill>
                </a:rPr>
                <a:t>Collect health and marine and oceanographic data</a:t>
              </a:r>
            </a:p>
          </p:txBody>
        </p:sp>
        <p:sp>
          <p:nvSpPr>
            <p:cNvPr id="17446" name="Rectangle: Rounded Corners 17445">
              <a:extLst>
                <a:ext uri="{FF2B5EF4-FFF2-40B4-BE49-F238E27FC236}">
                  <a16:creationId xmlns:a16="http://schemas.microsoft.com/office/drawing/2014/main" id="{0CBD3394-6CC3-4C6D-7FDF-7150CFED1515}"/>
                </a:ext>
              </a:extLst>
            </p:cNvPr>
            <p:cNvSpPr/>
            <p:nvPr/>
          </p:nvSpPr>
          <p:spPr>
            <a:xfrm>
              <a:off x="11131247" y="4079192"/>
              <a:ext cx="919205" cy="200383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500" dirty="0">
                  <a:solidFill>
                    <a:schemeClr val="tx1"/>
                  </a:solidFill>
                </a:rPr>
                <a:t>Train For the Best Model</a:t>
              </a:r>
            </a:p>
          </p:txBody>
        </p:sp>
        <p:sp>
          <p:nvSpPr>
            <p:cNvPr id="17447" name="Rectangle: Rounded Corners 17446">
              <a:extLst>
                <a:ext uri="{FF2B5EF4-FFF2-40B4-BE49-F238E27FC236}">
                  <a16:creationId xmlns:a16="http://schemas.microsoft.com/office/drawing/2014/main" id="{4491F05E-69E3-AAA1-9EA6-8A9CB82C6DFD}"/>
                </a:ext>
              </a:extLst>
            </p:cNvPr>
            <p:cNvSpPr/>
            <p:nvPr/>
          </p:nvSpPr>
          <p:spPr>
            <a:xfrm>
              <a:off x="11122797" y="4508878"/>
              <a:ext cx="919205" cy="200383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500" dirty="0">
                  <a:solidFill>
                    <a:schemeClr val="tx1"/>
                  </a:solidFill>
                </a:rPr>
                <a:t>Predict the output</a:t>
              </a:r>
            </a:p>
          </p:txBody>
        </p:sp>
        <p:sp>
          <p:nvSpPr>
            <p:cNvPr id="17448" name="Rectangle: Rounded Corners 17447">
              <a:extLst>
                <a:ext uri="{FF2B5EF4-FFF2-40B4-BE49-F238E27FC236}">
                  <a16:creationId xmlns:a16="http://schemas.microsoft.com/office/drawing/2014/main" id="{6350F023-6F70-8A41-7BF4-43053A27F1DB}"/>
                </a:ext>
              </a:extLst>
            </p:cNvPr>
            <p:cNvSpPr/>
            <p:nvPr/>
          </p:nvSpPr>
          <p:spPr>
            <a:xfrm>
              <a:off x="11068548" y="4947956"/>
              <a:ext cx="919205" cy="200383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500" dirty="0">
                  <a:solidFill>
                    <a:schemeClr val="tx1"/>
                  </a:solidFill>
                </a:rPr>
                <a:t>Train the Model</a:t>
              </a:r>
            </a:p>
          </p:txBody>
        </p:sp>
        <p:cxnSp>
          <p:nvCxnSpPr>
            <p:cNvPr id="22" name="Connector: Curved 21">
              <a:extLst>
                <a:ext uri="{FF2B5EF4-FFF2-40B4-BE49-F238E27FC236}">
                  <a16:creationId xmlns:a16="http://schemas.microsoft.com/office/drawing/2014/main" id="{7DF9C6F5-662E-52F1-AE8B-9387F247FEDB}"/>
                </a:ext>
              </a:extLst>
            </p:cNvPr>
            <p:cNvCxnSpPr>
              <a:cxnSpLocks/>
              <a:stCxn id="17448" idx="1"/>
              <a:endCxn id="17444" idx="1"/>
            </p:cNvCxnSpPr>
            <p:nvPr/>
          </p:nvCxnSpPr>
          <p:spPr>
            <a:xfrm rot="10800000">
              <a:off x="11049276" y="3764172"/>
              <a:ext cx="19273" cy="1283977"/>
            </a:xfrm>
            <a:prstGeom prst="curvedConnector3">
              <a:avLst>
                <a:gd name="adj1" fmla="val 859451"/>
              </a:avLst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Connector: Curved 39">
              <a:extLst>
                <a:ext uri="{FF2B5EF4-FFF2-40B4-BE49-F238E27FC236}">
                  <a16:creationId xmlns:a16="http://schemas.microsoft.com/office/drawing/2014/main" id="{EF30F7E6-2538-D79D-E1A6-FF27AF2BBC50}"/>
                </a:ext>
              </a:extLst>
            </p:cNvPr>
            <p:cNvCxnSpPr>
              <a:cxnSpLocks/>
              <a:stCxn id="17444" idx="2"/>
              <a:endCxn id="17446" idx="0"/>
            </p:cNvCxnSpPr>
            <p:nvPr/>
          </p:nvCxnSpPr>
          <p:spPr>
            <a:xfrm rot="16200000" flipH="1">
              <a:off x="11442449" y="3930791"/>
              <a:ext cx="214830" cy="81972"/>
            </a:xfrm>
            <a:prstGeom prst="curvedConnector3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Connector: Curved 42">
              <a:extLst>
                <a:ext uri="{FF2B5EF4-FFF2-40B4-BE49-F238E27FC236}">
                  <a16:creationId xmlns:a16="http://schemas.microsoft.com/office/drawing/2014/main" id="{6410F9AF-55C2-D426-BC59-7ECEA19485C1}"/>
                </a:ext>
              </a:extLst>
            </p:cNvPr>
            <p:cNvCxnSpPr>
              <a:cxnSpLocks/>
              <a:stCxn id="17446" idx="2"/>
              <a:endCxn id="17447" idx="0"/>
            </p:cNvCxnSpPr>
            <p:nvPr/>
          </p:nvCxnSpPr>
          <p:spPr>
            <a:xfrm rot="5400000">
              <a:off x="11471974" y="4390001"/>
              <a:ext cx="229303" cy="8450"/>
            </a:xfrm>
            <a:prstGeom prst="curvedConnector3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Connector: Curved 46">
              <a:extLst>
                <a:ext uri="{FF2B5EF4-FFF2-40B4-BE49-F238E27FC236}">
                  <a16:creationId xmlns:a16="http://schemas.microsoft.com/office/drawing/2014/main" id="{66E1DC4D-57C3-5AC0-0418-90CE53A0F5A0}"/>
                </a:ext>
              </a:extLst>
            </p:cNvPr>
            <p:cNvCxnSpPr>
              <a:cxnSpLocks/>
              <a:stCxn id="17447" idx="2"/>
              <a:endCxn id="17448" idx="0"/>
            </p:cNvCxnSpPr>
            <p:nvPr/>
          </p:nvCxnSpPr>
          <p:spPr>
            <a:xfrm rot="5400000">
              <a:off x="11435929" y="4801484"/>
              <a:ext cx="238695" cy="54249"/>
            </a:xfrm>
            <a:prstGeom prst="curvedConnector3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Connector: Curved 50">
              <a:extLst>
                <a:ext uri="{FF2B5EF4-FFF2-40B4-BE49-F238E27FC236}">
                  <a16:creationId xmlns:a16="http://schemas.microsoft.com/office/drawing/2014/main" id="{4877F431-2EF9-199C-EA3D-52A434846DAD}"/>
                </a:ext>
              </a:extLst>
            </p:cNvPr>
            <p:cNvCxnSpPr>
              <a:stCxn id="17429" idx="2"/>
              <a:endCxn id="17444" idx="0"/>
            </p:cNvCxnSpPr>
            <p:nvPr/>
          </p:nvCxnSpPr>
          <p:spPr>
            <a:xfrm rot="16200000" flipH="1">
              <a:off x="11033816" y="3188917"/>
              <a:ext cx="452824" cy="497299"/>
            </a:xfrm>
            <a:prstGeom prst="curvedConnector3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120E80E3-9585-A81A-6831-BBA231235B0B}"/>
              </a:ext>
            </a:extLst>
          </p:cNvPr>
          <p:cNvSpPr/>
          <p:nvPr/>
        </p:nvSpPr>
        <p:spPr>
          <a:xfrm>
            <a:off x="14524550" y="-1413964"/>
            <a:ext cx="64246" cy="45719"/>
          </a:xfrm>
          <a:prstGeom prst="roundRect">
            <a:avLst>
              <a:gd name="adj" fmla="val 3207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7408" name="Picture 4" descr="Brain Icon Vector Art, Icons, and Graphics for Free Download">
            <a:extLst>
              <a:ext uri="{FF2B5EF4-FFF2-40B4-BE49-F238E27FC236}">
                <a16:creationId xmlns:a16="http://schemas.microsoft.com/office/drawing/2014/main" id="{4CA42B51-06E8-D3D6-CA62-CAA9C08792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1739" y="1489025"/>
            <a:ext cx="386628" cy="367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7414" name="Group 17413">
            <a:extLst>
              <a:ext uri="{FF2B5EF4-FFF2-40B4-BE49-F238E27FC236}">
                <a16:creationId xmlns:a16="http://schemas.microsoft.com/office/drawing/2014/main" id="{BCC8487B-4FC8-DAED-421A-C3B58D50CB47}"/>
              </a:ext>
            </a:extLst>
          </p:cNvPr>
          <p:cNvGrpSpPr/>
          <p:nvPr/>
        </p:nvGrpSpPr>
        <p:grpSpPr>
          <a:xfrm>
            <a:off x="7050844" y="1259687"/>
            <a:ext cx="2205965" cy="998119"/>
            <a:chOff x="9947488" y="1422692"/>
            <a:chExt cx="2205965" cy="998119"/>
          </a:xfrm>
        </p:grpSpPr>
        <p:grpSp>
          <p:nvGrpSpPr>
            <p:cNvPr id="17449" name="Group 17448">
              <a:extLst>
                <a:ext uri="{FF2B5EF4-FFF2-40B4-BE49-F238E27FC236}">
                  <a16:creationId xmlns:a16="http://schemas.microsoft.com/office/drawing/2014/main" id="{0C6118C9-83D0-FBAA-BE54-EB4C087FF7BF}"/>
                </a:ext>
              </a:extLst>
            </p:cNvPr>
            <p:cNvGrpSpPr/>
            <p:nvPr/>
          </p:nvGrpSpPr>
          <p:grpSpPr>
            <a:xfrm>
              <a:off x="9947488" y="1422692"/>
              <a:ext cx="2102997" cy="998119"/>
              <a:chOff x="9947488" y="1588087"/>
              <a:chExt cx="2102997" cy="998119"/>
            </a:xfrm>
          </p:grpSpPr>
          <p:sp>
            <p:nvSpPr>
              <p:cNvPr id="17418" name="Rectangle: Rounded Corners 17417">
                <a:extLst>
                  <a:ext uri="{FF2B5EF4-FFF2-40B4-BE49-F238E27FC236}">
                    <a16:creationId xmlns:a16="http://schemas.microsoft.com/office/drawing/2014/main" id="{0DED5BC2-192A-87DE-DE18-3BC257716025}"/>
                  </a:ext>
                </a:extLst>
              </p:cNvPr>
              <p:cNvSpPr/>
              <p:nvPr/>
            </p:nvSpPr>
            <p:spPr>
              <a:xfrm>
                <a:off x="9947488" y="1634945"/>
                <a:ext cx="2102997" cy="951261"/>
              </a:xfrm>
              <a:prstGeom prst="roundRect">
                <a:avLst>
                  <a:gd name="adj" fmla="val 5903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7422" name="Rectangle: Rounded Corners 17421">
                <a:extLst>
                  <a:ext uri="{FF2B5EF4-FFF2-40B4-BE49-F238E27FC236}">
                    <a16:creationId xmlns:a16="http://schemas.microsoft.com/office/drawing/2014/main" id="{C7F48C0B-CD96-ABD2-4258-72879F7DF3D2}"/>
                  </a:ext>
                </a:extLst>
              </p:cNvPr>
              <p:cNvSpPr/>
              <p:nvPr/>
            </p:nvSpPr>
            <p:spPr>
              <a:xfrm>
                <a:off x="10003631" y="1795463"/>
                <a:ext cx="484852" cy="742950"/>
              </a:xfrm>
              <a:prstGeom prst="roundRect">
                <a:avLst>
                  <a:gd name="adj" fmla="val 4880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7423" name="Rectangle: Rounded Corners 17422">
                <a:extLst>
                  <a:ext uri="{FF2B5EF4-FFF2-40B4-BE49-F238E27FC236}">
                    <a16:creationId xmlns:a16="http://schemas.microsoft.com/office/drawing/2014/main" id="{6837FEAD-63C2-AAF3-9D08-1B9DBAA371A2}"/>
                  </a:ext>
                </a:extLst>
              </p:cNvPr>
              <p:cNvSpPr/>
              <p:nvPr/>
            </p:nvSpPr>
            <p:spPr>
              <a:xfrm>
                <a:off x="10035405" y="2208755"/>
                <a:ext cx="426411" cy="307035"/>
              </a:xfrm>
              <a:prstGeom prst="roundRect">
                <a:avLst>
                  <a:gd name="adj" fmla="val 5809"/>
                </a:avLst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7431" name="TextBox 17430">
                <a:extLst>
                  <a:ext uri="{FF2B5EF4-FFF2-40B4-BE49-F238E27FC236}">
                    <a16:creationId xmlns:a16="http://schemas.microsoft.com/office/drawing/2014/main" id="{1799C3D7-9416-1BAF-2104-236C095FA6D6}"/>
                  </a:ext>
                </a:extLst>
              </p:cNvPr>
              <p:cNvSpPr txBox="1"/>
              <p:nvPr/>
            </p:nvSpPr>
            <p:spPr>
              <a:xfrm>
                <a:off x="10016144" y="1588087"/>
                <a:ext cx="651449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000" b="1" dirty="0"/>
                  <a:t>Ai Agent</a:t>
                </a:r>
              </a:p>
            </p:txBody>
          </p: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5DC1FAFC-5736-19EF-337A-C2E2CAFB1BF7}"/>
                </a:ext>
              </a:extLst>
            </p:cNvPr>
            <p:cNvGrpSpPr/>
            <p:nvPr/>
          </p:nvGrpSpPr>
          <p:grpSpPr>
            <a:xfrm>
              <a:off x="10692923" y="2010106"/>
              <a:ext cx="759380" cy="377766"/>
              <a:chOff x="10692923" y="2064536"/>
              <a:chExt cx="759380" cy="377766"/>
            </a:xfrm>
          </p:grpSpPr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0C7B81F4-A9BF-70BD-3C91-339B065105F6}"/>
                  </a:ext>
                </a:extLst>
              </p:cNvPr>
              <p:cNvGrpSpPr/>
              <p:nvPr/>
            </p:nvGrpSpPr>
            <p:grpSpPr>
              <a:xfrm>
                <a:off x="10746714" y="2064536"/>
                <a:ext cx="705589" cy="377766"/>
                <a:chOff x="10746714" y="2064536"/>
                <a:chExt cx="705589" cy="377766"/>
              </a:xfrm>
            </p:grpSpPr>
            <p:sp>
              <p:nvSpPr>
                <p:cNvPr id="56" name="Rectangle: Rounded Corners 55">
                  <a:extLst>
                    <a:ext uri="{FF2B5EF4-FFF2-40B4-BE49-F238E27FC236}">
                      <a16:creationId xmlns:a16="http://schemas.microsoft.com/office/drawing/2014/main" id="{A4825C35-C44B-A58D-334C-169826B1E053}"/>
                    </a:ext>
                  </a:extLst>
                </p:cNvPr>
                <p:cNvSpPr/>
                <p:nvPr/>
              </p:nvSpPr>
              <p:spPr>
                <a:xfrm>
                  <a:off x="10746714" y="2064536"/>
                  <a:ext cx="705589" cy="377766"/>
                </a:xfrm>
                <a:prstGeom prst="roundRect">
                  <a:avLst/>
                </a:prstGeom>
                <a:solidFill>
                  <a:schemeClr val="accent3">
                    <a:lumMod val="20000"/>
                    <a:lumOff val="80000"/>
                  </a:schemeClr>
                </a:solidFill>
                <a:ln>
                  <a:solidFill>
                    <a:schemeClr val="accent3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pic>
              <p:nvPicPr>
                <p:cNvPr id="54" name="Picture 2" descr="Tools - Free marketing icons">
                  <a:extLst>
                    <a:ext uri="{FF2B5EF4-FFF2-40B4-BE49-F238E27FC236}">
                      <a16:creationId xmlns:a16="http://schemas.microsoft.com/office/drawing/2014/main" id="{9AA749D5-CC90-931A-129B-154CDB823E5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1082847" y="2115818"/>
                  <a:ext cx="291246" cy="291246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7D745A1E-EE59-9025-EFCC-06D4EF4FD152}"/>
                  </a:ext>
                </a:extLst>
              </p:cNvPr>
              <p:cNvSpPr txBox="1"/>
              <p:nvPr/>
            </p:nvSpPr>
            <p:spPr>
              <a:xfrm>
                <a:off x="10692923" y="2117720"/>
                <a:ext cx="550551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050" dirty="0"/>
                  <a:t>Tools</a:t>
                </a:r>
              </a:p>
            </p:txBody>
          </p:sp>
        </p:grpSp>
        <p:grpSp>
          <p:nvGrpSpPr>
            <p:cNvPr id="1039" name="Group 1038">
              <a:extLst>
                <a:ext uri="{FF2B5EF4-FFF2-40B4-BE49-F238E27FC236}">
                  <a16:creationId xmlns:a16="http://schemas.microsoft.com/office/drawing/2014/main" id="{57D41F5B-8392-2F46-3505-5944F60BA3F1}"/>
                </a:ext>
              </a:extLst>
            </p:cNvPr>
            <p:cNvGrpSpPr/>
            <p:nvPr/>
          </p:nvGrpSpPr>
          <p:grpSpPr>
            <a:xfrm>
              <a:off x="11525004" y="1502575"/>
              <a:ext cx="492370" cy="498966"/>
              <a:chOff x="11525004" y="1557005"/>
              <a:chExt cx="492370" cy="498966"/>
            </a:xfrm>
          </p:grpSpPr>
          <p:sp>
            <p:nvSpPr>
              <p:cNvPr id="1032" name="Cylinder 1031">
                <a:extLst>
                  <a:ext uri="{FF2B5EF4-FFF2-40B4-BE49-F238E27FC236}">
                    <a16:creationId xmlns:a16="http://schemas.microsoft.com/office/drawing/2014/main" id="{5AE2EC80-CEDE-B011-E330-506F53E2346F}"/>
                  </a:ext>
                </a:extLst>
              </p:cNvPr>
              <p:cNvSpPr/>
              <p:nvPr/>
            </p:nvSpPr>
            <p:spPr>
              <a:xfrm>
                <a:off x="11528149" y="1557005"/>
                <a:ext cx="459603" cy="498966"/>
              </a:xfrm>
              <a:prstGeom prst="can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034" name="TextBox 1033">
                <a:extLst>
                  <a:ext uri="{FF2B5EF4-FFF2-40B4-BE49-F238E27FC236}">
                    <a16:creationId xmlns:a16="http://schemas.microsoft.com/office/drawing/2014/main" id="{60078C8A-4937-DEED-5149-45B1A039098A}"/>
                  </a:ext>
                </a:extLst>
              </p:cNvPr>
              <p:cNvSpPr txBox="1"/>
              <p:nvPr/>
            </p:nvSpPr>
            <p:spPr>
              <a:xfrm>
                <a:off x="11525004" y="1706460"/>
                <a:ext cx="492370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700" dirty="0"/>
                  <a:t>Storage</a:t>
                </a:r>
              </a:p>
            </p:txBody>
          </p:sp>
        </p:grpSp>
        <p:sp>
          <p:nvSpPr>
            <p:cNvPr id="1041" name="TextBox 1040">
              <a:extLst>
                <a:ext uri="{FF2B5EF4-FFF2-40B4-BE49-F238E27FC236}">
                  <a16:creationId xmlns:a16="http://schemas.microsoft.com/office/drawing/2014/main" id="{0EB39319-1F57-829D-1A70-9D20A05620F5}"/>
                </a:ext>
              </a:extLst>
            </p:cNvPr>
            <p:cNvSpPr txBox="1"/>
            <p:nvPr/>
          </p:nvSpPr>
          <p:spPr>
            <a:xfrm>
              <a:off x="10007864" y="2048689"/>
              <a:ext cx="5997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/>
                <a:t>LLM</a:t>
              </a:r>
              <a:endParaRPr lang="en-IN" dirty="0"/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054" name="Ink 1053">
                  <a:extLst>
                    <a:ext uri="{FF2B5EF4-FFF2-40B4-BE49-F238E27FC236}">
                      <a16:creationId xmlns:a16="http://schemas.microsoft.com/office/drawing/2014/main" id="{BBB359FF-79BC-D542-9E39-8ADAB7F47818}"/>
                    </a:ext>
                  </a:extLst>
                </p14:cNvPr>
                <p14:cNvContentPartPr/>
                <p14:nvPr/>
              </p14:nvContentPartPr>
              <p14:xfrm>
                <a:off x="10476428" y="1666123"/>
                <a:ext cx="1001160" cy="253800"/>
              </p14:xfrm>
            </p:contentPart>
          </mc:Choice>
          <mc:Fallback xmlns="">
            <p:pic>
              <p:nvPicPr>
                <p:cNvPr id="1054" name="Ink 1053">
                  <a:extLst>
                    <a:ext uri="{FF2B5EF4-FFF2-40B4-BE49-F238E27FC236}">
                      <a16:creationId xmlns:a16="http://schemas.microsoft.com/office/drawing/2014/main" id="{BBB359FF-79BC-D542-9E39-8ADAB7F4781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472110" y="1661803"/>
                  <a:ext cx="1009797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062" name="Ink 1061">
                  <a:extLst>
                    <a:ext uri="{FF2B5EF4-FFF2-40B4-BE49-F238E27FC236}">
                      <a16:creationId xmlns:a16="http://schemas.microsoft.com/office/drawing/2014/main" id="{B57C30BE-DFC1-9657-32DB-7EDD29EE54B8}"/>
                    </a:ext>
                  </a:extLst>
                </p14:cNvPr>
                <p14:cNvContentPartPr/>
                <p14:nvPr/>
              </p14:nvContentPartPr>
              <p14:xfrm>
                <a:off x="11426108" y="1624363"/>
                <a:ext cx="58320" cy="91800"/>
              </p14:xfrm>
            </p:contentPart>
          </mc:Choice>
          <mc:Fallback xmlns="">
            <p:pic>
              <p:nvPicPr>
                <p:cNvPr id="1062" name="Ink 1061">
                  <a:extLst>
                    <a:ext uri="{FF2B5EF4-FFF2-40B4-BE49-F238E27FC236}">
                      <a16:creationId xmlns:a16="http://schemas.microsoft.com/office/drawing/2014/main" id="{B57C30BE-DFC1-9657-32DB-7EDD29EE54B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1421788" y="1620060"/>
                  <a:ext cx="66960" cy="100406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1073" name="Group 1072">
              <a:extLst>
                <a:ext uri="{FF2B5EF4-FFF2-40B4-BE49-F238E27FC236}">
                  <a16:creationId xmlns:a16="http://schemas.microsoft.com/office/drawing/2014/main" id="{DA52E452-E581-A873-330E-BA3A571FC57E}"/>
                </a:ext>
              </a:extLst>
            </p:cNvPr>
            <p:cNvGrpSpPr/>
            <p:nvPr/>
          </p:nvGrpSpPr>
          <p:grpSpPr>
            <a:xfrm>
              <a:off x="10485068" y="1863403"/>
              <a:ext cx="574560" cy="220320"/>
              <a:chOff x="10485068" y="1917833"/>
              <a:chExt cx="574560" cy="22032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22">
                <p14:nvContentPartPr>
                  <p14:cNvPr id="1063" name="Ink 1062">
                    <a:extLst>
                      <a:ext uri="{FF2B5EF4-FFF2-40B4-BE49-F238E27FC236}">
                        <a16:creationId xmlns:a16="http://schemas.microsoft.com/office/drawing/2014/main" id="{0F41473B-B101-6A21-22E7-11DCC7D7B4C9}"/>
                      </a:ext>
                    </a:extLst>
                  </p14:cNvPr>
                  <p14:cNvContentPartPr/>
                  <p14:nvPr/>
                </p14:nvContentPartPr>
                <p14:xfrm>
                  <a:off x="10486508" y="1917833"/>
                  <a:ext cx="55440" cy="94320"/>
                </p14:xfrm>
              </p:contentPart>
            </mc:Choice>
            <mc:Fallback xmlns="">
              <p:pic>
                <p:nvPicPr>
                  <p:cNvPr id="1063" name="Ink 1062">
                    <a:extLst>
                      <a:ext uri="{FF2B5EF4-FFF2-40B4-BE49-F238E27FC236}">
                        <a16:creationId xmlns:a16="http://schemas.microsoft.com/office/drawing/2014/main" id="{0F41473B-B101-6A21-22E7-11DCC7D7B4C9}"/>
                      </a:ext>
                    </a:extLst>
                  </p:cNvPr>
                  <p:cNvPicPr/>
                  <p:nvPr/>
                </p:nvPicPr>
                <p:blipFill>
                  <a:blip r:embed="rId23"/>
                  <a:stretch>
                    <a:fillRect/>
                  </a:stretch>
                </p:blipFill>
                <p:spPr>
                  <a:xfrm>
                    <a:off x="10482188" y="1913513"/>
                    <a:ext cx="64080" cy="1029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4">
                <p14:nvContentPartPr>
                  <p14:cNvPr id="1064" name="Ink 1063">
                    <a:extLst>
                      <a:ext uri="{FF2B5EF4-FFF2-40B4-BE49-F238E27FC236}">
                        <a16:creationId xmlns:a16="http://schemas.microsoft.com/office/drawing/2014/main" id="{4322FFE3-5994-7C3F-76DA-7471E18B8959}"/>
                      </a:ext>
                    </a:extLst>
                  </p14:cNvPr>
                  <p14:cNvContentPartPr/>
                  <p14:nvPr/>
                </p14:nvContentPartPr>
                <p14:xfrm>
                  <a:off x="10490108" y="1927553"/>
                  <a:ext cx="552960" cy="166680"/>
                </p14:xfrm>
              </p:contentPart>
            </mc:Choice>
            <mc:Fallback xmlns="">
              <p:pic>
                <p:nvPicPr>
                  <p:cNvPr id="1064" name="Ink 1063">
                    <a:extLst>
                      <a:ext uri="{FF2B5EF4-FFF2-40B4-BE49-F238E27FC236}">
                        <a16:creationId xmlns:a16="http://schemas.microsoft.com/office/drawing/2014/main" id="{4322FFE3-5994-7C3F-76DA-7471E18B8959}"/>
                      </a:ext>
                    </a:extLst>
                  </p:cNvPr>
                  <p:cNvPicPr/>
                  <p:nvPr/>
                </p:nvPicPr>
                <p:blipFill>
                  <a:blip r:embed="rId25"/>
                  <a:stretch>
                    <a:fillRect/>
                  </a:stretch>
                </p:blipFill>
                <p:spPr>
                  <a:xfrm>
                    <a:off x="10485788" y="1923233"/>
                    <a:ext cx="561600" cy="1753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6">
                <p14:nvContentPartPr>
                  <p14:cNvPr id="1065" name="Ink 1064">
                    <a:extLst>
                      <a:ext uri="{FF2B5EF4-FFF2-40B4-BE49-F238E27FC236}">
                        <a16:creationId xmlns:a16="http://schemas.microsoft.com/office/drawing/2014/main" id="{765F956F-8C82-0264-259B-505756389321}"/>
                      </a:ext>
                    </a:extLst>
                  </p14:cNvPr>
                  <p14:cNvContentPartPr/>
                  <p14:nvPr/>
                </p14:nvContentPartPr>
                <p14:xfrm>
                  <a:off x="10984748" y="2039153"/>
                  <a:ext cx="50400" cy="16200"/>
                </p14:xfrm>
              </p:contentPart>
            </mc:Choice>
            <mc:Fallback xmlns="">
              <p:pic>
                <p:nvPicPr>
                  <p:cNvPr id="1065" name="Ink 1064">
                    <a:extLst>
                      <a:ext uri="{FF2B5EF4-FFF2-40B4-BE49-F238E27FC236}">
                        <a16:creationId xmlns:a16="http://schemas.microsoft.com/office/drawing/2014/main" id="{765F956F-8C82-0264-259B-505756389321}"/>
                      </a:ext>
                    </a:extLst>
                  </p:cNvPr>
                  <p:cNvPicPr/>
                  <p:nvPr/>
                </p:nvPicPr>
                <p:blipFill>
                  <a:blip r:embed="rId27"/>
                  <a:stretch>
                    <a:fillRect/>
                  </a:stretch>
                </p:blipFill>
                <p:spPr>
                  <a:xfrm>
                    <a:off x="10980428" y="2034833"/>
                    <a:ext cx="59040" cy="248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8">
                <p14:nvContentPartPr>
                  <p14:cNvPr id="1066" name="Ink 1065">
                    <a:extLst>
                      <a:ext uri="{FF2B5EF4-FFF2-40B4-BE49-F238E27FC236}">
                        <a16:creationId xmlns:a16="http://schemas.microsoft.com/office/drawing/2014/main" id="{5E4C1828-74DB-F2CA-58B8-A340F5263269}"/>
                      </a:ext>
                    </a:extLst>
                  </p14:cNvPr>
                  <p14:cNvContentPartPr/>
                  <p14:nvPr/>
                </p14:nvContentPartPr>
                <p14:xfrm>
                  <a:off x="11036228" y="2021513"/>
                  <a:ext cx="23400" cy="46080"/>
                </p14:xfrm>
              </p:contentPart>
            </mc:Choice>
            <mc:Fallback xmlns="">
              <p:pic>
                <p:nvPicPr>
                  <p:cNvPr id="1066" name="Ink 1065">
                    <a:extLst>
                      <a:ext uri="{FF2B5EF4-FFF2-40B4-BE49-F238E27FC236}">
                        <a16:creationId xmlns:a16="http://schemas.microsoft.com/office/drawing/2014/main" id="{5E4C1828-74DB-F2CA-58B8-A340F5263269}"/>
                      </a:ext>
                    </a:extLst>
                  </p:cNvPr>
                  <p:cNvPicPr/>
                  <p:nvPr/>
                </p:nvPicPr>
                <p:blipFill>
                  <a:blip r:embed="rId29"/>
                  <a:stretch>
                    <a:fillRect/>
                  </a:stretch>
                </p:blipFill>
                <p:spPr>
                  <a:xfrm>
                    <a:off x="11031908" y="2017193"/>
                    <a:ext cx="32040" cy="547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0">
                <p14:nvContentPartPr>
                  <p14:cNvPr id="1071" name="Ink 1070">
                    <a:extLst>
                      <a:ext uri="{FF2B5EF4-FFF2-40B4-BE49-F238E27FC236}">
                        <a16:creationId xmlns:a16="http://schemas.microsoft.com/office/drawing/2014/main" id="{284A12A6-070E-3A0F-913E-670D39CC98BF}"/>
                      </a:ext>
                    </a:extLst>
                  </p14:cNvPr>
                  <p14:cNvContentPartPr/>
                  <p14:nvPr/>
                </p14:nvContentPartPr>
                <p14:xfrm>
                  <a:off x="10490108" y="2056073"/>
                  <a:ext cx="34560" cy="33480"/>
                </p14:xfrm>
              </p:contentPart>
            </mc:Choice>
            <mc:Fallback xmlns="">
              <p:pic>
                <p:nvPicPr>
                  <p:cNvPr id="1071" name="Ink 1070">
                    <a:extLst>
                      <a:ext uri="{FF2B5EF4-FFF2-40B4-BE49-F238E27FC236}">
                        <a16:creationId xmlns:a16="http://schemas.microsoft.com/office/drawing/2014/main" id="{284A12A6-070E-3A0F-913E-670D39CC98BF}"/>
                      </a:ext>
                    </a:extLst>
                  </p:cNvPr>
                  <p:cNvPicPr/>
                  <p:nvPr/>
                </p:nvPicPr>
                <p:blipFill>
                  <a:blip r:embed="rId31"/>
                  <a:stretch>
                    <a:fillRect/>
                  </a:stretch>
                </p:blipFill>
                <p:spPr>
                  <a:xfrm>
                    <a:off x="10485788" y="2051753"/>
                    <a:ext cx="43200" cy="421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2">
                <p14:nvContentPartPr>
                  <p14:cNvPr id="1072" name="Ink 1071">
                    <a:extLst>
                      <a:ext uri="{FF2B5EF4-FFF2-40B4-BE49-F238E27FC236}">
                        <a16:creationId xmlns:a16="http://schemas.microsoft.com/office/drawing/2014/main" id="{5B3421CA-07CA-0815-5955-F1B03A07F514}"/>
                      </a:ext>
                    </a:extLst>
                  </p14:cNvPr>
                  <p14:cNvContentPartPr/>
                  <p14:nvPr/>
                </p14:nvContentPartPr>
                <p14:xfrm>
                  <a:off x="10485068" y="2088113"/>
                  <a:ext cx="39960" cy="50040"/>
                </p14:xfrm>
              </p:contentPart>
            </mc:Choice>
            <mc:Fallback xmlns="">
              <p:pic>
                <p:nvPicPr>
                  <p:cNvPr id="1072" name="Ink 1071">
                    <a:extLst>
                      <a:ext uri="{FF2B5EF4-FFF2-40B4-BE49-F238E27FC236}">
                        <a16:creationId xmlns:a16="http://schemas.microsoft.com/office/drawing/2014/main" id="{5B3421CA-07CA-0815-5955-F1B03A07F514}"/>
                      </a:ext>
                    </a:extLst>
                  </p:cNvPr>
                  <p:cNvPicPr/>
                  <p:nvPr/>
                </p:nvPicPr>
                <p:blipFill>
                  <a:blip r:embed="rId33"/>
                  <a:stretch>
                    <a:fillRect/>
                  </a:stretch>
                </p:blipFill>
                <p:spPr>
                  <a:xfrm>
                    <a:off x="10480748" y="2083793"/>
                    <a:ext cx="48600" cy="58680"/>
                  </a:xfrm>
                  <a:prstGeom prst="rect">
                    <a:avLst/>
                  </a:prstGeom>
                </p:spPr>
              </p:pic>
            </mc:Fallback>
          </mc:AlternateContent>
        </p:grpSp>
        <p:sp>
          <p:nvSpPr>
            <p:cNvPr id="1074" name="TextBox 1073">
              <a:extLst>
                <a:ext uri="{FF2B5EF4-FFF2-40B4-BE49-F238E27FC236}">
                  <a16:creationId xmlns:a16="http://schemas.microsoft.com/office/drawing/2014/main" id="{D35E3ACF-3FD3-1DAC-3AD9-C472F8D49C50}"/>
                </a:ext>
              </a:extLst>
            </p:cNvPr>
            <p:cNvSpPr txBox="1"/>
            <p:nvPr/>
          </p:nvSpPr>
          <p:spPr>
            <a:xfrm>
              <a:off x="11496909" y="2068014"/>
              <a:ext cx="65654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400" dirty="0"/>
                <a:t>* Web Search Tools</a:t>
              </a:r>
            </a:p>
            <a:p>
              <a:r>
                <a:rPr lang="en-IN" sz="400" dirty="0"/>
                <a:t>* DB search Tools</a:t>
              </a:r>
            </a:p>
          </p:txBody>
        </p:sp>
        <p:grpSp>
          <p:nvGrpSpPr>
            <p:cNvPr id="1085" name="Group 1084">
              <a:extLst>
                <a:ext uri="{FF2B5EF4-FFF2-40B4-BE49-F238E27FC236}">
                  <a16:creationId xmlns:a16="http://schemas.microsoft.com/office/drawing/2014/main" id="{9A4DAD3E-626F-A50D-B9FB-3C4FAFE63973}"/>
                </a:ext>
              </a:extLst>
            </p:cNvPr>
            <p:cNvGrpSpPr/>
            <p:nvPr/>
          </p:nvGrpSpPr>
          <p:grpSpPr>
            <a:xfrm>
              <a:off x="11450953" y="2121183"/>
              <a:ext cx="136800" cy="105480"/>
              <a:chOff x="11450953" y="2175613"/>
              <a:chExt cx="136800" cy="10548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34">
                <p14:nvContentPartPr>
                  <p14:cNvPr id="1078" name="Ink 1077">
                    <a:extLst>
                      <a:ext uri="{FF2B5EF4-FFF2-40B4-BE49-F238E27FC236}">
                        <a16:creationId xmlns:a16="http://schemas.microsoft.com/office/drawing/2014/main" id="{7E6AA0E5-43E9-6D23-D256-000C20E4250C}"/>
                      </a:ext>
                    </a:extLst>
                  </p14:cNvPr>
                  <p14:cNvContentPartPr/>
                  <p14:nvPr/>
                </p14:nvContentPartPr>
                <p14:xfrm>
                  <a:off x="11450953" y="2191453"/>
                  <a:ext cx="118080" cy="15840"/>
                </p14:xfrm>
              </p:contentPart>
            </mc:Choice>
            <mc:Fallback xmlns="">
              <p:pic>
                <p:nvPicPr>
                  <p:cNvPr id="1078" name="Ink 1077">
                    <a:extLst>
                      <a:ext uri="{FF2B5EF4-FFF2-40B4-BE49-F238E27FC236}">
                        <a16:creationId xmlns:a16="http://schemas.microsoft.com/office/drawing/2014/main" id="{7E6AA0E5-43E9-6D23-D256-000C20E4250C}"/>
                      </a:ext>
                    </a:extLst>
                  </p:cNvPr>
                  <p:cNvPicPr/>
                  <p:nvPr/>
                </p:nvPicPr>
                <p:blipFill>
                  <a:blip r:embed="rId35"/>
                  <a:stretch>
                    <a:fillRect/>
                  </a:stretch>
                </p:blipFill>
                <p:spPr>
                  <a:xfrm>
                    <a:off x="11446620" y="2187033"/>
                    <a:ext cx="126746" cy="2468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6">
                <p14:nvContentPartPr>
                  <p14:cNvPr id="1079" name="Ink 1078">
                    <a:extLst>
                      <a:ext uri="{FF2B5EF4-FFF2-40B4-BE49-F238E27FC236}">
                        <a16:creationId xmlns:a16="http://schemas.microsoft.com/office/drawing/2014/main" id="{BAA12C03-FED7-15E5-43EF-C534EEA1A260}"/>
                      </a:ext>
                    </a:extLst>
                  </p14:cNvPr>
                  <p14:cNvContentPartPr/>
                  <p14:nvPr/>
                </p14:nvContentPartPr>
                <p14:xfrm>
                  <a:off x="11563993" y="2175613"/>
                  <a:ext cx="23760" cy="30960"/>
                </p14:xfrm>
              </p:contentPart>
            </mc:Choice>
            <mc:Fallback xmlns="">
              <p:pic>
                <p:nvPicPr>
                  <p:cNvPr id="1079" name="Ink 1078">
                    <a:extLst>
                      <a:ext uri="{FF2B5EF4-FFF2-40B4-BE49-F238E27FC236}">
                        <a16:creationId xmlns:a16="http://schemas.microsoft.com/office/drawing/2014/main" id="{BAA12C03-FED7-15E5-43EF-C534EEA1A260}"/>
                      </a:ext>
                    </a:extLst>
                  </p:cNvPr>
                  <p:cNvPicPr/>
                  <p:nvPr/>
                </p:nvPicPr>
                <p:blipFill>
                  <a:blip r:embed="rId37"/>
                  <a:stretch>
                    <a:fillRect/>
                  </a:stretch>
                </p:blipFill>
                <p:spPr>
                  <a:xfrm>
                    <a:off x="11559673" y="2171293"/>
                    <a:ext cx="32400" cy="39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8">
                <p14:nvContentPartPr>
                  <p14:cNvPr id="1080" name="Ink 1079">
                    <a:extLst>
                      <a:ext uri="{FF2B5EF4-FFF2-40B4-BE49-F238E27FC236}">
                        <a16:creationId xmlns:a16="http://schemas.microsoft.com/office/drawing/2014/main" id="{E0F0829B-E72E-123C-5980-2ACD0BE8778F}"/>
                      </a:ext>
                    </a:extLst>
                  </p14:cNvPr>
                  <p14:cNvContentPartPr/>
                  <p14:nvPr/>
                </p14:nvContentPartPr>
                <p14:xfrm>
                  <a:off x="11450953" y="2251213"/>
                  <a:ext cx="115560" cy="29880"/>
                </p14:xfrm>
              </p:contentPart>
            </mc:Choice>
            <mc:Fallback xmlns="">
              <p:pic>
                <p:nvPicPr>
                  <p:cNvPr id="1080" name="Ink 1079">
                    <a:extLst>
                      <a:ext uri="{FF2B5EF4-FFF2-40B4-BE49-F238E27FC236}">
                        <a16:creationId xmlns:a16="http://schemas.microsoft.com/office/drawing/2014/main" id="{E0F0829B-E72E-123C-5980-2ACD0BE8778F}"/>
                      </a:ext>
                    </a:extLst>
                  </p:cNvPr>
                  <p:cNvPicPr/>
                  <p:nvPr/>
                </p:nvPicPr>
                <p:blipFill>
                  <a:blip r:embed="rId39"/>
                  <a:stretch>
                    <a:fillRect/>
                  </a:stretch>
                </p:blipFill>
                <p:spPr>
                  <a:xfrm>
                    <a:off x="11446633" y="2246944"/>
                    <a:ext cx="124200" cy="3841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0">
                <p14:nvContentPartPr>
                  <p14:cNvPr id="1084" name="Ink 1083">
                    <a:extLst>
                      <a:ext uri="{FF2B5EF4-FFF2-40B4-BE49-F238E27FC236}">
                        <a16:creationId xmlns:a16="http://schemas.microsoft.com/office/drawing/2014/main" id="{6D1A199F-69F5-A278-4186-63DEB9E65843}"/>
                      </a:ext>
                    </a:extLst>
                  </p14:cNvPr>
                  <p14:cNvContentPartPr/>
                  <p14:nvPr/>
                </p14:nvContentPartPr>
                <p14:xfrm>
                  <a:off x="11547073" y="2238613"/>
                  <a:ext cx="24840" cy="40320"/>
                </p14:xfrm>
              </p:contentPart>
            </mc:Choice>
            <mc:Fallback xmlns="">
              <p:pic>
                <p:nvPicPr>
                  <p:cNvPr id="1084" name="Ink 1083">
                    <a:extLst>
                      <a:ext uri="{FF2B5EF4-FFF2-40B4-BE49-F238E27FC236}">
                        <a16:creationId xmlns:a16="http://schemas.microsoft.com/office/drawing/2014/main" id="{6D1A199F-69F5-A278-4186-63DEB9E65843}"/>
                      </a:ext>
                    </a:extLst>
                  </p:cNvPr>
                  <p:cNvPicPr/>
                  <p:nvPr/>
                </p:nvPicPr>
                <p:blipFill>
                  <a:blip r:embed="rId41"/>
                  <a:stretch>
                    <a:fillRect/>
                  </a:stretch>
                </p:blipFill>
                <p:spPr>
                  <a:xfrm>
                    <a:off x="11542753" y="2234254"/>
                    <a:ext cx="33480" cy="49038"/>
                  </a:xfrm>
                  <a:prstGeom prst="rect">
                    <a:avLst/>
                  </a:prstGeom>
                </p:spPr>
              </p:pic>
            </mc:Fallback>
          </mc:AlternateContent>
        </p:grpSp>
        <p:pic>
          <p:nvPicPr>
            <p:cNvPr id="3" name="Picture 4" descr="Brain Icon Vector Art, Icons, and Graphics for Free Download">
              <a:extLst>
                <a:ext uri="{FF2B5EF4-FFF2-40B4-BE49-F238E27FC236}">
                  <a16:creationId xmlns:a16="http://schemas.microsoft.com/office/drawing/2014/main" id="{4CA42B51-06E8-D3D6-CA62-CAA9C08792A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48383" y="1652030"/>
              <a:ext cx="386628" cy="3678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7545" name="Rectangle: Rounded Corners 17544">
            <a:extLst>
              <a:ext uri="{FF2B5EF4-FFF2-40B4-BE49-F238E27FC236}">
                <a16:creationId xmlns:a16="http://schemas.microsoft.com/office/drawing/2014/main" id="{2B632B63-7781-5117-6410-6AF9E8041CB8}"/>
              </a:ext>
            </a:extLst>
          </p:cNvPr>
          <p:cNvSpPr/>
          <p:nvPr/>
        </p:nvSpPr>
        <p:spPr>
          <a:xfrm>
            <a:off x="2924856" y="920227"/>
            <a:ext cx="2308995" cy="2099986"/>
          </a:xfrm>
          <a:prstGeom prst="roundRect">
            <a:avLst>
              <a:gd name="adj" fmla="val 4350"/>
            </a:avLst>
          </a:prstGeom>
          <a:noFill/>
          <a:ln>
            <a:solidFill>
              <a:schemeClr val="accent3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548" name="Rectangle: Rounded Corners 17547">
            <a:extLst>
              <a:ext uri="{FF2B5EF4-FFF2-40B4-BE49-F238E27FC236}">
                <a16:creationId xmlns:a16="http://schemas.microsoft.com/office/drawing/2014/main" id="{1BE0104A-4A00-FE73-6C11-043877717209}"/>
              </a:ext>
            </a:extLst>
          </p:cNvPr>
          <p:cNvSpPr/>
          <p:nvPr/>
        </p:nvSpPr>
        <p:spPr>
          <a:xfrm>
            <a:off x="5318891" y="896569"/>
            <a:ext cx="3927304" cy="4296914"/>
          </a:xfrm>
          <a:prstGeom prst="roundRect">
            <a:avLst>
              <a:gd name="adj" fmla="val 2462"/>
            </a:avLst>
          </a:prstGeom>
          <a:noFill/>
          <a:ln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550" name="TextBox 17549">
            <a:extLst>
              <a:ext uri="{FF2B5EF4-FFF2-40B4-BE49-F238E27FC236}">
                <a16:creationId xmlns:a16="http://schemas.microsoft.com/office/drawing/2014/main" id="{1028ADC1-5526-BC87-2064-35F623C87777}"/>
              </a:ext>
            </a:extLst>
          </p:cNvPr>
          <p:cNvSpPr txBox="1"/>
          <p:nvPr/>
        </p:nvSpPr>
        <p:spPr>
          <a:xfrm>
            <a:off x="4256232" y="988594"/>
            <a:ext cx="12727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>
                <a:solidFill>
                  <a:schemeClr val="accent5">
                    <a:lumMod val="50000"/>
                  </a:schemeClr>
                </a:solidFill>
              </a:rPr>
              <a:t>Frontend/ UI</a:t>
            </a:r>
          </a:p>
        </p:txBody>
      </p:sp>
      <p:sp>
        <p:nvSpPr>
          <p:cNvPr id="17551" name="TextBox 17550">
            <a:extLst>
              <a:ext uri="{FF2B5EF4-FFF2-40B4-BE49-F238E27FC236}">
                <a16:creationId xmlns:a16="http://schemas.microsoft.com/office/drawing/2014/main" id="{A4608351-6D48-F915-6B60-B6FEE5DA818D}"/>
              </a:ext>
            </a:extLst>
          </p:cNvPr>
          <p:cNvSpPr txBox="1"/>
          <p:nvPr/>
        </p:nvSpPr>
        <p:spPr>
          <a:xfrm>
            <a:off x="7119500" y="907574"/>
            <a:ext cx="20676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accent5">
                    <a:lumMod val="50000"/>
                  </a:schemeClr>
                </a:solidFill>
              </a:rPr>
              <a:t>Backend Node/Python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D5CDE99-A376-3034-1A9A-0FA95A300596}"/>
              </a:ext>
            </a:extLst>
          </p:cNvPr>
          <p:cNvGrpSpPr/>
          <p:nvPr/>
        </p:nvGrpSpPr>
        <p:grpSpPr>
          <a:xfrm>
            <a:off x="69850" y="5440717"/>
            <a:ext cx="1638803" cy="1078327"/>
            <a:chOff x="42141" y="5434445"/>
            <a:chExt cx="1638803" cy="1078327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4574ABA-6311-2A7F-1514-DB04ACBDC9BB}"/>
                </a:ext>
              </a:extLst>
            </p:cNvPr>
            <p:cNvSpPr txBox="1"/>
            <p:nvPr/>
          </p:nvSpPr>
          <p:spPr>
            <a:xfrm>
              <a:off x="69851" y="5434445"/>
              <a:ext cx="5397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01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5980A4D-DF7C-01E6-AE2B-52F42DF919C6}"/>
                </a:ext>
              </a:extLst>
            </p:cNvPr>
            <p:cNvSpPr txBox="1"/>
            <p:nvPr/>
          </p:nvSpPr>
          <p:spPr>
            <a:xfrm>
              <a:off x="42141" y="5728855"/>
              <a:ext cx="16388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Frontend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03B9B872-408A-4F04-479F-45C6B62ACECF}"/>
                </a:ext>
              </a:extLst>
            </p:cNvPr>
            <p:cNvSpPr txBox="1"/>
            <p:nvPr/>
          </p:nvSpPr>
          <p:spPr>
            <a:xfrm>
              <a:off x="142340" y="6004941"/>
              <a:ext cx="817419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900" b="1" dirty="0"/>
                <a:t>* React</a:t>
              </a:r>
            </a:p>
            <a:p>
              <a:r>
                <a:rPr lang="en-IN" sz="900" b="1" dirty="0"/>
                <a:t>* React icon</a:t>
              </a:r>
            </a:p>
            <a:p>
              <a:r>
                <a:rPr lang="en-IN" sz="900" b="1" dirty="0"/>
                <a:t>* </a:t>
              </a:r>
              <a:r>
                <a:rPr lang="en-IN" sz="900" b="1" dirty="0" err="1"/>
                <a:t>Zustand</a:t>
              </a:r>
              <a:endParaRPr lang="en-IN" sz="900" b="1" dirty="0"/>
            </a:p>
          </p:txBody>
        </p:sp>
      </p:grp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E561974-5139-A19C-FC17-7DED98F1CAFF}"/>
              </a:ext>
            </a:extLst>
          </p:cNvPr>
          <p:cNvCxnSpPr>
            <a:cxnSpLocks/>
          </p:cNvCxnSpPr>
          <p:nvPr/>
        </p:nvCxnSpPr>
        <p:spPr>
          <a:xfrm>
            <a:off x="1240700" y="5404958"/>
            <a:ext cx="0" cy="1411078"/>
          </a:xfrm>
          <a:prstGeom prst="line">
            <a:avLst/>
          </a:prstGeom>
          <a:ln w="1905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1D61D90-6485-D5D4-E28F-400B2545B99E}"/>
              </a:ext>
            </a:extLst>
          </p:cNvPr>
          <p:cNvGrpSpPr/>
          <p:nvPr/>
        </p:nvGrpSpPr>
        <p:grpSpPr>
          <a:xfrm>
            <a:off x="1257998" y="5398085"/>
            <a:ext cx="1638803" cy="1493826"/>
            <a:chOff x="42141" y="5434445"/>
            <a:chExt cx="1638803" cy="1493826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1BF07485-E902-F56D-7E87-18F83433C6DE}"/>
                </a:ext>
              </a:extLst>
            </p:cNvPr>
            <p:cNvSpPr txBox="1"/>
            <p:nvPr/>
          </p:nvSpPr>
          <p:spPr>
            <a:xfrm>
              <a:off x="69851" y="5434445"/>
              <a:ext cx="5397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02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0E42B5AA-6889-352D-7855-C30C26429715}"/>
                </a:ext>
              </a:extLst>
            </p:cNvPr>
            <p:cNvSpPr txBox="1"/>
            <p:nvPr/>
          </p:nvSpPr>
          <p:spPr>
            <a:xfrm>
              <a:off x="42141" y="5728855"/>
              <a:ext cx="16388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Backend</a:t>
              </a:r>
            </a:p>
          </p:txBody>
        </p:sp>
        <p:sp>
          <p:nvSpPr>
            <p:cNvPr id="17524" name="TextBox 17523">
              <a:extLst>
                <a:ext uri="{FF2B5EF4-FFF2-40B4-BE49-F238E27FC236}">
                  <a16:creationId xmlns:a16="http://schemas.microsoft.com/office/drawing/2014/main" id="{64AD615E-EEB9-94A9-334A-83E9393CCC1C}"/>
                </a:ext>
              </a:extLst>
            </p:cNvPr>
            <p:cNvSpPr txBox="1"/>
            <p:nvPr/>
          </p:nvSpPr>
          <p:spPr>
            <a:xfrm>
              <a:off x="142340" y="6004941"/>
              <a:ext cx="1434648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900" b="1" dirty="0"/>
                <a:t>* Express</a:t>
              </a:r>
            </a:p>
            <a:p>
              <a:r>
                <a:rPr lang="en-IN" sz="900" b="1" dirty="0"/>
                <a:t>* mongoose</a:t>
              </a:r>
            </a:p>
            <a:p>
              <a:r>
                <a:rPr lang="en-IN" sz="900" b="1" dirty="0"/>
                <a:t>* </a:t>
              </a:r>
              <a:r>
                <a:rPr lang="en-IN" sz="900" b="1" dirty="0" err="1"/>
                <a:t>Cors</a:t>
              </a:r>
              <a:endParaRPr lang="en-IN" sz="900" b="1" dirty="0"/>
            </a:p>
            <a:p>
              <a:r>
                <a:rPr lang="en-IN" sz="900" b="1" dirty="0"/>
                <a:t>* </a:t>
              </a:r>
              <a:r>
                <a:rPr lang="en-IN" sz="900" b="1" dirty="0" err="1"/>
                <a:t>Bcrypt</a:t>
              </a:r>
              <a:endParaRPr lang="en-IN" sz="900" b="1" dirty="0"/>
            </a:p>
            <a:p>
              <a:r>
                <a:rPr lang="en-IN" sz="900" b="1" dirty="0"/>
                <a:t>* </a:t>
              </a:r>
              <a:r>
                <a:rPr lang="en-IN" sz="900" b="1" dirty="0" err="1"/>
                <a:t>JsonwebToken</a:t>
              </a:r>
              <a:endParaRPr lang="en-IN" sz="900" b="1" dirty="0"/>
            </a:p>
            <a:p>
              <a:endParaRPr lang="en-IN" sz="900" b="1" dirty="0"/>
            </a:p>
          </p:txBody>
        </p:sp>
      </p:grpSp>
      <p:grpSp>
        <p:nvGrpSpPr>
          <p:cNvPr id="17525" name="Group 17524">
            <a:extLst>
              <a:ext uri="{FF2B5EF4-FFF2-40B4-BE49-F238E27FC236}">
                <a16:creationId xmlns:a16="http://schemas.microsoft.com/office/drawing/2014/main" id="{3BFAD7D5-D990-A5BA-5D01-3E68F70E1EE5}"/>
              </a:ext>
            </a:extLst>
          </p:cNvPr>
          <p:cNvGrpSpPr/>
          <p:nvPr/>
        </p:nvGrpSpPr>
        <p:grpSpPr>
          <a:xfrm>
            <a:off x="3832324" y="5429115"/>
            <a:ext cx="1638803" cy="891994"/>
            <a:chOff x="42141" y="5434445"/>
            <a:chExt cx="1638803" cy="891994"/>
          </a:xfrm>
        </p:grpSpPr>
        <p:sp>
          <p:nvSpPr>
            <p:cNvPr id="17526" name="TextBox 17525">
              <a:extLst>
                <a:ext uri="{FF2B5EF4-FFF2-40B4-BE49-F238E27FC236}">
                  <a16:creationId xmlns:a16="http://schemas.microsoft.com/office/drawing/2014/main" id="{05B81415-3589-0354-7A73-7021B61CCBDA}"/>
                </a:ext>
              </a:extLst>
            </p:cNvPr>
            <p:cNvSpPr txBox="1"/>
            <p:nvPr/>
          </p:nvSpPr>
          <p:spPr>
            <a:xfrm>
              <a:off x="69851" y="5434445"/>
              <a:ext cx="5397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04</a:t>
              </a:r>
            </a:p>
          </p:txBody>
        </p:sp>
        <p:sp>
          <p:nvSpPr>
            <p:cNvPr id="17527" name="TextBox 17526">
              <a:extLst>
                <a:ext uri="{FF2B5EF4-FFF2-40B4-BE49-F238E27FC236}">
                  <a16:creationId xmlns:a16="http://schemas.microsoft.com/office/drawing/2014/main" id="{F26D392F-BDA8-2718-5A49-7562CEAC1E2F}"/>
                </a:ext>
              </a:extLst>
            </p:cNvPr>
            <p:cNvSpPr txBox="1"/>
            <p:nvPr/>
          </p:nvSpPr>
          <p:spPr>
            <a:xfrm>
              <a:off x="42141" y="5728855"/>
              <a:ext cx="16388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Database</a:t>
              </a:r>
            </a:p>
          </p:txBody>
        </p:sp>
        <p:sp>
          <p:nvSpPr>
            <p:cNvPr id="17528" name="TextBox 17527">
              <a:extLst>
                <a:ext uri="{FF2B5EF4-FFF2-40B4-BE49-F238E27FC236}">
                  <a16:creationId xmlns:a16="http://schemas.microsoft.com/office/drawing/2014/main" id="{B9730D44-5A58-32F0-A6C6-E05CD8891EFF}"/>
                </a:ext>
              </a:extLst>
            </p:cNvPr>
            <p:cNvSpPr txBox="1"/>
            <p:nvPr/>
          </p:nvSpPr>
          <p:spPr>
            <a:xfrm>
              <a:off x="139804" y="6095607"/>
              <a:ext cx="143464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900" b="1" dirty="0"/>
                <a:t>* Mongo DB</a:t>
              </a:r>
            </a:p>
          </p:txBody>
        </p:sp>
      </p:grpSp>
      <p:cxnSp>
        <p:nvCxnSpPr>
          <p:cNvPr id="17529" name="Straight Connector 17528">
            <a:extLst>
              <a:ext uri="{FF2B5EF4-FFF2-40B4-BE49-F238E27FC236}">
                <a16:creationId xmlns:a16="http://schemas.microsoft.com/office/drawing/2014/main" id="{8DE99DBD-C554-2100-6F91-0012CD1AC2C5}"/>
              </a:ext>
            </a:extLst>
          </p:cNvPr>
          <p:cNvCxnSpPr>
            <a:cxnSpLocks/>
          </p:cNvCxnSpPr>
          <p:nvPr/>
        </p:nvCxnSpPr>
        <p:spPr>
          <a:xfrm>
            <a:off x="3720563" y="5393356"/>
            <a:ext cx="0" cy="1411078"/>
          </a:xfrm>
          <a:prstGeom prst="line">
            <a:avLst/>
          </a:prstGeom>
          <a:ln w="1905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7530" name="Group 17529">
            <a:extLst>
              <a:ext uri="{FF2B5EF4-FFF2-40B4-BE49-F238E27FC236}">
                <a16:creationId xmlns:a16="http://schemas.microsoft.com/office/drawing/2014/main" id="{8428192C-FF5C-D5EE-A8E7-BB75FF2D2FAE}"/>
              </a:ext>
            </a:extLst>
          </p:cNvPr>
          <p:cNvGrpSpPr/>
          <p:nvPr/>
        </p:nvGrpSpPr>
        <p:grpSpPr>
          <a:xfrm>
            <a:off x="5106683" y="5445836"/>
            <a:ext cx="1638803" cy="1216827"/>
            <a:chOff x="42141" y="5434445"/>
            <a:chExt cx="1638803" cy="1216827"/>
          </a:xfrm>
        </p:grpSpPr>
        <p:sp>
          <p:nvSpPr>
            <p:cNvPr id="17532" name="TextBox 17531">
              <a:extLst>
                <a:ext uri="{FF2B5EF4-FFF2-40B4-BE49-F238E27FC236}">
                  <a16:creationId xmlns:a16="http://schemas.microsoft.com/office/drawing/2014/main" id="{A1E7DA5F-610C-F079-9023-1337F07C63E5}"/>
                </a:ext>
              </a:extLst>
            </p:cNvPr>
            <p:cNvSpPr txBox="1"/>
            <p:nvPr/>
          </p:nvSpPr>
          <p:spPr>
            <a:xfrm>
              <a:off x="69851" y="5434445"/>
              <a:ext cx="5397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05</a:t>
              </a:r>
            </a:p>
          </p:txBody>
        </p:sp>
        <p:sp>
          <p:nvSpPr>
            <p:cNvPr id="17533" name="TextBox 17532">
              <a:extLst>
                <a:ext uri="{FF2B5EF4-FFF2-40B4-BE49-F238E27FC236}">
                  <a16:creationId xmlns:a16="http://schemas.microsoft.com/office/drawing/2014/main" id="{FDBAE2AA-C633-788A-C980-48BBF559EF18}"/>
                </a:ext>
              </a:extLst>
            </p:cNvPr>
            <p:cNvSpPr txBox="1"/>
            <p:nvPr/>
          </p:nvSpPr>
          <p:spPr>
            <a:xfrm>
              <a:off x="42141" y="5728855"/>
              <a:ext cx="16388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Microservice</a:t>
              </a:r>
            </a:p>
          </p:txBody>
        </p:sp>
        <p:sp>
          <p:nvSpPr>
            <p:cNvPr id="17535" name="TextBox 17534">
              <a:extLst>
                <a:ext uri="{FF2B5EF4-FFF2-40B4-BE49-F238E27FC236}">
                  <a16:creationId xmlns:a16="http://schemas.microsoft.com/office/drawing/2014/main" id="{B308668D-6B9C-ECC1-21E9-62B584DAC182}"/>
                </a:ext>
              </a:extLst>
            </p:cNvPr>
            <p:cNvSpPr txBox="1"/>
            <p:nvPr/>
          </p:nvSpPr>
          <p:spPr>
            <a:xfrm>
              <a:off x="142340" y="6004941"/>
              <a:ext cx="143464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900" b="1" dirty="0"/>
                <a:t>* Python</a:t>
              </a:r>
            </a:p>
            <a:p>
              <a:r>
                <a:rPr lang="en-IN" sz="900" b="1" dirty="0"/>
                <a:t>* </a:t>
              </a:r>
              <a:r>
                <a:rPr lang="en-IN" sz="900" b="1" dirty="0" err="1"/>
                <a:t>Flsak</a:t>
              </a:r>
              <a:endParaRPr lang="en-IN" sz="900" b="1" dirty="0"/>
            </a:p>
            <a:p>
              <a:r>
                <a:rPr lang="en-IN" sz="900" b="1" dirty="0"/>
                <a:t>* Django</a:t>
              </a:r>
            </a:p>
            <a:p>
              <a:endParaRPr lang="en-IN" sz="900" b="1" dirty="0"/>
            </a:p>
          </p:txBody>
        </p:sp>
      </p:grpSp>
      <p:cxnSp>
        <p:nvCxnSpPr>
          <p:cNvPr id="17536" name="Straight Connector 17535">
            <a:extLst>
              <a:ext uri="{FF2B5EF4-FFF2-40B4-BE49-F238E27FC236}">
                <a16:creationId xmlns:a16="http://schemas.microsoft.com/office/drawing/2014/main" id="{4E2AD2FC-A5AE-98C7-0C2A-F0569999FF4B}"/>
              </a:ext>
            </a:extLst>
          </p:cNvPr>
          <p:cNvCxnSpPr>
            <a:cxnSpLocks/>
          </p:cNvCxnSpPr>
          <p:nvPr/>
        </p:nvCxnSpPr>
        <p:spPr>
          <a:xfrm>
            <a:off x="4999205" y="5397388"/>
            <a:ext cx="0" cy="1411078"/>
          </a:xfrm>
          <a:prstGeom prst="line">
            <a:avLst/>
          </a:prstGeom>
          <a:ln w="1905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37" name="Straight Connector 17536">
            <a:extLst>
              <a:ext uri="{FF2B5EF4-FFF2-40B4-BE49-F238E27FC236}">
                <a16:creationId xmlns:a16="http://schemas.microsoft.com/office/drawing/2014/main" id="{9C5235BA-5579-CDFB-BDFD-2889ECF68259}"/>
              </a:ext>
            </a:extLst>
          </p:cNvPr>
          <p:cNvCxnSpPr>
            <a:cxnSpLocks/>
          </p:cNvCxnSpPr>
          <p:nvPr/>
        </p:nvCxnSpPr>
        <p:spPr>
          <a:xfrm>
            <a:off x="6672603" y="5393356"/>
            <a:ext cx="0" cy="1411078"/>
          </a:xfrm>
          <a:prstGeom prst="line">
            <a:avLst/>
          </a:prstGeom>
          <a:ln w="1905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7539" name="Group 17538">
            <a:extLst>
              <a:ext uri="{FF2B5EF4-FFF2-40B4-BE49-F238E27FC236}">
                <a16:creationId xmlns:a16="http://schemas.microsoft.com/office/drawing/2014/main" id="{73FDD7B9-70DB-7352-8BA1-99840B879BB3}"/>
              </a:ext>
            </a:extLst>
          </p:cNvPr>
          <p:cNvGrpSpPr/>
          <p:nvPr/>
        </p:nvGrpSpPr>
        <p:grpSpPr>
          <a:xfrm>
            <a:off x="6741756" y="5442245"/>
            <a:ext cx="1638803" cy="939828"/>
            <a:chOff x="42141" y="5434445"/>
            <a:chExt cx="1638803" cy="939828"/>
          </a:xfrm>
        </p:grpSpPr>
        <p:sp>
          <p:nvSpPr>
            <p:cNvPr id="17541" name="TextBox 17540">
              <a:extLst>
                <a:ext uri="{FF2B5EF4-FFF2-40B4-BE49-F238E27FC236}">
                  <a16:creationId xmlns:a16="http://schemas.microsoft.com/office/drawing/2014/main" id="{378BA81E-F7B6-12DE-C313-952346D67EDF}"/>
                </a:ext>
              </a:extLst>
            </p:cNvPr>
            <p:cNvSpPr txBox="1"/>
            <p:nvPr/>
          </p:nvSpPr>
          <p:spPr>
            <a:xfrm>
              <a:off x="69851" y="5434445"/>
              <a:ext cx="5397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06</a:t>
              </a:r>
            </a:p>
          </p:txBody>
        </p:sp>
        <p:sp>
          <p:nvSpPr>
            <p:cNvPr id="17543" name="TextBox 17542">
              <a:extLst>
                <a:ext uri="{FF2B5EF4-FFF2-40B4-BE49-F238E27FC236}">
                  <a16:creationId xmlns:a16="http://schemas.microsoft.com/office/drawing/2014/main" id="{400D6892-D485-3CE5-677E-61E37C7CAFAF}"/>
                </a:ext>
              </a:extLst>
            </p:cNvPr>
            <p:cNvSpPr txBox="1"/>
            <p:nvPr/>
          </p:nvSpPr>
          <p:spPr>
            <a:xfrm>
              <a:off x="42141" y="5728855"/>
              <a:ext cx="16388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ML </a:t>
              </a:r>
            </a:p>
          </p:txBody>
        </p:sp>
        <p:sp>
          <p:nvSpPr>
            <p:cNvPr id="17544" name="TextBox 17543">
              <a:extLst>
                <a:ext uri="{FF2B5EF4-FFF2-40B4-BE49-F238E27FC236}">
                  <a16:creationId xmlns:a16="http://schemas.microsoft.com/office/drawing/2014/main" id="{EA6CAA9B-4632-1F3E-1A46-9EE54512AEED}"/>
                </a:ext>
              </a:extLst>
            </p:cNvPr>
            <p:cNvSpPr txBox="1"/>
            <p:nvPr/>
          </p:nvSpPr>
          <p:spPr>
            <a:xfrm>
              <a:off x="142340" y="6004941"/>
              <a:ext cx="14346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900" b="1" dirty="0"/>
                <a:t>* Scikit Learn</a:t>
              </a:r>
            </a:p>
            <a:p>
              <a:r>
                <a:rPr lang="en-IN" sz="900" b="1" dirty="0"/>
                <a:t>* TensorFlow</a:t>
              </a:r>
            </a:p>
          </p:txBody>
        </p:sp>
      </p:grpSp>
      <p:cxnSp>
        <p:nvCxnSpPr>
          <p:cNvPr id="17547" name="Straight Connector 17546">
            <a:extLst>
              <a:ext uri="{FF2B5EF4-FFF2-40B4-BE49-F238E27FC236}">
                <a16:creationId xmlns:a16="http://schemas.microsoft.com/office/drawing/2014/main" id="{FECA9373-8234-9B25-1C93-1C66A096CB18}"/>
              </a:ext>
            </a:extLst>
          </p:cNvPr>
          <p:cNvCxnSpPr>
            <a:cxnSpLocks/>
          </p:cNvCxnSpPr>
          <p:nvPr/>
        </p:nvCxnSpPr>
        <p:spPr>
          <a:xfrm>
            <a:off x="7789253" y="5399853"/>
            <a:ext cx="0" cy="1411078"/>
          </a:xfrm>
          <a:prstGeom prst="line">
            <a:avLst/>
          </a:prstGeom>
          <a:ln w="1905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52" name="Straight Connector 17551">
            <a:extLst>
              <a:ext uri="{FF2B5EF4-FFF2-40B4-BE49-F238E27FC236}">
                <a16:creationId xmlns:a16="http://schemas.microsoft.com/office/drawing/2014/main" id="{89D2FE6B-A31B-D084-8A59-84E324E6D5CC}"/>
              </a:ext>
            </a:extLst>
          </p:cNvPr>
          <p:cNvCxnSpPr>
            <a:cxnSpLocks/>
          </p:cNvCxnSpPr>
          <p:nvPr/>
        </p:nvCxnSpPr>
        <p:spPr>
          <a:xfrm>
            <a:off x="2387175" y="5397388"/>
            <a:ext cx="0" cy="1411078"/>
          </a:xfrm>
          <a:prstGeom prst="line">
            <a:avLst/>
          </a:prstGeom>
          <a:ln w="1905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7553" name="Group 17552">
            <a:extLst>
              <a:ext uri="{FF2B5EF4-FFF2-40B4-BE49-F238E27FC236}">
                <a16:creationId xmlns:a16="http://schemas.microsoft.com/office/drawing/2014/main" id="{850FD87A-A78B-091C-B929-F6B32F75C2AB}"/>
              </a:ext>
            </a:extLst>
          </p:cNvPr>
          <p:cNvGrpSpPr/>
          <p:nvPr/>
        </p:nvGrpSpPr>
        <p:grpSpPr>
          <a:xfrm>
            <a:off x="2373631" y="5447687"/>
            <a:ext cx="1638803" cy="1030494"/>
            <a:chOff x="42141" y="5434445"/>
            <a:chExt cx="1638803" cy="1030494"/>
          </a:xfrm>
        </p:grpSpPr>
        <p:sp>
          <p:nvSpPr>
            <p:cNvPr id="17554" name="TextBox 17553">
              <a:extLst>
                <a:ext uri="{FF2B5EF4-FFF2-40B4-BE49-F238E27FC236}">
                  <a16:creationId xmlns:a16="http://schemas.microsoft.com/office/drawing/2014/main" id="{C1FF3FC9-34FA-9DD2-0CE7-946DC8321C8D}"/>
                </a:ext>
              </a:extLst>
            </p:cNvPr>
            <p:cNvSpPr txBox="1"/>
            <p:nvPr/>
          </p:nvSpPr>
          <p:spPr>
            <a:xfrm>
              <a:off x="69851" y="5434445"/>
              <a:ext cx="5397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03</a:t>
              </a:r>
            </a:p>
          </p:txBody>
        </p:sp>
        <p:sp>
          <p:nvSpPr>
            <p:cNvPr id="17555" name="TextBox 17554">
              <a:extLst>
                <a:ext uri="{FF2B5EF4-FFF2-40B4-BE49-F238E27FC236}">
                  <a16:creationId xmlns:a16="http://schemas.microsoft.com/office/drawing/2014/main" id="{E67E47D9-13B5-ED18-F227-E6B9EABB80D8}"/>
                </a:ext>
              </a:extLst>
            </p:cNvPr>
            <p:cNvSpPr txBox="1"/>
            <p:nvPr/>
          </p:nvSpPr>
          <p:spPr>
            <a:xfrm>
              <a:off x="42141" y="5728855"/>
              <a:ext cx="16388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Styling </a:t>
              </a:r>
            </a:p>
          </p:txBody>
        </p:sp>
        <p:sp>
          <p:nvSpPr>
            <p:cNvPr id="17556" name="TextBox 17555">
              <a:extLst>
                <a:ext uri="{FF2B5EF4-FFF2-40B4-BE49-F238E27FC236}">
                  <a16:creationId xmlns:a16="http://schemas.microsoft.com/office/drawing/2014/main" id="{597C29BA-8E25-DA92-139F-E1B71F75DA8D}"/>
                </a:ext>
              </a:extLst>
            </p:cNvPr>
            <p:cNvSpPr txBox="1"/>
            <p:nvPr/>
          </p:nvSpPr>
          <p:spPr>
            <a:xfrm>
              <a:off x="139804" y="6095607"/>
              <a:ext cx="14346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900" b="1" dirty="0"/>
                <a:t>* Tailwind </a:t>
              </a:r>
              <a:r>
                <a:rPr lang="en-IN" sz="900" b="1" dirty="0" err="1"/>
                <a:t>Css</a:t>
              </a:r>
              <a:endParaRPr lang="en-IN" sz="900" b="1" dirty="0"/>
            </a:p>
            <a:p>
              <a:r>
                <a:rPr lang="en-IN" sz="900" b="1" dirty="0"/>
                <a:t>*  Lucid react</a:t>
              </a:r>
            </a:p>
          </p:txBody>
        </p:sp>
      </p:grpSp>
      <p:cxnSp>
        <p:nvCxnSpPr>
          <p:cNvPr id="17557" name="Straight Connector 17556">
            <a:extLst>
              <a:ext uri="{FF2B5EF4-FFF2-40B4-BE49-F238E27FC236}">
                <a16:creationId xmlns:a16="http://schemas.microsoft.com/office/drawing/2014/main" id="{B73853CE-ABBB-55D0-0CE4-580B3141737C}"/>
              </a:ext>
            </a:extLst>
          </p:cNvPr>
          <p:cNvCxnSpPr>
            <a:cxnSpLocks/>
          </p:cNvCxnSpPr>
          <p:nvPr/>
        </p:nvCxnSpPr>
        <p:spPr>
          <a:xfrm>
            <a:off x="9253618" y="5405890"/>
            <a:ext cx="0" cy="1411078"/>
          </a:xfrm>
          <a:prstGeom prst="line">
            <a:avLst/>
          </a:prstGeom>
          <a:ln w="1905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58" name="Straight Connector 17557">
            <a:extLst>
              <a:ext uri="{FF2B5EF4-FFF2-40B4-BE49-F238E27FC236}">
                <a16:creationId xmlns:a16="http://schemas.microsoft.com/office/drawing/2014/main" id="{F3B364C7-DE4B-DB11-772D-2374E9B1F968}"/>
              </a:ext>
            </a:extLst>
          </p:cNvPr>
          <p:cNvCxnSpPr>
            <a:cxnSpLocks/>
          </p:cNvCxnSpPr>
          <p:nvPr/>
        </p:nvCxnSpPr>
        <p:spPr>
          <a:xfrm>
            <a:off x="10667593" y="5398920"/>
            <a:ext cx="0" cy="1411078"/>
          </a:xfrm>
          <a:prstGeom prst="line">
            <a:avLst/>
          </a:prstGeom>
          <a:ln w="1905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7559" name="Group 17558">
            <a:extLst>
              <a:ext uri="{FF2B5EF4-FFF2-40B4-BE49-F238E27FC236}">
                <a16:creationId xmlns:a16="http://schemas.microsoft.com/office/drawing/2014/main" id="{790270C4-85C4-4448-CD4A-49BF46265BFE}"/>
              </a:ext>
            </a:extLst>
          </p:cNvPr>
          <p:cNvGrpSpPr/>
          <p:nvPr/>
        </p:nvGrpSpPr>
        <p:grpSpPr>
          <a:xfrm>
            <a:off x="7848219" y="5456320"/>
            <a:ext cx="1638803" cy="910779"/>
            <a:chOff x="42141" y="5434445"/>
            <a:chExt cx="1638803" cy="910779"/>
          </a:xfrm>
        </p:grpSpPr>
        <p:sp>
          <p:nvSpPr>
            <p:cNvPr id="17560" name="TextBox 17559">
              <a:extLst>
                <a:ext uri="{FF2B5EF4-FFF2-40B4-BE49-F238E27FC236}">
                  <a16:creationId xmlns:a16="http://schemas.microsoft.com/office/drawing/2014/main" id="{545DAE9D-2A92-8267-62B8-E0AB786CC77B}"/>
                </a:ext>
              </a:extLst>
            </p:cNvPr>
            <p:cNvSpPr txBox="1"/>
            <p:nvPr/>
          </p:nvSpPr>
          <p:spPr>
            <a:xfrm>
              <a:off x="69851" y="5434445"/>
              <a:ext cx="5397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07</a:t>
              </a:r>
            </a:p>
          </p:txBody>
        </p:sp>
        <p:sp>
          <p:nvSpPr>
            <p:cNvPr id="17561" name="TextBox 17560">
              <a:extLst>
                <a:ext uri="{FF2B5EF4-FFF2-40B4-BE49-F238E27FC236}">
                  <a16:creationId xmlns:a16="http://schemas.microsoft.com/office/drawing/2014/main" id="{1C2573FF-FB59-B459-E59F-9EFD4544E097}"/>
                </a:ext>
              </a:extLst>
            </p:cNvPr>
            <p:cNvSpPr txBox="1"/>
            <p:nvPr/>
          </p:nvSpPr>
          <p:spPr>
            <a:xfrm>
              <a:off x="42141" y="5728855"/>
              <a:ext cx="16388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 LLM</a:t>
              </a:r>
            </a:p>
          </p:txBody>
        </p:sp>
        <p:sp>
          <p:nvSpPr>
            <p:cNvPr id="17562" name="TextBox 17561">
              <a:extLst>
                <a:ext uri="{FF2B5EF4-FFF2-40B4-BE49-F238E27FC236}">
                  <a16:creationId xmlns:a16="http://schemas.microsoft.com/office/drawing/2014/main" id="{1EA5F5B6-94B0-AE2F-37F4-1068847B58BC}"/>
                </a:ext>
              </a:extLst>
            </p:cNvPr>
            <p:cNvSpPr txBox="1"/>
            <p:nvPr/>
          </p:nvSpPr>
          <p:spPr>
            <a:xfrm>
              <a:off x="120216" y="6114392"/>
              <a:ext cx="143464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900" b="1" dirty="0"/>
                <a:t>* Gemini-2.5-pro</a:t>
              </a:r>
            </a:p>
          </p:txBody>
        </p:sp>
      </p:grpSp>
      <p:grpSp>
        <p:nvGrpSpPr>
          <p:cNvPr id="17563" name="Group 17562">
            <a:extLst>
              <a:ext uri="{FF2B5EF4-FFF2-40B4-BE49-F238E27FC236}">
                <a16:creationId xmlns:a16="http://schemas.microsoft.com/office/drawing/2014/main" id="{70E9F49E-B795-9679-4520-F09AAA208B4B}"/>
              </a:ext>
            </a:extLst>
          </p:cNvPr>
          <p:cNvGrpSpPr/>
          <p:nvPr/>
        </p:nvGrpSpPr>
        <p:grpSpPr>
          <a:xfrm>
            <a:off x="9306362" y="5415030"/>
            <a:ext cx="1638803" cy="910779"/>
            <a:chOff x="42141" y="5434445"/>
            <a:chExt cx="1638803" cy="910779"/>
          </a:xfrm>
        </p:grpSpPr>
        <p:sp>
          <p:nvSpPr>
            <p:cNvPr id="17564" name="TextBox 17563">
              <a:extLst>
                <a:ext uri="{FF2B5EF4-FFF2-40B4-BE49-F238E27FC236}">
                  <a16:creationId xmlns:a16="http://schemas.microsoft.com/office/drawing/2014/main" id="{8954C837-3CBE-4DE4-DA8E-DD6DA19D12D1}"/>
                </a:ext>
              </a:extLst>
            </p:cNvPr>
            <p:cNvSpPr txBox="1"/>
            <p:nvPr/>
          </p:nvSpPr>
          <p:spPr>
            <a:xfrm>
              <a:off x="69851" y="5434445"/>
              <a:ext cx="5397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08</a:t>
              </a:r>
            </a:p>
          </p:txBody>
        </p:sp>
        <p:sp>
          <p:nvSpPr>
            <p:cNvPr id="17565" name="TextBox 17564">
              <a:extLst>
                <a:ext uri="{FF2B5EF4-FFF2-40B4-BE49-F238E27FC236}">
                  <a16:creationId xmlns:a16="http://schemas.microsoft.com/office/drawing/2014/main" id="{C716B77A-D71D-C908-CE7F-1A9CEC565D6B}"/>
                </a:ext>
              </a:extLst>
            </p:cNvPr>
            <p:cNvSpPr txBox="1"/>
            <p:nvPr/>
          </p:nvSpPr>
          <p:spPr>
            <a:xfrm>
              <a:off x="42141" y="5728855"/>
              <a:ext cx="16388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Vector DB</a:t>
              </a:r>
            </a:p>
          </p:txBody>
        </p:sp>
        <p:sp>
          <p:nvSpPr>
            <p:cNvPr id="17566" name="TextBox 17565">
              <a:extLst>
                <a:ext uri="{FF2B5EF4-FFF2-40B4-BE49-F238E27FC236}">
                  <a16:creationId xmlns:a16="http://schemas.microsoft.com/office/drawing/2014/main" id="{365AC5B6-15A2-667A-77E5-E0FDC3426E2C}"/>
                </a:ext>
              </a:extLst>
            </p:cNvPr>
            <p:cNvSpPr txBox="1"/>
            <p:nvPr/>
          </p:nvSpPr>
          <p:spPr>
            <a:xfrm>
              <a:off x="120216" y="6114392"/>
              <a:ext cx="143464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900" b="1" dirty="0"/>
                <a:t>* Chroma</a:t>
              </a:r>
            </a:p>
          </p:txBody>
        </p:sp>
      </p:grpSp>
      <p:grpSp>
        <p:nvGrpSpPr>
          <p:cNvPr id="17567" name="Group 17566">
            <a:extLst>
              <a:ext uri="{FF2B5EF4-FFF2-40B4-BE49-F238E27FC236}">
                <a16:creationId xmlns:a16="http://schemas.microsoft.com/office/drawing/2014/main" id="{77950413-E19A-03A0-A67B-1A770E431616}"/>
              </a:ext>
            </a:extLst>
          </p:cNvPr>
          <p:cNvGrpSpPr/>
          <p:nvPr/>
        </p:nvGrpSpPr>
        <p:grpSpPr>
          <a:xfrm>
            <a:off x="10717983" y="5410330"/>
            <a:ext cx="1638803" cy="1049279"/>
            <a:chOff x="42141" y="5434445"/>
            <a:chExt cx="1638803" cy="1049279"/>
          </a:xfrm>
        </p:grpSpPr>
        <p:sp>
          <p:nvSpPr>
            <p:cNvPr id="17568" name="TextBox 17567">
              <a:extLst>
                <a:ext uri="{FF2B5EF4-FFF2-40B4-BE49-F238E27FC236}">
                  <a16:creationId xmlns:a16="http://schemas.microsoft.com/office/drawing/2014/main" id="{A68BC935-4008-A8FF-1496-F066B79AEB74}"/>
                </a:ext>
              </a:extLst>
            </p:cNvPr>
            <p:cNvSpPr txBox="1"/>
            <p:nvPr/>
          </p:nvSpPr>
          <p:spPr>
            <a:xfrm>
              <a:off x="69851" y="5434445"/>
              <a:ext cx="5397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09</a:t>
              </a:r>
            </a:p>
          </p:txBody>
        </p:sp>
        <p:sp>
          <p:nvSpPr>
            <p:cNvPr id="17569" name="TextBox 17568">
              <a:extLst>
                <a:ext uri="{FF2B5EF4-FFF2-40B4-BE49-F238E27FC236}">
                  <a16:creationId xmlns:a16="http://schemas.microsoft.com/office/drawing/2014/main" id="{6360DF66-4D42-F6CB-C92E-1820C97DADEE}"/>
                </a:ext>
              </a:extLst>
            </p:cNvPr>
            <p:cNvSpPr txBox="1"/>
            <p:nvPr/>
          </p:nvSpPr>
          <p:spPr>
            <a:xfrm>
              <a:off x="42141" y="5728855"/>
              <a:ext cx="16388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Deployment</a:t>
              </a:r>
            </a:p>
          </p:txBody>
        </p:sp>
        <p:sp>
          <p:nvSpPr>
            <p:cNvPr id="17570" name="TextBox 17569">
              <a:extLst>
                <a:ext uri="{FF2B5EF4-FFF2-40B4-BE49-F238E27FC236}">
                  <a16:creationId xmlns:a16="http://schemas.microsoft.com/office/drawing/2014/main" id="{36D143AE-361B-C109-66ED-AA34F1A59611}"/>
                </a:ext>
              </a:extLst>
            </p:cNvPr>
            <p:cNvSpPr txBox="1"/>
            <p:nvPr/>
          </p:nvSpPr>
          <p:spPr>
            <a:xfrm>
              <a:off x="120216" y="6114392"/>
              <a:ext cx="14346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900" b="1" dirty="0"/>
                <a:t>* Docker container</a:t>
              </a:r>
            </a:p>
            <a:p>
              <a:r>
                <a:rPr lang="en-IN" sz="900" b="1" dirty="0"/>
                <a:t>* AWS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8396</TotalTime>
  <Words>127</Words>
  <Application>Microsoft Office PowerPoint</Application>
  <PresentationFormat>Widescreen</PresentationFormat>
  <Paragraphs>68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ＭＳ Ｐゴシック</vt:lpstr>
      <vt:lpstr>Arial</vt:lpstr>
      <vt:lpstr>Calibri</vt:lpstr>
      <vt:lpstr>Times New Roman</vt:lpstr>
      <vt:lpstr>TradeGothic</vt:lpstr>
      <vt:lpstr>Office Theme</vt:lpstr>
      <vt:lpstr>TECHNICAL APPROACH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Manash Ranjan Mahanand</cp:lastModifiedBy>
  <cp:revision>149</cp:revision>
  <dcterms:created xsi:type="dcterms:W3CDTF">2013-12-12T18:46:50Z</dcterms:created>
  <dcterms:modified xsi:type="dcterms:W3CDTF">2025-10-07T17:57:54Z</dcterms:modified>
  <cp:category/>
</cp:coreProperties>
</file>