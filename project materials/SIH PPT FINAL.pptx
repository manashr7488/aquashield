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67E331-D321-4E75-8F0B-7C715D48B48D}" v="658" dt="2025-09-29T22:38:23.1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35" autoAdjust="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36" y="5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h Ranjan Mahanand" userId="2e4d7e10920bb171" providerId="LiveId" clId="{BDE34B58-E2C9-41B1-A886-1D815322C81A}"/>
    <pc:docChg chg="undo redo custSel delSld modSld sldOrd">
      <pc:chgData name="Manash Ranjan Mahanand" userId="2e4d7e10920bb171" providerId="LiveId" clId="{BDE34B58-E2C9-41B1-A886-1D815322C81A}" dt="2025-09-29T22:38:23.198" v="6892" actId="1037"/>
      <pc:docMkLst>
        <pc:docMk/>
      </pc:docMkLst>
      <pc:sldChg chg="ord">
        <pc:chgData name="Manash Ranjan Mahanand" userId="2e4d7e10920bb171" providerId="LiveId" clId="{BDE34B58-E2C9-41B1-A886-1D815322C81A}" dt="2025-09-29T22:37:35.605" v="6860"/>
        <pc:sldMkLst>
          <pc:docMk/>
          <pc:sldMk cId="0" sldId="281"/>
        </pc:sldMkLst>
      </pc:sldChg>
      <pc:sldChg chg="addSp delSp modSp mod">
        <pc:chgData name="Manash Ranjan Mahanand" userId="2e4d7e10920bb171" providerId="LiveId" clId="{BDE34B58-E2C9-41B1-A886-1D815322C81A}" dt="2025-09-29T22:38:23.198" v="6892" actId="1037"/>
        <pc:sldMkLst>
          <pc:docMk/>
          <pc:sldMk cId="0" sldId="290"/>
        </pc:sldMkLst>
        <pc:spChg chg="add del mod">
          <ac:chgData name="Manash Ranjan Mahanand" userId="2e4d7e10920bb171" providerId="LiveId" clId="{BDE34B58-E2C9-41B1-A886-1D815322C81A}" dt="2025-09-29T15:56:44.044" v="46" actId="478"/>
          <ac:spMkLst>
            <pc:docMk/>
            <pc:sldMk cId="0" sldId="290"/>
            <ac:spMk id="3" creationId="{76F9E522-F616-697F-6BB0-A00EADCA7BB7}"/>
          </ac:spMkLst>
        </pc:spChg>
        <pc:spChg chg="add mod">
          <ac:chgData name="Manash Ranjan Mahanand" userId="2e4d7e10920bb171" providerId="LiveId" clId="{BDE34B58-E2C9-41B1-A886-1D815322C81A}" dt="2025-09-29T18:18:06.600" v="2554" actId="1076"/>
          <ac:spMkLst>
            <pc:docMk/>
            <pc:sldMk cId="0" sldId="290"/>
            <ac:spMk id="4" creationId="{D3F00210-3C88-C229-8AB2-EE462968D206}"/>
          </ac:spMkLst>
        </pc:spChg>
        <pc:spChg chg="add mod">
          <ac:chgData name="Manash Ranjan Mahanand" userId="2e4d7e10920bb171" providerId="LiveId" clId="{BDE34B58-E2C9-41B1-A886-1D815322C81A}" dt="2025-09-29T16:43:42.336" v="647" actId="1076"/>
          <ac:spMkLst>
            <pc:docMk/>
            <pc:sldMk cId="0" sldId="290"/>
            <ac:spMk id="5" creationId="{1236048B-FEB2-774B-EADE-0587A8554ED8}"/>
          </ac:spMkLst>
        </pc:spChg>
        <pc:spChg chg="del mod">
          <ac:chgData name="Manash Ranjan Mahanand" userId="2e4d7e10920bb171" providerId="LiveId" clId="{BDE34B58-E2C9-41B1-A886-1D815322C81A}" dt="2025-09-29T17:31:58.800" v="1648" actId="478"/>
          <ac:spMkLst>
            <pc:docMk/>
            <pc:sldMk cId="0" sldId="290"/>
            <ac:spMk id="6" creationId="{00000000-0000-0000-0000-000000000000}"/>
          </ac:spMkLst>
        </pc:spChg>
        <pc:spChg chg="del mod">
          <ac:chgData name="Manash Ranjan Mahanand" userId="2e4d7e10920bb171" providerId="LiveId" clId="{BDE34B58-E2C9-41B1-A886-1D815322C81A}" dt="2025-09-29T17:59:54.167" v="2171" actId="478"/>
          <ac:spMkLst>
            <pc:docMk/>
            <pc:sldMk cId="0" sldId="290"/>
            <ac:spMk id="7" creationId="{00000000-0000-0000-0000-000000000000}"/>
          </ac:spMkLst>
        </pc:spChg>
        <pc:spChg chg="mod">
          <ac:chgData name="Manash Ranjan Mahanand" userId="2e4d7e10920bb171" providerId="LiveId" clId="{BDE34B58-E2C9-41B1-A886-1D815322C81A}" dt="2025-09-29T16:26:37.868" v="420" actId="1076"/>
          <ac:spMkLst>
            <pc:docMk/>
            <pc:sldMk cId="0" sldId="290"/>
            <ac:spMk id="12" creationId="{6F7043FB-695D-11BF-9FBD-90E8AB1EBC2F}"/>
          </ac:spMkLst>
        </pc:spChg>
        <pc:spChg chg="mod">
          <ac:chgData name="Manash Ranjan Mahanand" userId="2e4d7e10920bb171" providerId="LiveId" clId="{BDE34B58-E2C9-41B1-A886-1D815322C81A}" dt="2025-09-29T17:40:29.714" v="1767" actId="1076"/>
          <ac:spMkLst>
            <pc:docMk/>
            <pc:sldMk cId="0" sldId="290"/>
            <ac:spMk id="16" creationId="{83D339FD-FBFC-8370-0DEE-9122C2263898}"/>
          </ac:spMkLst>
        </pc:spChg>
        <pc:spChg chg="add mod">
          <ac:chgData name="Manash Ranjan Mahanand" userId="2e4d7e10920bb171" providerId="LiveId" clId="{BDE34B58-E2C9-41B1-A886-1D815322C81A}" dt="2025-09-29T19:49:31.019" v="3495" actId="1037"/>
          <ac:spMkLst>
            <pc:docMk/>
            <pc:sldMk cId="0" sldId="290"/>
            <ac:spMk id="17" creationId="{9C3AFDD7-D8B9-6E5C-F194-D9DFB295E611}"/>
          </ac:spMkLst>
        </pc:spChg>
        <pc:spChg chg="mod">
          <ac:chgData name="Manash Ranjan Mahanand" userId="2e4d7e10920bb171" providerId="LiveId" clId="{BDE34B58-E2C9-41B1-A886-1D815322C81A}" dt="2025-09-29T18:05:57.929" v="2340" actId="1035"/>
          <ac:spMkLst>
            <pc:docMk/>
            <pc:sldMk cId="0" sldId="290"/>
            <ac:spMk id="21" creationId="{4107F1C9-47D9-398E-1C38-2E68F1309482}"/>
          </ac:spMkLst>
        </pc:spChg>
        <pc:spChg chg="add mod">
          <ac:chgData name="Manash Ranjan Mahanand" userId="2e4d7e10920bb171" providerId="LiveId" clId="{BDE34B58-E2C9-41B1-A886-1D815322C81A}" dt="2025-09-29T17:40:37.125" v="1769" actId="1076"/>
          <ac:spMkLst>
            <pc:docMk/>
            <pc:sldMk cId="0" sldId="290"/>
            <ac:spMk id="24" creationId="{BAAA4BD9-3E4B-94CC-24C1-95F8ACF9FB60}"/>
          </ac:spMkLst>
        </pc:spChg>
        <pc:spChg chg="add mod">
          <ac:chgData name="Manash Ranjan Mahanand" userId="2e4d7e10920bb171" providerId="LiveId" clId="{BDE34B58-E2C9-41B1-A886-1D815322C81A}" dt="2025-09-29T20:04:12.010" v="3514" actId="1076"/>
          <ac:spMkLst>
            <pc:docMk/>
            <pc:sldMk cId="0" sldId="290"/>
            <ac:spMk id="26" creationId="{3525ABAE-56D1-6573-D34E-A1CA2BE224E0}"/>
          </ac:spMkLst>
        </pc:spChg>
        <pc:spChg chg="add mod">
          <ac:chgData name="Manash Ranjan Mahanand" userId="2e4d7e10920bb171" providerId="LiveId" clId="{BDE34B58-E2C9-41B1-A886-1D815322C81A}" dt="2025-09-29T19:49:31.019" v="3495" actId="1037"/>
          <ac:spMkLst>
            <pc:docMk/>
            <pc:sldMk cId="0" sldId="290"/>
            <ac:spMk id="28" creationId="{D7E1AC03-73D4-2120-B95A-ADEB03BDBB29}"/>
          </ac:spMkLst>
        </pc:spChg>
        <pc:spChg chg="add mod">
          <ac:chgData name="Manash Ranjan Mahanand" userId="2e4d7e10920bb171" providerId="LiveId" clId="{BDE34B58-E2C9-41B1-A886-1D815322C81A}" dt="2025-09-29T22:38:18.619" v="6881" actId="1037"/>
          <ac:spMkLst>
            <pc:docMk/>
            <pc:sldMk cId="0" sldId="290"/>
            <ac:spMk id="29" creationId="{C6ED3F37-25F7-4DBC-ED1E-E3C944FB1B63}"/>
          </ac:spMkLst>
        </pc:spChg>
        <pc:spChg chg="add mod">
          <ac:chgData name="Manash Ranjan Mahanand" userId="2e4d7e10920bb171" providerId="LiveId" clId="{BDE34B58-E2C9-41B1-A886-1D815322C81A}" dt="2025-09-29T20:21:51.420" v="4470" actId="14100"/>
          <ac:spMkLst>
            <pc:docMk/>
            <pc:sldMk cId="0" sldId="290"/>
            <ac:spMk id="30" creationId="{C6C6AAEF-54C5-FB9D-7B3C-8375D04D55F5}"/>
          </ac:spMkLst>
        </pc:spChg>
        <pc:spChg chg="add mod">
          <ac:chgData name="Manash Ranjan Mahanand" userId="2e4d7e10920bb171" providerId="LiveId" clId="{BDE34B58-E2C9-41B1-A886-1D815322C81A}" dt="2025-09-29T20:04:22.616" v="3516" actId="1076"/>
          <ac:spMkLst>
            <pc:docMk/>
            <pc:sldMk cId="0" sldId="290"/>
            <ac:spMk id="31" creationId="{06884A97-886A-484B-C4CA-76DE8CDA5043}"/>
          </ac:spMkLst>
        </pc:spChg>
        <pc:spChg chg="add mod">
          <ac:chgData name="Manash Ranjan Mahanand" userId="2e4d7e10920bb171" providerId="LiveId" clId="{BDE34B58-E2C9-41B1-A886-1D815322C81A}" dt="2025-09-29T20:04:16.612" v="3515" actId="1076"/>
          <ac:spMkLst>
            <pc:docMk/>
            <pc:sldMk cId="0" sldId="290"/>
            <ac:spMk id="32" creationId="{BD6DBC1C-4453-C963-0FA0-C393BE90D46A}"/>
          </ac:spMkLst>
        </pc:spChg>
        <pc:spChg chg="add mod">
          <ac:chgData name="Manash Ranjan Mahanand" userId="2e4d7e10920bb171" providerId="LiveId" clId="{BDE34B58-E2C9-41B1-A886-1D815322C81A}" dt="2025-09-29T16:18:19.913" v="354" actId="207"/>
          <ac:spMkLst>
            <pc:docMk/>
            <pc:sldMk cId="0" sldId="290"/>
            <ac:spMk id="33" creationId="{98FCC607-E541-A14D-E1A7-526510441908}"/>
          </ac:spMkLst>
        </pc:spChg>
        <pc:spChg chg="add mod">
          <ac:chgData name="Manash Ranjan Mahanand" userId="2e4d7e10920bb171" providerId="LiveId" clId="{BDE34B58-E2C9-41B1-A886-1D815322C81A}" dt="2025-09-29T16:18:11.855" v="353" actId="1076"/>
          <ac:spMkLst>
            <pc:docMk/>
            <pc:sldMk cId="0" sldId="290"/>
            <ac:spMk id="34" creationId="{EFA8BA58-0D80-40E4-F18C-395E604497CD}"/>
          </ac:spMkLst>
        </pc:spChg>
        <pc:spChg chg="add mod">
          <ac:chgData name="Manash Ranjan Mahanand" userId="2e4d7e10920bb171" providerId="LiveId" clId="{BDE34B58-E2C9-41B1-A886-1D815322C81A}" dt="2025-09-29T20:28:04.650" v="4482" actId="113"/>
          <ac:spMkLst>
            <pc:docMk/>
            <pc:sldMk cId="0" sldId="290"/>
            <ac:spMk id="35" creationId="{E4574ABA-6311-2A7F-1514-DB04ACBDC9BB}"/>
          </ac:spMkLst>
        </pc:spChg>
        <pc:spChg chg="add mod">
          <ac:chgData name="Manash Ranjan Mahanand" userId="2e4d7e10920bb171" providerId="LiveId" clId="{BDE34B58-E2C9-41B1-A886-1D815322C81A}" dt="2025-09-29T17:50:26.317" v="1942" actId="1076"/>
          <ac:spMkLst>
            <pc:docMk/>
            <pc:sldMk cId="0" sldId="290"/>
            <ac:spMk id="37" creationId="{E5980A4D-DF7C-01E6-AE2B-52F42DF919C6}"/>
          </ac:spMkLst>
        </pc:spChg>
        <pc:spChg chg="add mod">
          <ac:chgData name="Manash Ranjan Mahanand" userId="2e4d7e10920bb171" providerId="LiveId" clId="{BDE34B58-E2C9-41B1-A886-1D815322C81A}" dt="2025-09-29T20:27:07.376" v="4471" actId="113"/>
          <ac:spMkLst>
            <pc:docMk/>
            <pc:sldMk cId="0" sldId="290"/>
            <ac:spMk id="39" creationId="{03B9B872-408A-4F04-479F-45C6B62ACECF}"/>
          </ac:spMkLst>
        </pc:spChg>
        <pc:spChg chg="mod">
          <ac:chgData name="Manash Ranjan Mahanand" userId="2e4d7e10920bb171" providerId="LiveId" clId="{BDE34B58-E2C9-41B1-A886-1D815322C81A}" dt="2025-09-29T20:28:08.791" v="4483" actId="113"/>
          <ac:spMkLst>
            <pc:docMk/>
            <pc:sldMk cId="0" sldId="290"/>
            <ac:spMk id="50" creationId="{1BF07485-E902-F56D-7E87-18F83433C6DE}"/>
          </ac:spMkLst>
        </pc:spChg>
        <pc:spChg chg="add mod">
          <ac:chgData name="Manash Ranjan Mahanand" userId="2e4d7e10920bb171" providerId="LiveId" clId="{BDE34B58-E2C9-41B1-A886-1D815322C81A}" dt="2025-09-29T17:05:07.040" v="1005" actId="1076"/>
          <ac:spMkLst>
            <pc:docMk/>
            <pc:sldMk cId="0" sldId="290"/>
            <ac:spMk id="53" creationId="{120E80E3-9585-A81A-6831-BBA231235B0B}"/>
          </ac:spMkLst>
        </pc:spChg>
        <pc:spChg chg="mod">
          <ac:chgData name="Manash Ranjan Mahanand" userId="2e4d7e10920bb171" providerId="LiveId" clId="{BDE34B58-E2C9-41B1-A886-1D815322C81A}" dt="2025-09-29T17:52:09.631" v="1967" actId="20577"/>
          <ac:spMkLst>
            <pc:docMk/>
            <pc:sldMk cId="0" sldId="290"/>
            <ac:spMk id="55" creationId="{0E42B5AA-6889-352D-7855-C30C26429715}"/>
          </ac:spMkLst>
        </pc:spChg>
        <pc:spChg chg="add mod">
          <ac:chgData name="Manash Ranjan Mahanand" userId="2e4d7e10920bb171" providerId="LiveId" clId="{BDE34B58-E2C9-41B1-A886-1D815322C81A}" dt="2025-09-29T18:05:57.929" v="2340" actId="1035"/>
          <ac:spMkLst>
            <pc:docMk/>
            <pc:sldMk cId="0" sldId="290"/>
            <ac:spMk id="56" creationId="{A4825C35-C44B-A58D-334C-169826B1E053}"/>
          </ac:spMkLst>
        </pc:spChg>
        <pc:spChg chg="add mod ord">
          <ac:chgData name="Manash Ranjan Mahanand" userId="2e4d7e10920bb171" providerId="LiveId" clId="{BDE34B58-E2C9-41B1-A886-1D815322C81A}" dt="2025-09-29T17:13:02.139" v="1202" actId="1036"/>
          <ac:spMkLst>
            <pc:docMk/>
            <pc:sldMk cId="0" sldId="290"/>
            <ac:spMk id="59" creationId="{7D745A1E-EE59-9025-EFCC-06D4EF4FD152}"/>
          </ac:spMkLst>
        </pc:spChg>
        <pc:spChg chg="mod">
          <ac:chgData name="Manash Ranjan Mahanand" userId="2e4d7e10920bb171" providerId="LiveId" clId="{BDE34B58-E2C9-41B1-A886-1D815322C81A}" dt="2025-09-29T16:43:42.336" v="647" actId="1076"/>
          <ac:spMkLst>
            <pc:docMk/>
            <pc:sldMk cId="0" sldId="290"/>
            <ac:spMk id="63" creationId="{946DB541-84A4-18F6-324C-593ED2565E7F}"/>
          </ac:spMkLst>
        </pc:spChg>
        <pc:spChg chg="mod">
          <ac:chgData name="Manash Ranjan Mahanand" userId="2e4d7e10920bb171" providerId="LiveId" clId="{BDE34B58-E2C9-41B1-A886-1D815322C81A}" dt="2025-09-29T16:43:42.336" v="647" actId="1076"/>
          <ac:spMkLst>
            <pc:docMk/>
            <pc:sldMk cId="0" sldId="290"/>
            <ac:spMk id="1027" creationId="{96CC2D4F-38B6-5907-99B5-982326F9114A}"/>
          </ac:spMkLst>
        </pc:spChg>
        <pc:spChg chg="add mod">
          <ac:chgData name="Manash Ranjan Mahanand" userId="2e4d7e10920bb171" providerId="LiveId" clId="{BDE34B58-E2C9-41B1-A886-1D815322C81A}" dt="2025-09-29T16:43:42.336" v="647" actId="1076"/>
          <ac:spMkLst>
            <pc:docMk/>
            <pc:sldMk cId="0" sldId="290"/>
            <ac:spMk id="1029" creationId="{D4CC770E-5EAB-2E81-95DB-C085C6DEEB45}"/>
          </ac:spMkLst>
        </pc:spChg>
        <pc:spChg chg="add mod">
          <ac:chgData name="Manash Ranjan Mahanand" userId="2e4d7e10920bb171" providerId="LiveId" clId="{BDE34B58-E2C9-41B1-A886-1D815322C81A}" dt="2025-09-29T16:27:24.146" v="423" actId="14100"/>
          <ac:spMkLst>
            <pc:docMk/>
            <pc:sldMk cId="0" sldId="290"/>
            <ac:spMk id="1031" creationId="{D4ADF205-9A9E-9A3F-FF20-7D85A65A8D66}"/>
          </ac:spMkLst>
        </pc:spChg>
        <pc:spChg chg="add mod">
          <ac:chgData name="Manash Ranjan Mahanand" userId="2e4d7e10920bb171" providerId="LiveId" clId="{BDE34B58-E2C9-41B1-A886-1D815322C81A}" dt="2025-09-29T17:13:02.139" v="1202" actId="1036"/>
          <ac:spMkLst>
            <pc:docMk/>
            <pc:sldMk cId="0" sldId="290"/>
            <ac:spMk id="1032" creationId="{5AE2EC80-CEDE-B011-E330-506F53E2346F}"/>
          </ac:spMkLst>
        </pc:spChg>
        <pc:spChg chg="add mod">
          <ac:chgData name="Manash Ranjan Mahanand" userId="2e4d7e10920bb171" providerId="LiveId" clId="{BDE34B58-E2C9-41B1-A886-1D815322C81A}" dt="2025-09-29T17:13:02.139" v="1202" actId="1036"/>
          <ac:spMkLst>
            <pc:docMk/>
            <pc:sldMk cId="0" sldId="290"/>
            <ac:spMk id="1034" creationId="{60078C8A-4937-DEED-5149-45B1A039098A}"/>
          </ac:spMkLst>
        </pc:spChg>
        <pc:spChg chg="add mod">
          <ac:chgData name="Manash Ranjan Mahanand" userId="2e4d7e10920bb171" providerId="LiveId" clId="{BDE34B58-E2C9-41B1-A886-1D815322C81A}" dt="2025-09-29T16:29:37.730" v="444" actId="207"/>
          <ac:spMkLst>
            <pc:docMk/>
            <pc:sldMk cId="0" sldId="290"/>
            <ac:spMk id="1037" creationId="{B49CA345-BFB9-596B-75D5-5AD198382373}"/>
          </ac:spMkLst>
        </pc:spChg>
        <pc:spChg chg="add mod">
          <ac:chgData name="Manash Ranjan Mahanand" userId="2e4d7e10920bb171" providerId="LiveId" clId="{BDE34B58-E2C9-41B1-A886-1D815322C81A}" dt="2025-09-29T17:38:50.708" v="1754" actId="1038"/>
          <ac:spMkLst>
            <pc:docMk/>
            <pc:sldMk cId="0" sldId="290"/>
            <ac:spMk id="1041" creationId="{0EB39319-1F57-829D-1A70-9D20A05620F5}"/>
          </ac:spMkLst>
        </pc:spChg>
        <pc:spChg chg="add mod">
          <ac:chgData name="Manash Ranjan Mahanand" userId="2e4d7e10920bb171" providerId="LiveId" clId="{BDE34B58-E2C9-41B1-A886-1D815322C81A}" dt="2025-09-29T17:13:46.538" v="1204"/>
          <ac:spMkLst>
            <pc:docMk/>
            <pc:sldMk cId="0" sldId="290"/>
            <ac:spMk id="1047" creationId="{74E41B0F-2E48-E980-3BE9-6CCD8470D1B3}"/>
          </ac:spMkLst>
        </pc:spChg>
        <pc:spChg chg="add mod">
          <ac:chgData name="Manash Ranjan Mahanand" userId="2e4d7e10920bb171" providerId="LiveId" clId="{BDE34B58-E2C9-41B1-A886-1D815322C81A}" dt="2025-09-29T18:05:57.929" v="2340" actId="1035"/>
          <ac:spMkLst>
            <pc:docMk/>
            <pc:sldMk cId="0" sldId="290"/>
            <ac:spMk id="1056" creationId="{FBE33CA4-C1BD-B8D0-6B2C-58F90A130428}"/>
          </ac:spMkLst>
        </pc:spChg>
        <pc:spChg chg="add mod">
          <ac:chgData name="Manash Ranjan Mahanand" userId="2e4d7e10920bb171" providerId="LiveId" clId="{BDE34B58-E2C9-41B1-A886-1D815322C81A}" dt="2025-09-29T17:14:35.770" v="1212" actId="1076"/>
          <ac:spMkLst>
            <pc:docMk/>
            <pc:sldMk cId="0" sldId="290"/>
            <ac:spMk id="1059" creationId="{8604E7C9-47C2-E8FF-2AE6-72B9C4DEBE3D}"/>
          </ac:spMkLst>
        </pc:spChg>
        <pc:spChg chg="add mod">
          <ac:chgData name="Manash Ranjan Mahanand" userId="2e4d7e10920bb171" providerId="LiveId" clId="{BDE34B58-E2C9-41B1-A886-1D815322C81A}" dt="2025-09-29T17:50:02.898" v="1938" actId="1076"/>
          <ac:spMkLst>
            <pc:docMk/>
            <pc:sldMk cId="0" sldId="290"/>
            <ac:spMk id="1060" creationId="{66101238-A2A4-A6D4-33F9-5C8E25D2D4ED}"/>
          </ac:spMkLst>
        </pc:spChg>
        <pc:spChg chg="add mod">
          <ac:chgData name="Manash Ranjan Mahanand" userId="2e4d7e10920bb171" providerId="LiveId" clId="{BDE34B58-E2C9-41B1-A886-1D815322C81A}" dt="2025-09-29T17:15:25.125" v="1219" actId="164"/>
          <ac:spMkLst>
            <pc:docMk/>
            <pc:sldMk cId="0" sldId="290"/>
            <ac:spMk id="1074" creationId="{D35E3ACF-3FD3-1DAC-3AD9-C472F8D49C50}"/>
          </ac:spMkLst>
        </pc:spChg>
        <pc:spChg chg="add mod">
          <ac:chgData name="Manash Ranjan Mahanand" userId="2e4d7e10920bb171" providerId="LiveId" clId="{BDE34B58-E2C9-41B1-A886-1D815322C81A}" dt="2025-09-29T16:43:42.336" v="647" actId="1076"/>
          <ac:spMkLst>
            <pc:docMk/>
            <pc:sldMk cId="0" sldId="290"/>
            <ac:spMk id="1076" creationId="{C1E03DE6-22FD-E570-6F99-B5FD35E7B77D}"/>
          </ac:spMkLst>
        </pc:spChg>
        <pc:spChg chg="add mod">
          <ac:chgData name="Manash Ranjan Mahanand" userId="2e4d7e10920bb171" providerId="LiveId" clId="{BDE34B58-E2C9-41B1-A886-1D815322C81A}" dt="2025-09-29T16:43:42.336" v="647" actId="1076"/>
          <ac:spMkLst>
            <pc:docMk/>
            <pc:sldMk cId="0" sldId="290"/>
            <ac:spMk id="1077" creationId="{6FAFB829-54D8-31F0-7017-FB4669E6041F}"/>
          </ac:spMkLst>
        </pc:spChg>
        <pc:spChg chg="add mod">
          <ac:chgData name="Manash Ranjan Mahanand" userId="2e4d7e10920bb171" providerId="LiveId" clId="{BDE34B58-E2C9-41B1-A886-1D815322C81A}" dt="2025-09-29T19:33:00.936" v="3180" actId="14100"/>
          <ac:spMkLst>
            <pc:docMk/>
            <pc:sldMk cId="0" sldId="290"/>
            <ac:spMk id="2072" creationId="{FFACC181-07DB-4CAE-7789-A3962DE0BB74}"/>
          </ac:spMkLst>
        </pc:spChg>
        <pc:spChg chg="add mod">
          <ac:chgData name="Manash Ranjan Mahanand" userId="2e4d7e10920bb171" providerId="LiveId" clId="{BDE34B58-E2C9-41B1-A886-1D815322C81A}" dt="2025-09-29T19:49:31.019" v="3495" actId="1037"/>
          <ac:spMkLst>
            <pc:docMk/>
            <pc:sldMk cId="0" sldId="290"/>
            <ac:spMk id="2073" creationId="{3346E357-C363-6A78-A6F7-DCEB70BE32FB}"/>
          </ac:spMkLst>
        </pc:spChg>
        <pc:spChg chg="add mod">
          <ac:chgData name="Manash Ranjan Mahanand" userId="2e4d7e10920bb171" providerId="LiveId" clId="{BDE34B58-E2C9-41B1-A886-1D815322C81A}" dt="2025-09-29T22:38:23.198" v="6892" actId="1037"/>
          <ac:spMkLst>
            <pc:docMk/>
            <pc:sldMk cId="0" sldId="290"/>
            <ac:spMk id="2074" creationId="{B6EEAAA4-4DB2-47D6-2E26-B3408026F325}"/>
          </ac:spMkLst>
        </pc:spChg>
        <pc:spChg chg="add mod">
          <ac:chgData name="Manash Ranjan Mahanand" userId="2e4d7e10920bb171" providerId="LiveId" clId="{BDE34B58-E2C9-41B1-A886-1D815322C81A}" dt="2025-09-29T20:11:55.977" v="4032" actId="1076"/>
          <ac:spMkLst>
            <pc:docMk/>
            <pc:sldMk cId="0" sldId="290"/>
            <ac:spMk id="2075" creationId="{FB6F1F5F-26DF-7C8B-911F-BE3E7765BF49}"/>
          </ac:spMkLst>
        </pc:spChg>
        <pc:spChg chg="add mod">
          <ac:chgData name="Manash Ranjan Mahanand" userId="2e4d7e10920bb171" providerId="LiveId" clId="{BDE34B58-E2C9-41B1-A886-1D815322C81A}" dt="2025-09-29T19:49:31.019" v="3495" actId="1037"/>
          <ac:spMkLst>
            <pc:docMk/>
            <pc:sldMk cId="0" sldId="290"/>
            <ac:spMk id="2078" creationId="{ED5161E7-B98B-0902-EDFF-1E06E9459C90}"/>
          </ac:spMkLst>
        </pc:spChg>
        <pc:spChg chg="add mod">
          <ac:chgData name="Manash Ranjan Mahanand" userId="2e4d7e10920bb171" providerId="LiveId" clId="{BDE34B58-E2C9-41B1-A886-1D815322C81A}" dt="2025-09-29T19:49:31.019" v="3495" actId="1037"/>
          <ac:spMkLst>
            <pc:docMk/>
            <pc:sldMk cId="0" sldId="290"/>
            <ac:spMk id="2079" creationId="{373FE22E-B15E-D005-21E6-FBDCC584EA21}"/>
          </ac:spMkLst>
        </pc:spChg>
        <pc:spChg chg="add mod">
          <ac:chgData name="Manash Ranjan Mahanand" userId="2e4d7e10920bb171" providerId="LiveId" clId="{BDE34B58-E2C9-41B1-A886-1D815322C81A}" dt="2025-09-29T22:38:23.198" v="6892" actId="1037"/>
          <ac:spMkLst>
            <pc:docMk/>
            <pc:sldMk cId="0" sldId="290"/>
            <ac:spMk id="2080" creationId="{061184B5-D72F-E882-CD3E-6B4CBB025211}"/>
          </ac:spMkLst>
        </pc:spChg>
        <pc:spChg chg="add mod">
          <ac:chgData name="Manash Ranjan Mahanand" userId="2e4d7e10920bb171" providerId="LiveId" clId="{BDE34B58-E2C9-41B1-A886-1D815322C81A}" dt="2025-09-29T19:38:25.714" v="3318" actId="1582"/>
          <ac:spMkLst>
            <pc:docMk/>
            <pc:sldMk cId="0" sldId="290"/>
            <ac:spMk id="2081" creationId="{527CD13C-505F-8EC0-6EE6-9C0F8C2FED75}"/>
          </ac:spMkLst>
        </pc:spChg>
        <pc:spChg chg="add mod">
          <ac:chgData name="Manash Ranjan Mahanand" userId="2e4d7e10920bb171" providerId="LiveId" clId="{BDE34B58-E2C9-41B1-A886-1D815322C81A}" dt="2025-09-29T22:38:18.619" v="6881" actId="1037"/>
          <ac:spMkLst>
            <pc:docMk/>
            <pc:sldMk cId="0" sldId="290"/>
            <ac:spMk id="2082" creationId="{CEA611E3-6F5E-8E4C-1753-6FF38701356D}"/>
          </ac:spMkLst>
        </pc:spChg>
        <pc:spChg chg="add mod">
          <ac:chgData name="Manash Ranjan Mahanand" userId="2e4d7e10920bb171" providerId="LiveId" clId="{BDE34B58-E2C9-41B1-A886-1D815322C81A}" dt="2025-09-29T19:42:17.627" v="3399" actId="1076"/>
          <ac:spMkLst>
            <pc:docMk/>
            <pc:sldMk cId="0" sldId="290"/>
            <ac:spMk id="2098" creationId="{EC0E8948-ECA9-81BB-7E36-3D5724186D17}"/>
          </ac:spMkLst>
        </pc:spChg>
        <pc:spChg chg="add mod">
          <ac:chgData name="Manash Ranjan Mahanand" userId="2e4d7e10920bb171" providerId="LiveId" clId="{BDE34B58-E2C9-41B1-A886-1D815322C81A}" dt="2025-09-29T19:45:35.968" v="3448" actId="14100"/>
          <ac:spMkLst>
            <pc:docMk/>
            <pc:sldMk cId="0" sldId="290"/>
            <ac:spMk id="2101" creationId="{52E5C9E4-902D-0EC5-2DB1-E34D2253A29B}"/>
          </ac:spMkLst>
        </pc:spChg>
        <pc:spChg chg="add mod">
          <ac:chgData name="Manash Ranjan Mahanand" userId="2e4d7e10920bb171" providerId="LiveId" clId="{BDE34B58-E2C9-41B1-A886-1D815322C81A}" dt="2025-09-29T19:48:21.486" v="3473" actId="14100"/>
          <ac:spMkLst>
            <pc:docMk/>
            <pc:sldMk cId="0" sldId="290"/>
            <ac:spMk id="2102" creationId="{2CEC1EB0-F7A3-FAD4-56C3-9857812DF4F7}"/>
          </ac:spMkLst>
        </pc:spChg>
        <pc:spChg chg="mod">
          <ac:chgData name="Manash Ranjan Mahanand" userId="2e4d7e10920bb171" providerId="LiveId" clId="{BDE34B58-E2C9-41B1-A886-1D815322C81A}" dt="2025-09-29T17:14:03.537" v="1205"/>
          <ac:spMkLst>
            <pc:docMk/>
            <pc:sldMk cId="0" sldId="290"/>
            <ac:spMk id="17409" creationId="{00000000-0000-0000-0000-000000000000}"/>
          </ac:spMkLst>
        </pc:spChg>
        <pc:spChg chg="add mod">
          <ac:chgData name="Manash Ranjan Mahanand" userId="2e4d7e10920bb171" providerId="LiveId" clId="{BDE34B58-E2C9-41B1-A886-1D815322C81A}" dt="2025-09-29T16:45:00.640" v="656" actId="207"/>
          <ac:spMkLst>
            <pc:docMk/>
            <pc:sldMk cId="0" sldId="290"/>
            <ac:spMk id="17416" creationId="{2A33B74B-2830-AAF6-AFB6-86A8850636AE}"/>
          </ac:spMkLst>
        </pc:spChg>
        <pc:spChg chg="add mod topLvl">
          <ac:chgData name="Manash Ranjan Mahanand" userId="2e4d7e10920bb171" providerId="LiveId" clId="{BDE34B58-E2C9-41B1-A886-1D815322C81A}" dt="2025-09-29T17:15:38.632" v="1220" actId="164"/>
          <ac:spMkLst>
            <pc:docMk/>
            <pc:sldMk cId="0" sldId="290"/>
            <ac:spMk id="17417" creationId="{5DA7245A-8390-82FA-15DD-5DE3143E56B8}"/>
          </ac:spMkLst>
        </pc:spChg>
        <pc:spChg chg="add mod">
          <ac:chgData name="Manash Ranjan Mahanand" userId="2e4d7e10920bb171" providerId="LiveId" clId="{BDE34B58-E2C9-41B1-A886-1D815322C81A}" dt="2025-09-29T17:13:02.139" v="1202" actId="1036"/>
          <ac:spMkLst>
            <pc:docMk/>
            <pc:sldMk cId="0" sldId="290"/>
            <ac:spMk id="17418" creationId="{0DED5BC2-192A-87DE-DE18-3BC257716025}"/>
          </ac:spMkLst>
        </pc:spChg>
        <pc:spChg chg="add mod">
          <ac:chgData name="Manash Ranjan Mahanand" userId="2e4d7e10920bb171" providerId="LiveId" clId="{BDE34B58-E2C9-41B1-A886-1D815322C81A}" dt="2025-09-29T17:24:45.507" v="1457" actId="164"/>
          <ac:spMkLst>
            <pc:docMk/>
            <pc:sldMk cId="0" sldId="290"/>
            <ac:spMk id="17419" creationId="{2E9DB6BE-A98E-DAA5-C8BA-7E27087B7DBA}"/>
          </ac:spMkLst>
        </pc:spChg>
        <pc:spChg chg="add mod">
          <ac:chgData name="Manash Ranjan Mahanand" userId="2e4d7e10920bb171" providerId="LiveId" clId="{BDE34B58-E2C9-41B1-A886-1D815322C81A}" dt="2025-09-29T17:24:45.507" v="1457" actId="164"/>
          <ac:spMkLst>
            <pc:docMk/>
            <pc:sldMk cId="0" sldId="290"/>
            <ac:spMk id="17421" creationId="{7CC41516-C3EC-C6F8-A988-CDD8BDCAA34D}"/>
          </ac:spMkLst>
        </pc:spChg>
        <pc:spChg chg="add mod">
          <ac:chgData name="Manash Ranjan Mahanand" userId="2e4d7e10920bb171" providerId="LiveId" clId="{BDE34B58-E2C9-41B1-A886-1D815322C81A}" dt="2025-09-29T17:13:02.139" v="1202" actId="1036"/>
          <ac:spMkLst>
            <pc:docMk/>
            <pc:sldMk cId="0" sldId="290"/>
            <ac:spMk id="17422" creationId="{C7F48C0B-CD96-ABD2-4258-72879F7DF3D2}"/>
          </ac:spMkLst>
        </pc:spChg>
        <pc:spChg chg="add mod">
          <ac:chgData name="Manash Ranjan Mahanand" userId="2e4d7e10920bb171" providerId="LiveId" clId="{BDE34B58-E2C9-41B1-A886-1D815322C81A}" dt="2025-09-29T17:13:02.139" v="1202" actId="1036"/>
          <ac:spMkLst>
            <pc:docMk/>
            <pc:sldMk cId="0" sldId="290"/>
            <ac:spMk id="17423" creationId="{6837FEAD-63C2-AAF3-9D08-1B9DBAA371A2}"/>
          </ac:spMkLst>
        </pc:spChg>
        <pc:spChg chg="add del mod">
          <ac:chgData name="Manash Ranjan Mahanand" userId="2e4d7e10920bb171" providerId="LiveId" clId="{BDE34B58-E2C9-41B1-A886-1D815322C81A}" dt="2025-09-29T17:18:06.029" v="1310" actId="478"/>
          <ac:spMkLst>
            <pc:docMk/>
            <pc:sldMk cId="0" sldId="290"/>
            <ac:spMk id="17424" creationId="{56B146B1-62F2-451A-B1DF-1D0203C95D16}"/>
          </ac:spMkLst>
        </pc:spChg>
        <pc:spChg chg="add mod">
          <ac:chgData name="Manash Ranjan Mahanand" userId="2e4d7e10920bb171" providerId="LiveId" clId="{BDE34B58-E2C9-41B1-A886-1D815322C81A}" dt="2025-09-29T18:05:57.929" v="2340" actId="1035"/>
          <ac:spMkLst>
            <pc:docMk/>
            <pc:sldMk cId="0" sldId="290"/>
            <ac:spMk id="17426" creationId="{76B7C23B-B80D-F1A5-7CCA-80C93D91C88B}"/>
          </ac:spMkLst>
        </pc:spChg>
        <pc:spChg chg="add mod ord">
          <ac:chgData name="Manash Ranjan Mahanand" userId="2e4d7e10920bb171" providerId="LiveId" clId="{BDE34B58-E2C9-41B1-A886-1D815322C81A}" dt="2025-09-29T17:19:32.311" v="1354" actId="164"/>
          <ac:spMkLst>
            <pc:docMk/>
            <pc:sldMk cId="0" sldId="290"/>
            <ac:spMk id="17427" creationId="{B30CC5EB-0AA3-C7C7-1101-AC24BC54D647}"/>
          </ac:spMkLst>
        </pc:spChg>
        <pc:spChg chg="add mod topLvl">
          <ac:chgData name="Manash Ranjan Mahanand" userId="2e4d7e10920bb171" providerId="LiveId" clId="{BDE34B58-E2C9-41B1-A886-1D815322C81A}" dt="2025-09-29T17:15:38.632" v="1220" actId="164"/>
          <ac:spMkLst>
            <pc:docMk/>
            <pc:sldMk cId="0" sldId="290"/>
            <ac:spMk id="17429" creationId="{191933E1-CEDC-8ACF-4840-A21B4364C435}"/>
          </ac:spMkLst>
        </pc:spChg>
        <pc:spChg chg="add mod topLvl">
          <ac:chgData name="Manash Ranjan Mahanand" userId="2e4d7e10920bb171" providerId="LiveId" clId="{BDE34B58-E2C9-41B1-A886-1D815322C81A}" dt="2025-09-29T17:15:38.632" v="1220" actId="164"/>
          <ac:spMkLst>
            <pc:docMk/>
            <pc:sldMk cId="0" sldId="290"/>
            <ac:spMk id="17430" creationId="{8E0424FE-9148-F738-B8CD-166CD7CB2245}"/>
          </ac:spMkLst>
        </pc:spChg>
        <pc:spChg chg="add mod">
          <ac:chgData name="Manash Ranjan Mahanand" userId="2e4d7e10920bb171" providerId="LiveId" clId="{BDE34B58-E2C9-41B1-A886-1D815322C81A}" dt="2025-09-29T17:13:02.139" v="1202" actId="1036"/>
          <ac:spMkLst>
            <pc:docMk/>
            <pc:sldMk cId="0" sldId="290"/>
            <ac:spMk id="17431" creationId="{1799C3D7-9416-1BAF-2104-236C095FA6D6}"/>
          </ac:spMkLst>
        </pc:spChg>
        <pc:spChg chg="mod">
          <ac:chgData name="Manash Ranjan Mahanand" userId="2e4d7e10920bb171" providerId="LiveId" clId="{BDE34B58-E2C9-41B1-A886-1D815322C81A}" dt="2025-09-29T17:20:00.038" v="1378" actId="20577"/>
          <ac:spMkLst>
            <pc:docMk/>
            <pc:sldMk cId="0" sldId="290"/>
            <ac:spMk id="17434" creationId="{EF73FE72-C0CD-C419-F7AC-152C205FE31C}"/>
          </ac:spMkLst>
        </pc:spChg>
        <pc:spChg chg="mod">
          <ac:chgData name="Manash Ranjan Mahanand" userId="2e4d7e10920bb171" providerId="LiveId" clId="{BDE34B58-E2C9-41B1-A886-1D815322C81A}" dt="2025-09-29T17:19:42.590" v="1355"/>
          <ac:spMkLst>
            <pc:docMk/>
            <pc:sldMk cId="0" sldId="290"/>
            <ac:spMk id="17435" creationId="{B4D7D1C2-474A-9EE8-7846-2DB260624C81}"/>
          </ac:spMkLst>
        </pc:spChg>
        <pc:spChg chg="mod">
          <ac:chgData name="Manash Ranjan Mahanand" userId="2e4d7e10920bb171" providerId="LiveId" clId="{BDE34B58-E2C9-41B1-A886-1D815322C81A}" dt="2025-09-29T18:05:57.929" v="2340" actId="1035"/>
          <ac:spMkLst>
            <pc:docMk/>
            <pc:sldMk cId="0" sldId="290"/>
            <ac:spMk id="17437" creationId="{A6CC071D-4BA4-DDBB-F32C-A7E8E177A409}"/>
          </ac:spMkLst>
        </pc:spChg>
        <pc:spChg chg="add mod topLvl">
          <ac:chgData name="Manash Ranjan Mahanand" userId="2e4d7e10920bb171" providerId="LiveId" clId="{BDE34B58-E2C9-41B1-A886-1D815322C81A}" dt="2025-09-29T17:15:38.632" v="1220" actId="164"/>
          <ac:spMkLst>
            <pc:docMk/>
            <pc:sldMk cId="0" sldId="290"/>
            <ac:spMk id="17438" creationId="{BBBFF603-9A96-53B6-A69A-7D2AC8CC6444}"/>
          </ac:spMkLst>
        </pc:spChg>
        <pc:spChg chg="mod">
          <ac:chgData name="Manash Ranjan Mahanand" userId="2e4d7e10920bb171" providerId="LiveId" clId="{BDE34B58-E2C9-41B1-A886-1D815322C81A}" dt="2025-09-29T17:27:56.214" v="1521" actId="1038"/>
          <ac:spMkLst>
            <pc:docMk/>
            <pc:sldMk cId="0" sldId="290"/>
            <ac:spMk id="17439" creationId="{1D3C377F-E649-35B1-E1AC-9943FF947D04}"/>
          </ac:spMkLst>
        </pc:spChg>
        <pc:spChg chg="mod">
          <ac:chgData name="Manash Ranjan Mahanand" userId="2e4d7e10920bb171" providerId="LiveId" clId="{BDE34B58-E2C9-41B1-A886-1D815322C81A}" dt="2025-09-29T17:20:31.480" v="1413" actId="14100"/>
          <ac:spMkLst>
            <pc:docMk/>
            <pc:sldMk cId="0" sldId="290"/>
            <ac:spMk id="17442" creationId="{F407B8C8-E719-61A4-DE99-D4CF6FD1EB99}"/>
          </ac:spMkLst>
        </pc:spChg>
        <pc:spChg chg="mod">
          <ac:chgData name="Manash Ranjan Mahanand" userId="2e4d7e10920bb171" providerId="LiveId" clId="{BDE34B58-E2C9-41B1-A886-1D815322C81A}" dt="2025-09-29T17:19:47.299" v="1359"/>
          <ac:spMkLst>
            <pc:docMk/>
            <pc:sldMk cId="0" sldId="290"/>
            <ac:spMk id="17443" creationId="{70CCC774-6FCB-BD82-86A5-86FF79BAB304}"/>
          </ac:spMkLst>
        </pc:spChg>
        <pc:spChg chg="add mod topLvl">
          <ac:chgData name="Manash Ranjan Mahanand" userId="2e4d7e10920bb171" providerId="LiveId" clId="{BDE34B58-E2C9-41B1-A886-1D815322C81A}" dt="2025-09-29T17:15:38.632" v="1220" actId="164"/>
          <ac:spMkLst>
            <pc:docMk/>
            <pc:sldMk cId="0" sldId="290"/>
            <ac:spMk id="17444" creationId="{73A74C0F-43A0-E4BF-CDC6-9DA131BAE17C}"/>
          </ac:spMkLst>
        </pc:spChg>
        <pc:spChg chg="add del mod">
          <ac:chgData name="Manash Ranjan Mahanand" userId="2e4d7e10920bb171" providerId="LiveId" clId="{BDE34B58-E2C9-41B1-A886-1D815322C81A}" dt="2025-09-29T16:55:00.840" v="778" actId="478"/>
          <ac:spMkLst>
            <pc:docMk/>
            <pc:sldMk cId="0" sldId="290"/>
            <ac:spMk id="17445" creationId="{A91FAD7E-F21A-16E1-C978-115EE050FB72}"/>
          </ac:spMkLst>
        </pc:spChg>
        <pc:spChg chg="add mod topLvl">
          <ac:chgData name="Manash Ranjan Mahanand" userId="2e4d7e10920bb171" providerId="LiveId" clId="{BDE34B58-E2C9-41B1-A886-1D815322C81A}" dt="2025-09-29T17:15:38.632" v="1220" actId="164"/>
          <ac:spMkLst>
            <pc:docMk/>
            <pc:sldMk cId="0" sldId="290"/>
            <ac:spMk id="17446" creationId="{0CBD3394-6CC3-4C6D-7FDF-7150CFED1515}"/>
          </ac:spMkLst>
        </pc:spChg>
        <pc:spChg chg="add mod topLvl">
          <ac:chgData name="Manash Ranjan Mahanand" userId="2e4d7e10920bb171" providerId="LiveId" clId="{BDE34B58-E2C9-41B1-A886-1D815322C81A}" dt="2025-09-29T17:15:38.632" v="1220" actId="164"/>
          <ac:spMkLst>
            <pc:docMk/>
            <pc:sldMk cId="0" sldId="290"/>
            <ac:spMk id="17447" creationId="{4491F05E-69E3-AAA1-9EA6-8A9CB82C6DFD}"/>
          </ac:spMkLst>
        </pc:spChg>
        <pc:spChg chg="add mod topLvl">
          <ac:chgData name="Manash Ranjan Mahanand" userId="2e4d7e10920bb171" providerId="LiveId" clId="{BDE34B58-E2C9-41B1-A886-1D815322C81A}" dt="2025-09-29T17:15:38.632" v="1220" actId="164"/>
          <ac:spMkLst>
            <pc:docMk/>
            <pc:sldMk cId="0" sldId="290"/>
            <ac:spMk id="17448" creationId="{6350F023-6F70-8A41-7BF4-43053A27F1DB}"/>
          </ac:spMkLst>
        </pc:spChg>
        <pc:spChg chg="mod">
          <ac:chgData name="Manash Ranjan Mahanand" userId="2e4d7e10920bb171" providerId="LiveId" clId="{BDE34B58-E2C9-41B1-A886-1D815322C81A}" dt="2025-09-29T17:24:47.965" v="1458"/>
          <ac:spMkLst>
            <pc:docMk/>
            <pc:sldMk cId="0" sldId="290"/>
            <ac:spMk id="17468" creationId="{89B4AB32-EF39-2D7C-7951-AC8914DBD226}"/>
          </ac:spMkLst>
        </pc:spChg>
        <pc:spChg chg="mod">
          <ac:chgData name="Manash Ranjan Mahanand" userId="2e4d7e10920bb171" providerId="LiveId" clId="{BDE34B58-E2C9-41B1-A886-1D815322C81A}" dt="2025-09-29T17:27:56.214" v="1521" actId="1038"/>
          <ac:spMkLst>
            <pc:docMk/>
            <pc:sldMk cId="0" sldId="290"/>
            <ac:spMk id="17469" creationId="{8A41ABC7-67E1-F91A-9D9E-ADC145D5C046}"/>
          </ac:spMkLst>
        </pc:spChg>
        <pc:spChg chg="mod">
          <ac:chgData name="Manash Ranjan Mahanand" userId="2e4d7e10920bb171" providerId="LiveId" clId="{BDE34B58-E2C9-41B1-A886-1D815322C81A}" dt="2025-09-29T17:27:56.214" v="1521" actId="1038"/>
          <ac:spMkLst>
            <pc:docMk/>
            <pc:sldMk cId="0" sldId="290"/>
            <ac:spMk id="17478" creationId="{C97DBF00-79D4-29EC-002A-5C6DF4849779}"/>
          </ac:spMkLst>
        </pc:spChg>
        <pc:spChg chg="mod">
          <ac:chgData name="Manash Ranjan Mahanand" userId="2e4d7e10920bb171" providerId="LiveId" clId="{BDE34B58-E2C9-41B1-A886-1D815322C81A}" dt="2025-09-29T17:27:56.214" v="1521" actId="1038"/>
          <ac:spMkLst>
            <pc:docMk/>
            <pc:sldMk cId="0" sldId="290"/>
            <ac:spMk id="17479" creationId="{0D330858-B628-17A5-79B4-37E04539DE3E}"/>
          </ac:spMkLst>
        </pc:spChg>
        <pc:spChg chg="mod">
          <ac:chgData name="Manash Ranjan Mahanand" userId="2e4d7e10920bb171" providerId="LiveId" clId="{BDE34B58-E2C9-41B1-A886-1D815322C81A}" dt="2025-09-29T17:24:47.965" v="1458"/>
          <ac:spMkLst>
            <pc:docMk/>
            <pc:sldMk cId="0" sldId="290"/>
            <ac:spMk id="17480" creationId="{7C51FB61-36B5-23FD-0A9D-F7752B0D385E}"/>
          </ac:spMkLst>
        </pc:spChg>
        <pc:spChg chg="mod">
          <ac:chgData name="Manash Ranjan Mahanand" userId="2e4d7e10920bb171" providerId="LiveId" clId="{BDE34B58-E2C9-41B1-A886-1D815322C81A}" dt="2025-09-29T17:24:47.965" v="1458"/>
          <ac:spMkLst>
            <pc:docMk/>
            <pc:sldMk cId="0" sldId="290"/>
            <ac:spMk id="17481" creationId="{A632FD26-7F7A-5207-3E3D-1BE8049D87CD}"/>
          </ac:spMkLst>
        </pc:spChg>
        <pc:spChg chg="mod">
          <ac:chgData name="Manash Ranjan Mahanand" userId="2e4d7e10920bb171" providerId="LiveId" clId="{BDE34B58-E2C9-41B1-A886-1D815322C81A}" dt="2025-09-29T17:24:47.965" v="1458"/>
          <ac:spMkLst>
            <pc:docMk/>
            <pc:sldMk cId="0" sldId="290"/>
            <ac:spMk id="17482" creationId="{9E9798A2-D427-4F61-E78F-920BD2804418}"/>
          </ac:spMkLst>
        </pc:spChg>
        <pc:spChg chg="mod">
          <ac:chgData name="Manash Ranjan Mahanand" userId="2e4d7e10920bb171" providerId="LiveId" clId="{BDE34B58-E2C9-41B1-A886-1D815322C81A}" dt="2025-09-29T17:24:47.965" v="1458"/>
          <ac:spMkLst>
            <pc:docMk/>
            <pc:sldMk cId="0" sldId="290"/>
            <ac:spMk id="17483" creationId="{398EDAD4-F9A4-9335-30AF-AEDDE3A8AB50}"/>
          </ac:spMkLst>
        </pc:spChg>
        <pc:spChg chg="mod">
          <ac:chgData name="Manash Ranjan Mahanand" userId="2e4d7e10920bb171" providerId="LiveId" clId="{BDE34B58-E2C9-41B1-A886-1D815322C81A}" dt="2025-09-29T18:05:57.929" v="2340" actId="1035"/>
          <ac:spMkLst>
            <pc:docMk/>
            <pc:sldMk cId="0" sldId="290"/>
            <ac:spMk id="17484" creationId="{AEE34CCD-6E40-5DF0-127A-F269E6B05389}"/>
          </ac:spMkLst>
        </pc:spChg>
        <pc:spChg chg="mod">
          <ac:chgData name="Manash Ranjan Mahanand" userId="2e4d7e10920bb171" providerId="LiveId" clId="{BDE34B58-E2C9-41B1-A886-1D815322C81A}" dt="2025-09-29T17:24:47.965" v="1458"/>
          <ac:spMkLst>
            <pc:docMk/>
            <pc:sldMk cId="0" sldId="290"/>
            <ac:spMk id="17485" creationId="{8F52059C-21C7-3D15-AB3C-49C332335401}"/>
          </ac:spMkLst>
        </pc:spChg>
        <pc:spChg chg="mod">
          <ac:chgData name="Manash Ranjan Mahanand" userId="2e4d7e10920bb171" providerId="LiveId" clId="{BDE34B58-E2C9-41B1-A886-1D815322C81A}" dt="2025-09-29T17:24:51.101" v="1460"/>
          <ac:spMkLst>
            <pc:docMk/>
            <pc:sldMk cId="0" sldId="290"/>
            <ac:spMk id="17487" creationId="{287049EA-1836-57E3-8A07-E1C624E73359}"/>
          </ac:spMkLst>
        </pc:spChg>
        <pc:spChg chg="mod">
          <ac:chgData name="Manash Ranjan Mahanand" userId="2e4d7e10920bb171" providerId="LiveId" clId="{BDE34B58-E2C9-41B1-A886-1D815322C81A}" dt="2025-09-29T18:05:57.929" v="2340" actId="1035"/>
          <ac:spMkLst>
            <pc:docMk/>
            <pc:sldMk cId="0" sldId="290"/>
            <ac:spMk id="17488" creationId="{2CE4CE51-8754-13F8-F9FE-DE82AD01D076}"/>
          </ac:spMkLst>
        </pc:spChg>
        <pc:spChg chg="mod">
          <ac:chgData name="Manash Ranjan Mahanand" userId="2e4d7e10920bb171" providerId="LiveId" clId="{BDE34B58-E2C9-41B1-A886-1D815322C81A}" dt="2025-09-29T17:24:51.101" v="1460"/>
          <ac:spMkLst>
            <pc:docMk/>
            <pc:sldMk cId="0" sldId="290"/>
            <ac:spMk id="17497" creationId="{65E6E8FE-FED9-BEC2-8EFF-4326EA18AEEE}"/>
          </ac:spMkLst>
        </pc:spChg>
        <pc:spChg chg="mod">
          <ac:chgData name="Manash Ranjan Mahanand" userId="2e4d7e10920bb171" providerId="LiveId" clId="{BDE34B58-E2C9-41B1-A886-1D815322C81A}" dt="2025-09-29T17:24:51.101" v="1460"/>
          <ac:spMkLst>
            <pc:docMk/>
            <pc:sldMk cId="0" sldId="290"/>
            <ac:spMk id="17498" creationId="{E02D2E57-46C2-C420-2EFB-D4E1326F0767}"/>
          </ac:spMkLst>
        </pc:spChg>
        <pc:spChg chg="mod">
          <ac:chgData name="Manash Ranjan Mahanand" userId="2e4d7e10920bb171" providerId="LiveId" clId="{BDE34B58-E2C9-41B1-A886-1D815322C81A}" dt="2025-09-29T17:24:51.101" v="1460"/>
          <ac:spMkLst>
            <pc:docMk/>
            <pc:sldMk cId="0" sldId="290"/>
            <ac:spMk id="17499" creationId="{F3B22FEF-87AB-172C-2F2D-11647F43B72D}"/>
          </ac:spMkLst>
        </pc:spChg>
        <pc:spChg chg="mod">
          <ac:chgData name="Manash Ranjan Mahanand" userId="2e4d7e10920bb171" providerId="LiveId" clId="{BDE34B58-E2C9-41B1-A886-1D815322C81A}" dt="2025-09-29T17:24:51.101" v="1460"/>
          <ac:spMkLst>
            <pc:docMk/>
            <pc:sldMk cId="0" sldId="290"/>
            <ac:spMk id="17500" creationId="{561CC989-73B6-1D41-FD22-8038D2ADBA7E}"/>
          </ac:spMkLst>
        </pc:spChg>
        <pc:spChg chg="mod">
          <ac:chgData name="Manash Ranjan Mahanand" userId="2e4d7e10920bb171" providerId="LiveId" clId="{BDE34B58-E2C9-41B1-A886-1D815322C81A}" dt="2025-09-29T17:27:56.214" v="1521" actId="1038"/>
          <ac:spMkLst>
            <pc:docMk/>
            <pc:sldMk cId="0" sldId="290"/>
            <ac:spMk id="17501" creationId="{D0EBB10A-45C0-3258-7E10-D5C000C43E45}"/>
          </ac:spMkLst>
        </pc:spChg>
        <pc:spChg chg="mod">
          <ac:chgData name="Manash Ranjan Mahanand" userId="2e4d7e10920bb171" providerId="LiveId" clId="{BDE34B58-E2C9-41B1-A886-1D815322C81A}" dt="2025-09-29T17:27:56.214" v="1521" actId="1038"/>
          <ac:spMkLst>
            <pc:docMk/>
            <pc:sldMk cId="0" sldId="290"/>
            <ac:spMk id="17502" creationId="{3A4B87D1-3E88-E0A3-57F4-FC2E7C3B816B}"/>
          </ac:spMkLst>
        </pc:spChg>
        <pc:spChg chg="mod">
          <ac:chgData name="Manash Ranjan Mahanand" userId="2e4d7e10920bb171" providerId="LiveId" clId="{BDE34B58-E2C9-41B1-A886-1D815322C81A}" dt="2025-09-29T17:24:51.101" v="1460"/>
          <ac:spMkLst>
            <pc:docMk/>
            <pc:sldMk cId="0" sldId="290"/>
            <ac:spMk id="17503" creationId="{E8C08986-5DED-5DB2-CD8E-D12090EB8D12}"/>
          </ac:spMkLst>
        </pc:spChg>
        <pc:spChg chg="mod">
          <ac:chgData name="Manash Ranjan Mahanand" userId="2e4d7e10920bb171" providerId="LiveId" clId="{BDE34B58-E2C9-41B1-A886-1D815322C81A}" dt="2025-09-29T17:24:51.101" v="1460"/>
          <ac:spMkLst>
            <pc:docMk/>
            <pc:sldMk cId="0" sldId="290"/>
            <ac:spMk id="17504" creationId="{C9262CCE-6557-DB16-2717-B393AFD8CA12}"/>
          </ac:spMkLst>
        </pc:spChg>
        <pc:spChg chg="mod">
          <ac:chgData name="Manash Ranjan Mahanand" userId="2e4d7e10920bb171" providerId="LiveId" clId="{BDE34B58-E2C9-41B1-A886-1D815322C81A}" dt="2025-09-29T17:24:53.509" v="1462"/>
          <ac:spMkLst>
            <pc:docMk/>
            <pc:sldMk cId="0" sldId="290"/>
            <ac:spMk id="17506" creationId="{1CA8CEB2-B638-F506-C3BE-E42D3FA9E234}"/>
          </ac:spMkLst>
        </pc:spChg>
        <pc:spChg chg="mod">
          <ac:chgData name="Manash Ranjan Mahanand" userId="2e4d7e10920bb171" providerId="LiveId" clId="{BDE34B58-E2C9-41B1-A886-1D815322C81A}" dt="2025-09-29T18:05:57.929" v="2340" actId="1035"/>
          <ac:spMkLst>
            <pc:docMk/>
            <pc:sldMk cId="0" sldId="290"/>
            <ac:spMk id="17507" creationId="{3F120ED1-CD9C-2850-EE33-F82B017573DF}"/>
          </ac:spMkLst>
        </pc:spChg>
        <pc:spChg chg="mod">
          <ac:chgData name="Manash Ranjan Mahanand" userId="2e4d7e10920bb171" providerId="LiveId" clId="{BDE34B58-E2C9-41B1-A886-1D815322C81A}" dt="2025-09-29T17:24:53.509" v="1462"/>
          <ac:spMkLst>
            <pc:docMk/>
            <pc:sldMk cId="0" sldId="290"/>
            <ac:spMk id="17516" creationId="{85E7EAF8-232A-212E-4D74-19D946BC1974}"/>
          </ac:spMkLst>
        </pc:spChg>
        <pc:spChg chg="mod">
          <ac:chgData name="Manash Ranjan Mahanand" userId="2e4d7e10920bb171" providerId="LiveId" clId="{BDE34B58-E2C9-41B1-A886-1D815322C81A}" dt="2025-09-29T17:24:53.509" v="1462"/>
          <ac:spMkLst>
            <pc:docMk/>
            <pc:sldMk cId="0" sldId="290"/>
            <ac:spMk id="17517" creationId="{3837D4C6-ABCB-F240-0644-31B5C496D4D7}"/>
          </ac:spMkLst>
        </pc:spChg>
        <pc:spChg chg="mod">
          <ac:chgData name="Manash Ranjan Mahanand" userId="2e4d7e10920bb171" providerId="LiveId" clId="{BDE34B58-E2C9-41B1-A886-1D815322C81A}" dt="2025-09-29T17:27:56.214" v="1521" actId="1038"/>
          <ac:spMkLst>
            <pc:docMk/>
            <pc:sldMk cId="0" sldId="290"/>
            <ac:spMk id="17518" creationId="{F43BF7CB-5C2F-41B6-4A96-BC7FA0065BE8}"/>
          </ac:spMkLst>
        </pc:spChg>
        <pc:spChg chg="mod">
          <ac:chgData name="Manash Ranjan Mahanand" userId="2e4d7e10920bb171" providerId="LiveId" clId="{BDE34B58-E2C9-41B1-A886-1D815322C81A}" dt="2025-09-29T17:24:53.509" v="1462"/>
          <ac:spMkLst>
            <pc:docMk/>
            <pc:sldMk cId="0" sldId="290"/>
            <ac:spMk id="17519" creationId="{EFA215C2-A8CD-677C-3CC2-E43948E5D835}"/>
          </ac:spMkLst>
        </pc:spChg>
        <pc:spChg chg="mod">
          <ac:chgData name="Manash Ranjan Mahanand" userId="2e4d7e10920bb171" providerId="LiveId" clId="{BDE34B58-E2C9-41B1-A886-1D815322C81A}" dt="2025-09-29T17:24:53.509" v="1462"/>
          <ac:spMkLst>
            <pc:docMk/>
            <pc:sldMk cId="0" sldId="290"/>
            <ac:spMk id="17520" creationId="{BF388B4D-D8CE-52EB-678B-B9CDD04FB3D5}"/>
          </ac:spMkLst>
        </pc:spChg>
        <pc:spChg chg="mod">
          <ac:chgData name="Manash Ranjan Mahanand" userId="2e4d7e10920bb171" providerId="LiveId" clId="{BDE34B58-E2C9-41B1-A886-1D815322C81A}" dt="2025-09-29T17:27:56.214" v="1521" actId="1038"/>
          <ac:spMkLst>
            <pc:docMk/>
            <pc:sldMk cId="0" sldId="290"/>
            <ac:spMk id="17521" creationId="{1B234DA9-7322-68F1-BDD1-A0BD7F335676}"/>
          </ac:spMkLst>
        </pc:spChg>
        <pc:spChg chg="mod">
          <ac:chgData name="Manash Ranjan Mahanand" userId="2e4d7e10920bb171" providerId="LiveId" clId="{BDE34B58-E2C9-41B1-A886-1D815322C81A}" dt="2025-09-29T17:24:53.509" v="1462"/>
          <ac:spMkLst>
            <pc:docMk/>
            <pc:sldMk cId="0" sldId="290"/>
            <ac:spMk id="17522" creationId="{73F81774-7007-ED41-CBAA-BA764382CEC1}"/>
          </ac:spMkLst>
        </pc:spChg>
        <pc:spChg chg="mod">
          <ac:chgData name="Manash Ranjan Mahanand" userId="2e4d7e10920bb171" providerId="LiveId" clId="{BDE34B58-E2C9-41B1-A886-1D815322C81A}" dt="2025-09-29T18:05:57.929" v="2340" actId="1035"/>
          <ac:spMkLst>
            <pc:docMk/>
            <pc:sldMk cId="0" sldId="290"/>
            <ac:spMk id="17523" creationId="{D91F22B8-5933-549D-E8DF-1265D079AE05}"/>
          </ac:spMkLst>
        </pc:spChg>
        <pc:spChg chg="mod">
          <ac:chgData name="Manash Ranjan Mahanand" userId="2e4d7e10920bb171" providerId="LiveId" clId="{BDE34B58-E2C9-41B1-A886-1D815322C81A}" dt="2025-09-29T20:27:11.830" v="4472" actId="113"/>
          <ac:spMkLst>
            <pc:docMk/>
            <pc:sldMk cId="0" sldId="290"/>
            <ac:spMk id="17524" creationId="{64AD615E-EEB9-94A9-334A-83E9393CCC1C}"/>
          </ac:spMkLst>
        </pc:spChg>
        <pc:spChg chg="mod">
          <ac:chgData name="Manash Ranjan Mahanand" userId="2e4d7e10920bb171" providerId="LiveId" clId="{BDE34B58-E2C9-41B1-A886-1D815322C81A}" dt="2025-09-29T20:28:15.352" v="4485" actId="113"/>
          <ac:spMkLst>
            <pc:docMk/>
            <pc:sldMk cId="0" sldId="290"/>
            <ac:spMk id="17526" creationId="{05B81415-3589-0354-7A73-7021B61CCBDA}"/>
          </ac:spMkLst>
        </pc:spChg>
        <pc:spChg chg="mod">
          <ac:chgData name="Manash Ranjan Mahanand" userId="2e4d7e10920bb171" providerId="LiveId" clId="{BDE34B58-E2C9-41B1-A886-1D815322C81A}" dt="2025-09-29T17:57:32.050" v="2065" actId="20577"/>
          <ac:spMkLst>
            <pc:docMk/>
            <pc:sldMk cId="0" sldId="290"/>
            <ac:spMk id="17527" creationId="{F26D392F-BDA8-2718-5A49-7562CEAC1E2F}"/>
          </ac:spMkLst>
        </pc:spChg>
        <pc:spChg chg="mod">
          <ac:chgData name="Manash Ranjan Mahanand" userId="2e4d7e10920bb171" providerId="LiveId" clId="{BDE34B58-E2C9-41B1-A886-1D815322C81A}" dt="2025-09-29T20:27:29.021" v="4476" actId="113"/>
          <ac:spMkLst>
            <pc:docMk/>
            <pc:sldMk cId="0" sldId="290"/>
            <ac:spMk id="17528" creationId="{B9730D44-5A58-32F0-A6C6-E05CD8891EFF}"/>
          </ac:spMkLst>
        </pc:spChg>
        <pc:spChg chg="mod">
          <ac:chgData name="Manash Ranjan Mahanand" userId="2e4d7e10920bb171" providerId="LiveId" clId="{BDE34B58-E2C9-41B1-A886-1D815322C81A}" dt="2025-09-29T20:28:19.339" v="4486" actId="113"/>
          <ac:spMkLst>
            <pc:docMk/>
            <pc:sldMk cId="0" sldId="290"/>
            <ac:spMk id="17532" creationId="{A1E7DA5F-610C-F079-9023-1337F07C63E5}"/>
          </ac:spMkLst>
        </pc:spChg>
        <pc:spChg chg="mod">
          <ac:chgData name="Manash Ranjan Mahanand" userId="2e4d7e10920bb171" providerId="LiveId" clId="{BDE34B58-E2C9-41B1-A886-1D815322C81A}" dt="2025-09-29T17:59:20.419" v="2115" actId="20577"/>
          <ac:spMkLst>
            <pc:docMk/>
            <pc:sldMk cId="0" sldId="290"/>
            <ac:spMk id="17533" creationId="{FDBAE2AA-C633-788A-C980-48BBF559EF18}"/>
          </ac:spMkLst>
        </pc:spChg>
        <pc:spChg chg="mod">
          <ac:chgData name="Manash Ranjan Mahanand" userId="2e4d7e10920bb171" providerId="LiveId" clId="{BDE34B58-E2C9-41B1-A886-1D815322C81A}" dt="2025-09-29T20:27:40.635" v="4477" actId="113"/>
          <ac:spMkLst>
            <pc:docMk/>
            <pc:sldMk cId="0" sldId="290"/>
            <ac:spMk id="17535" creationId="{B308668D-6B9C-ECC1-21E9-62B584DAC182}"/>
          </ac:spMkLst>
        </pc:spChg>
        <pc:spChg chg="mod">
          <ac:chgData name="Manash Ranjan Mahanand" userId="2e4d7e10920bb171" providerId="LiveId" clId="{BDE34B58-E2C9-41B1-A886-1D815322C81A}" dt="2025-09-29T20:28:22.396" v="4487" actId="113"/>
          <ac:spMkLst>
            <pc:docMk/>
            <pc:sldMk cId="0" sldId="290"/>
            <ac:spMk id="17541" creationId="{378BA81E-F7B6-12DE-C313-952346D67EDF}"/>
          </ac:spMkLst>
        </pc:spChg>
        <pc:spChg chg="mod">
          <ac:chgData name="Manash Ranjan Mahanand" userId="2e4d7e10920bb171" providerId="LiveId" clId="{BDE34B58-E2C9-41B1-A886-1D815322C81A}" dt="2025-09-29T18:01:08.980" v="2182" actId="20577"/>
          <ac:spMkLst>
            <pc:docMk/>
            <pc:sldMk cId="0" sldId="290"/>
            <ac:spMk id="17543" creationId="{400D6892-D485-3CE5-677E-61E37C7CAFAF}"/>
          </ac:spMkLst>
        </pc:spChg>
        <pc:spChg chg="mod">
          <ac:chgData name="Manash Ranjan Mahanand" userId="2e4d7e10920bb171" providerId="LiveId" clId="{BDE34B58-E2C9-41B1-A886-1D815322C81A}" dt="2025-09-29T20:27:45.769" v="4478" actId="113"/>
          <ac:spMkLst>
            <pc:docMk/>
            <pc:sldMk cId="0" sldId="290"/>
            <ac:spMk id="17544" creationId="{EA6CAA9B-4632-1F3E-1A46-9EE54512AEED}"/>
          </ac:spMkLst>
        </pc:spChg>
        <pc:spChg chg="add mod">
          <ac:chgData name="Manash Ranjan Mahanand" userId="2e4d7e10920bb171" providerId="LiveId" clId="{BDE34B58-E2C9-41B1-A886-1D815322C81A}" dt="2025-09-29T17:34:05.479" v="1665" actId="208"/>
          <ac:spMkLst>
            <pc:docMk/>
            <pc:sldMk cId="0" sldId="290"/>
            <ac:spMk id="17545" creationId="{2B632B63-7781-5117-6410-6AF9E8041CB8}"/>
          </ac:spMkLst>
        </pc:spChg>
        <pc:spChg chg="add mod">
          <ac:chgData name="Manash Ranjan Mahanand" userId="2e4d7e10920bb171" providerId="LiveId" clId="{BDE34B58-E2C9-41B1-A886-1D815322C81A}" dt="2025-09-29T17:34:13.149" v="1666" actId="208"/>
          <ac:spMkLst>
            <pc:docMk/>
            <pc:sldMk cId="0" sldId="290"/>
            <ac:spMk id="17546" creationId="{C1114811-60D9-8148-8074-22D149BC6C12}"/>
          </ac:spMkLst>
        </pc:spChg>
        <pc:spChg chg="add mod">
          <ac:chgData name="Manash Ranjan Mahanand" userId="2e4d7e10920bb171" providerId="LiveId" clId="{BDE34B58-E2C9-41B1-A886-1D815322C81A}" dt="2025-09-29T18:05:57.929" v="2340" actId="1035"/>
          <ac:spMkLst>
            <pc:docMk/>
            <pc:sldMk cId="0" sldId="290"/>
            <ac:spMk id="17548" creationId="{1BE0104A-4A00-FE73-6C11-043877717209}"/>
          </ac:spMkLst>
        </pc:spChg>
        <pc:spChg chg="add mod">
          <ac:chgData name="Manash Ranjan Mahanand" userId="2e4d7e10920bb171" providerId="LiveId" clId="{BDE34B58-E2C9-41B1-A886-1D815322C81A}" dt="2025-09-29T17:36:25.814" v="1685" actId="1076"/>
          <ac:spMkLst>
            <pc:docMk/>
            <pc:sldMk cId="0" sldId="290"/>
            <ac:spMk id="17549" creationId="{C426DF22-F4C4-17EF-FDD1-DA09CBF7BBA1}"/>
          </ac:spMkLst>
        </pc:spChg>
        <pc:spChg chg="add del mod">
          <ac:chgData name="Manash Ranjan Mahanand" userId="2e4d7e10920bb171" providerId="LiveId" clId="{BDE34B58-E2C9-41B1-A886-1D815322C81A}" dt="2025-09-29T17:38:02.958" v="1722" actId="20577"/>
          <ac:spMkLst>
            <pc:docMk/>
            <pc:sldMk cId="0" sldId="290"/>
            <ac:spMk id="17550" creationId="{1028ADC1-5526-BC87-2064-35F623C87777}"/>
          </ac:spMkLst>
        </pc:spChg>
        <pc:spChg chg="add mod">
          <ac:chgData name="Manash Ranjan Mahanand" userId="2e4d7e10920bb171" providerId="LiveId" clId="{BDE34B58-E2C9-41B1-A886-1D815322C81A}" dt="2025-09-29T17:38:38.440" v="1747" actId="1076"/>
          <ac:spMkLst>
            <pc:docMk/>
            <pc:sldMk cId="0" sldId="290"/>
            <ac:spMk id="17551" creationId="{A4608351-6D48-F915-6B60-B6FEE5DA818D}"/>
          </ac:spMkLst>
        </pc:spChg>
        <pc:spChg chg="mod">
          <ac:chgData name="Manash Ranjan Mahanand" userId="2e4d7e10920bb171" providerId="LiveId" clId="{BDE34B58-E2C9-41B1-A886-1D815322C81A}" dt="2025-09-29T20:28:11.907" v="4484" actId="113"/>
          <ac:spMkLst>
            <pc:docMk/>
            <pc:sldMk cId="0" sldId="290"/>
            <ac:spMk id="17554" creationId="{C1FF3FC9-34FA-9DD2-0CE7-946DC8321C8D}"/>
          </ac:spMkLst>
        </pc:spChg>
        <pc:spChg chg="mod">
          <ac:chgData name="Manash Ranjan Mahanand" userId="2e4d7e10920bb171" providerId="LiveId" clId="{BDE34B58-E2C9-41B1-A886-1D815322C81A}" dt="2025-09-29T18:04:12.180" v="2271" actId="20577"/>
          <ac:spMkLst>
            <pc:docMk/>
            <pc:sldMk cId="0" sldId="290"/>
            <ac:spMk id="17555" creationId="{E67E47D9-13B5-ED18-F227-E6B9EABB80D8}"/>
          </ac:spMkLst>
        </pc:spChg>
        <pc:spChg chg="add del mod">
          <ac:chgData name="Manash Ranjan Mahanand" userId="2e4d7e10920bb171" providerId="LiveId" clId="{BDE34B58-E2C9-41B1-A886-1D815322C81A}" dt="2025-09-29T20:27:23.384" v="4475" actId="113"/>
          <ac:spMkLst>
            <pc:docMk/>
            <pc:sldMk cId="0" sldId="290"/>
            <ac:spMk id="17556" creationId="{597C29BA-8E25-DA92-139F-E1B71F75DA8D}"/>
          </ac:spMkLst>
        </pc:spChg>
        <pc:spChg chg="mod">
          <ac:chgData name="Manash Ranjan Mahanand" userId="2e4d7e10920bb171" providerId="LiveId" clId="{BDE34B58-E2C9-41B1-A886-1D815322C81A}" dt="2025-09-29T20:28:25.148" v="4488" actId="113"/>
          <ac:spMkLst>
            <pc:docMk/>
            <pc:sldMk cId="0" sldId="290"/>
            <ac:spMk id="17560" creationId="{545DAE9D-2A92-8267-62B8-E0AB786CC77B}"/>
          </ac:spMkLst>
        </pc:spChg>
        <pc:spChg chg="mod">
          <ac:chgData name="Manash Ranjan Mahanand" userId="2e4d7e10920bb171" providerId="LiveId" clId="{BDE34B58-E2C9-41B1-A886-1D815322C81A}" dt="2025-09-29T18:07:38.056" v="2357" actId="20577"/>
          <ac:spMkLst>
            <pc:docMk/>
            <pc:sldMk cId="0" sldId="290"/>
            <ac:spMk id="17561" creationId="{1C2573FF-FB59-B459-E59F-9EFD4544E097}"/>
          </ac:spMkLst>
        </pc:spChg>
        <pc:spChg chg="mod">
          <ac:chgData name="Manash Ranjan Mahanand" userId="2e4d7e10920bb171" providerId="LiveId" clId="{BDE34B58-E2C9-41B1-A886-1D815322C81A}" dt="2025-09-29T20:27:50.244" v="4479" actId="113"/>
          <ac:spMkLst>
            <pc:docMk/>
            <pc:sldMk cId="0" sldId="290"/>
            <ac:spMk id="17562" creationId="{1EA5F5B6-94B0-AE2F-37F4-1068847B58BC}"/>
          </ac:spMkLst>
        </pc:spChg>
        <pc:spChg chg="mod">
          <ac:chgData name="Manash Ranjan Mahanand" userId="2e4d7e10920bb171" providerId="LiveId" clId="{BDE34B58-E2C9-41B1-A886-1D815322C81A}" dt="2025-09-29T20:28:28.116" v="4489" actId="113"/>
          <ac:spMkLst>
            <pc:docMk/>
            <pc:sldMk cId="0" sldId="290"/>
            <ac:spMk id="17564" creationId="{8954C837-3CBE-4DE4-DA8E-DD6DA19D12D1}"/>
          </ac:spMkLst>
        </pc:spChg>
        <pc:spChg chg="mod">
          <ac:chgData name="Manash Ranjan Mahanand" userId="2e4d7e10920bb171" providerId="LiveId" clId="{BDE34B58-E2C9-41B1-A886-1D815322C81A}" dt="2025-09-29T18:09:08.496" v="2441" actId="20577"/>
          <ac:spMkLst>
            <pc:docMk/>
            <pc:sldMk cId="0" sldId="290"/>
            <ac:spMk id="17565" creationId="{C716B77A-D71D-C908-CE7F-1A9CEC565D6B}"/>
          </ac:spMkLst>
        </pc:spChg>
        <pc:spChg chg="mod">
          <ac:chgData name="Manash Ranjan Mahanand" userId="2e4d7e10920bb171" providerId="LiveId" clId="{BDE34B58-E2C9-41B1-A886-1D815322C81A}" dt="2025-09-29T20:27:53.347" v="4480" actId="113"/>
          <ac:spMkLst>
            <pc:docMk/>
            <pc:sldMk cId="0" sldId="290"/>
            <ac:spMk id="17566" creationId="{365AC5B6-15A2-667A-77E5-E0FDC3426E2C}"/>
          </ac:spMkLst>
        </pc:spChg>
        <pc:spChg chg="mod">
          <ac:chgData name="Manash Ranjan Mahanand" userId="2e4d7e10920bb171" providerId="LiveId" clId="{BDE34B58-E2C9-41B1-A886-1D815322C81A}" dt="2025-09-29T20:28:32.041" v="4490" actId="113"/>
          <ac:spMkLst>
            <pc:docMk/>
            <pc:sldMk cId="0" sldId="290"/>
            <ac:spMk id="17568" creationId="{A68BC935-4008-A8FF-1496-F066B79AEB74}"/>
          </ac:spMkLst>
        </pc:spChg>
        <pc:spChg chg="mod">
          <ac:chgData name="Manash Ranjan Mahanand" userId="2e4d7e10920bb171" providerId="LiveId" clId="{BDE34B58-E2C9-41B1-A886-1D815322C81A}" dt="2025-09-29T18:11:51.194" v="2516" actId="20577"/>
          <ac:spMkLst>
            <pc:docMk/>
            <pc:sldMk cId="0" sldId="290"/>
            <ac:spMk id="17569" creationId="{6360DF66-4D42-F6CB-C92E-1820C97DADEE}"/>
          </ac:spMkLst>
        </pc:spChg>
        <pc:spChg chg="mod">
          <ac:chgData name="Manash Ranjan Mahanand" userId="2e4d7e10920bb171" providerId="LiveId" clId="{BDE34B58-E2C9-41B1-A886-1D815322C81A}" dt="2025-09-29T20:27:58.518" v="4481" actId="113"/>
          <ac:spMkLst>
            <pc:docMk/>
            <pc:sldMk cId="0" sldId="290"/>
            <ac:spMk id="17570" creationId="{36D143AE-361B-C109-66ED-AA34F1A59611}"/>
          </ac:spMkLst>
        </pc:spChg>
        <pc:spChg chg="add mod">
          <ac:chgData name="Manash Ranjan Mahanand" userId="2e4d7e10920bb171" providerId="LiveId" clId="{BDE34B58-E2C9-41B1-A886-1D815322C81A}" dt="2025-09-29T19:13:02.131" v="2782" actId="14100"/>
          <ac:spMkLst>
            <pc:docMk/>
            <pc:sldMk cId="0" sldId="290"/>
            <ac:spMk id="17571" creationId="{92BE0751-70CD-B0B2-E744-7B48133141EC}"/>
          </ac:spMkLst>
        </pc:spChg>
        <pc:spChg chg="add mod">
          <ac:chgData name="Manash Ranjan Mahanand" userId="2e4d7e10920bb171" providerId="LiveId" clId="{BDE34B58-E2C9-41B1-A886-1D815322C81A}" dt="2025-09-29T20:05:29.118" v="3542" actId="207"/>
          <ac:spMkLst>
            <pc:docMk/>
            <pc:sldMk cId="0" sldId="290"/>
            <ac:spMk id="17572" creationId="{A104C8BD-1157-8B07-72B5-BE1F8EAF648B}"/>
          </ac:spMkLst>
        </pc:spChg>
        <pc:spChg chg="add mod">
          <ac:chgData name="Manash Ranjan Mahanand" userId="2e4d7e10920bb171" providerId="LiveId" clId="{BDE34B58-E2C9-41B1-A886-1D815322C81A}" dt="2025-09-29T19:49:31.019" v="3495" actId="1037"/>
          <ac:spMkLst>
            <pc:docMk/>
            <pc:sldMk cId="0" sldId="290"/>
            <ac:spMk id="17573" creationId="{AF4E60E6-B2D6-D63F-3B06-FFCEB5B7434A}"/>
          </ac:spMkLst>
        </pc:spChg>
        <pc:spChg chg="add mod">
          <ac:chgData name="Manash Ranjan Mahanand" userId="2e4d7e10920bb171" providerId="LiveId" clId="{BDE34B58-E2C9-41B1-A886-1D815322C81A}" dt="2025-09-29T19:49:31.019" v="3495" actId="1037"/>
          <ac:spMkLst>
            <pc:docMk/>
            <pc:sldMk cId="0" sldId="290"/>
            <ac:spMk id="17574" creationId="{F24DB98D-3F17-68FB-AAA9-782AC5B511D6}"/>
          </ac:spMkLst>
        </pc:spChg>
        <pc:spChg chg="add del mod">
          <ac:chgData name="Manash Ranjan Mahanand" userId="2e4d7e10920bb171" providerId="LiveId" clId="{BDE34B58-E2C9-41B1-A886-1D815322C81A}" dt="2025-09-29T19:14:00.689" v="2786" actId="478"/>
          <ac:spMkLst>
            <pc:docMk/>
            <pc:sldMk cId="0" sldId="290"/>
            <ac:spMk id="17575" creationId="{5F1EDD95-CF6B-99C1-316E-4507CDD64306}"/>
          </ac:spMkLst>
        </pc:spChg>
        <pc:spChg chg="add mod">
          <ac:chgData name="Manash Ranjan Mahanand" userId="2e4d7e10920bb171" providerId="LiveId" clId="{BDE34B58-E2C9-41B1-A886-1D815322C81A}" dt="2025-09-29T22:15:45.911" v="6230" actId="207"/>
          <ac:spMkLst>
            <pc:docMk/>
            <pc:sldMk cId="0" sldId="290"/>
            <ac:spMk id="17576" creationId="{086914E0-39E0-93DF-C360-0A677D0E1BFF}"/>
          </ac:spMkLst>
        </pc:spChg>
        <pc:spChg chg="add mod">
          <ac:chgData name="Manash Ranjan Mahanand" userId="2e4d7e10920bb171" providerId="LiveId" clId="{BDE34B58-E2C9-41B1-A886-1D815322C81A}" dt="2025-09-29T22:38:23.198" v="6892" actId="1037"/>
          <ac:spMkLst>
            <pc:docMk/>
            <pc:sldMk cId="0" sldId="290"/>
            <ac:spMk id="17577" creationId="{780275CC-A4FC-ECAD-A342-1E88C90B5161}"/>
          </ac:spMkLst>
        </pc:spChg>
        <pc:spChg chg="add mod">
          <ac:chgData name="Manash Ranjan Mahanand" userId="2e4d7e10920bb171" providerId="LiveId" clId="{BDE34B58-E2C9-41B1-A886-1D815322C81A}" dt="2025-09-29T19:49:31.019" v="3495" actId="1037"/>
          <ac:spMkLst>
            <pc:docMk/>
            <pc:sldMk cId="0" sldId="290"/>
            <ac:spMk id="17578" creationId="{1A89B791-4750-5FA0-CFF4-1E6F80B34E88}"/>
          </ac:spMkLst>
        </pc:spChg>
        <pc:spChg chg="add mod">
          <ac:chgData name="Manash Ranjan Mahanand" userId="2e4d7e10920bb171" providerId="LiveId" clId="{BDE34B58-E2C9-41B1-A886-1D815322C81A}" dt="2025-09-29T20:07:15.414" v="3773" actId="14100"/>
          <ac:spMkLst>
            <pc:docMk/>
            <pc:sldMk cId="0" sldId="290"/>
            <ac:spMk id="17603" creationId="{2E340E31-8998-D75F-865D-DDCEC28CB57C}"/>
          </ac:spMkLst>
        </pc:spChg>
        <pc:spChg chg="add mod">
          <ac:chgData name="Manash Ranjan Mahanand" userId="2e4d7e10920bb171" providerId="LiveId" clId="{BDE34B58-E2C9-41B1-A886-1D815322C81A}" dt="2025-09-29T22:38:18.619" v="6881" actId="1037"/>
          <ac:spMkLst>
            <pc:docMk/>
            <pc:sldMk cId="0" sldId="290"/>
            <ac:spMk id="17604" creationId="{DC15439D-7D54-3581-E6C5-789D97339F1A}"/>
          </ac:spMkLst>
        </pc:spChg>
        <pc:spChg chg="add mod">
          <ac:chgData name="Manash Ranjan Mahanand" userId="2e4d7e10920bb171" providerId="LiveId" clId="{BDE34B58-E2C9-41B1-A886-1D815322C81A}" dt="2025-09-29T22:38:18.619" v="6881" actId="1037"/>
          <ac:spMkLst>
            <pc:docMk/>
            <pc:sldMk cId="0" sldId="290"/>
            <ac:spMk id="17605" creationId="{B370BB29-8D0C-3E79-B238-DD3186972937}"/>
          </ac:spMkLst>
        </pc:spChg>
        <pc:spChg chg="add mod">
          <ac:chgData name="Manash Ranjan Mahanand" userId="2e4d7e10920bb171" providerId="LiveId" clId="{BDE34B58-E2C9-41B1-A886-1D815322C81A}" dt="2025-09-29T20:08:22.110" v="3776" actId="1076"/>
          <ac:spMkLst>
            <pc:docMk/>
            <pc:sldMk cId="0" sldId="290"/>
            <ac:spMk id="17606" creationId="{8F850AFD-D18C-1F5C-011A-8C86E494D8BC}"/>
          </ac:spMkLst>
        </pc:spChg>
        <pc:spChg chg="add mod">
          <ac:chgData name="Manash Ranjan Mahanand" userId="2e4d7e10920bb171" providerId="LiveId" clId="{BDE34B58-E2C9-41B1-A886-1D815322C81A}" dt="2025-09-29T20:08:22.110" v="3776" actId="1076"/>
          <ac:spMkLst>
            <pc:docMk/>
            <pc:sldMk cId="0" sldId="290"/>
            <ac:spMk id="17607" creationId="{84AE4E0F-310C-E12E-5A77-B2D17591E883}"/>
          </ac:spMkLst>
        </pc:spChg>
        <pc:spChg chg="add mod">
          <ac:chgData name="Manash Ranjan Mahanand" userId="2e4d7e10920bb171" providerId="LiveId" clId="{BDE34B58-E2C9-41B1-A886-1D815322C81A}" dt="2025-09-29T20:11:00.358" v="3987" actId="164"/>
          <ac:spMkLst>
            <pc:docMk/>
            <pc:sldMk cId="0" sldId="290"/>
            <ac:spMk id="17608" creationId="{48248738-32B3-D9D4-01FE-CBAF27560F81}"/>
          </ac:spMkLst>
        </pc:spChg>
        <pc:spChg chg="add mod">
          <ac:chgData name="Manash Ranjan Mahanand" userId="2e4d7e10920bb171" providerId="LiveId" clId="{BDE34B58-E2C9-41B1-A886-1D815322C81A}" dt="2025-09-29T22:38:23.198" v="6892" actId="1037"/>
          <ac:spMkLst>
            <pc:docMk/>
            <pc:sldMk cId="0" sldId="290"/>
            <ac:spMk id="17609" creationId="{E87BE041-2882-C0D3-31B8-BD406D967251}"/>
          </ac:spMkLst>
        </pc:spChg>
        <pc:spChg chg="add mod">
          <ac:chgData name="Manash Ranjan Mahanand" userId="2e4d7e10920bb171" providerId="LiveId" clId="{BDE34B58-E2C9-41B1-A886-1D815322C81A}" dt="2025-09-29T20:13:13.413" v="4141" actId="1076"/>
          <ac:spMkLst>
            <pc:docMk/>
            <pc:sldMk cId="0" sldId="290"/>
            <ac:spMk id="17610" creationId="{C9DF5CFE-93E6-9106-06A1-9E054C1318EA}"/>
          </ac:spMkLst>
        </pc:spChg>
        <pc:spChg chg="add mod">
          <ac:chgData name="Manash Ranjan Mahanand" userId="2e4d7e10920bb171" providerId="LiveId" clId="{BDE34B58-E2C9-41B1-A886-1D815322C81A}" dt="2025-09-29T20:13:28.251" v="4143" actId="14100"/>
          <ac:spMkLst>
            <pc:docMk/>
            <pc:sldMk cId="0" sldId="290"/>
            <ac:spMk id="17612" creationId="{5EDF37D1-C4B2-FC26-C173-8BE45CA4166B}"/>
          </ac:spMkLst>
        </pc:spChg>
        <pc:spChg chg="add mod">
          <ac:chgData name="Manash Ranjan Mahanand" userId="2e4d7e10920bb171" providerId="LiveId" clId="{BDE34B58-E2C9-41B1-A886-1D815322C81A}" dt="2025-09-29T22:15:37.380" v="6228" actId="207"/>
          <ac:spMkLst>
            <pc:docMk/>
            <pc:sldMk cId="0" sldId="290"/>
            <ac:spMk id="17613" creationId="{D603AFDD-B5A5-41D4-6DD3-268FFE6D7D36}"/>
          </ac:spMkLst>
        </pc:spChg>
        <pc:spChg chg="add mod">
          <ac:chgData name="Manash Ranjan Mahanand" userId="2e4d7e10920bb171" providerId="LiveId" clId="{BDE34B58-E2C9-41B1-A886-1D815322C81A}" dt="2025-09-29T20:13:45.315" v="4178" actId="20577"/>
          <ac:spMkLst>
            <pc:docMk/>
            <pc:sldMk cId="0" sldId="290"/>
            <ac:spMk id="17614" creationId="{058239CE-5A10-7ACE-5523-27751B500830}"/>
          </ac:spMkLst>
        </pc:spChg>
        <pc:spChg chg="mod topLvl">
          <ac:chgData name="Manash Ranjan Mahanand" userId="2e4d7e10920bb171" providerId="LiveId" clId="{BDE34B58-E2C9-41B1-A886-1D815322C81A}" dt="2025-09-29T20:17:01.877" v="4375" actId="14100"/>
          <ac:spMkLst>
            <pc:docMk/>
            <pc:sldMk cId="0" sldId="290"/>
            <ac:spMk id="17616" creationId="{D2FEF9FC-8119-2D2B-EEB4-65D9B28CD214}"/>
          </ac:spMkLst>
        </pc:spChg>
        <pc:spChg chg="mod topLvl">
          <ac:chgData name="Manash Ranjan Mahanand" userId="2e4d7e10920bb171" providerId="LiveId" clId="{BDE34B58-E2C9-41B1-A886-1D815322C81A}" dt="2025-09-29T22:38:23.198" v="6892" actId="1037"/>
          <ac:spMkLst>
            <pc:docMk/>
            <pc:sldMk cId="0" sldId="290"/>
            <ac:spMk id="17617" creationId="{176A8DB8-29AC-BC89-B919-8DDCA8B70B13}"/>
          </ac:spMkLst>
        </pc:spChg>
        <pc:spChg chg="mod topLvl">
          <ac:chgData name="Manash Ranjan Mahanand" userId="2e4d7e10920bb171" providerId="LiveId" clId="{BDE34B58-E2C9-41B1-A886-1D815322C81A}" dt="2025-09-29T20:19:57.382" v="4429" actId="1076"/>
          <ac:spMkLst>
            <pc:docMk/>
            <pc:sldMk cId="0" sldId="290"/>
            <ac:spMk id="17618" creationId="{A4B42A7B-A25E-DEC6-FE6A-426124117070}"/>
          </ac:spMkLst>
        </pc:spChg>
        <pc:spChg chg="add mod">
          <ac:chgData name="Manash Ranjan Mahanand" userId="2e4d7e10920bb171" providerId="LiveId" clId="{BDE34B58-E2C9-41B1-A886-1D815322C81A}" dt="2025-09-29T22:38:23.198" v="6892" actId="1037"/>
          <ac:spMkLst>
            <pc:docMk/>
            <pc:sldMk cId="0" sldId="290"/>
            <ac:spMk id="17621" creationId="{A8BEC9CA-EA39-3F54-2A03-2ACD33DE1BFF}"/>
          </ac:spMkLst>
        </pc:spChg>
        <pc:spChg chg="add mod">
          <ac:chgData name="Manash Ranjan Mahanand" userId="2e4d7e10920bb171" providerId="LiveId" clId="{BDE34B58-E2C9-41B1-A886-1D815322C81A}" dt="2025-09-29T21:01:43.001" v="4597" actId="14100"/>
          <ac:spMkLst>
            <pc:docMk/>
            <pc:sldMk cId="0" sldId="290"/>
            <ac:spMk id="17653" creationId="{FBD5ECBE-5F92-4BC7-CAA8-7C4190541337}"/>
          </ac:spMkLst>
        </pc:spChg>
        <pc:spChg chg="add mod">
          <ac:chgData name="Manash Ranjan Mahanand" userId="2e4d7e10920bb171" providerId="LiveId" clId="{BDE34B58-E2C9-41B1-A886-1D815322C81A}" dt="2025-09-29T20:29:15.152" v="4493" actId="14100"/>
          <ac:spMkLst>
            <pc:docMk/>
            <pc:sldMk cId="0" sldId="290"/>
            <ac:spMk id="17654" creationId="{C4F9203C-618D-E51A-D0D8-2BC237612677}"/>
          </ac:spMkLst>
        </pc:spChg>
        <pc:spChg chg="add mod">
          <ac:chgData name="Manash Ranjan Mahanand" userId="2e4d7e10920bb171" providerId="LiveId" clId="{BDE34B58-E2C9-41B1-A886-1D815322C81A}" dt="2025-09-29T20:29:35.117" v="4497" actId="404"/>
          <ac:spMkLst>
            <pc:docMk/>
            <pc:sldMk cId="0" sldId="290"/>
            <ac:spMk id="17655" creationId="{7657E999-53DC-C453-96DF-736BEA492D8C}"/>
          </ac:spMkLst>
        </pc:spChg>
        <pc:spChg chg="add mod">
          <ac:chgData name="Manash Ranjan Mahanand" userId="2e4d7e10920bb171" providerId="LiveId" clId="{BDE34B58-E2C9-41B1-A886-1D815322C81A}" dt="2025-09-29T22:38:18.619" v="6881" actId="1037"/>
          <ac:spMkLst>
            <pc:docMk/>
            <pc:sldMk cId="0" sldId="290"/>
            <ac:spMk id="17656" creationId="{67265488-CB6E-8423-B3DF-198D47094179}"/>
          </ac:spMkLst>
        </pc:spChg>
        <pc:spChg chg="add mod">
          <ac:chgData name="Manash Ranjan Mahanand" userId="2e4d7e10920bb171" providerId="LiveId" clId="{BDE34B58-E2C9-41B1-A886-1D815322C81A}" dt="2025-09-29T22:38:18.619" v="6881" actId="1037"/>
          <ac:spMkLst>
            <pc:docMk/>
            <pc:sldMk cId="0" sldId="290"/>
            <ac:spMk id="17657" creationId="{7E38E796-9368-731D-3E99-29C7B5319F2A}"/>
          </ac:spMkLst>
        </pc:spChg>
        <pc:spChg chg="add mod">
          <ac:chgData name="Manash Ranjan Mahanand" userId="2e4d7e10920bb171" providerId="LiveId" clId="{BDE34B58-E2C9-41B1-A886-1D815322C81A}" dt="2025-09-29T21:01:56.623" v="4600" actId="1076"/>
          <ac:spMkLst>
            <pc:docMk/>
            <pc:sldMk cId="0" sldId="290"/>
            <ac:spMk id="17658" creationId="{39497893-9BAA-0016-2A23-A3ABEC228211}"/>
          </ac:spMkLst>
        </pc:spChg>
        <pc:spChg chg="add mod">
          <ac:chgData name="Manash Ranjan Mahanand" userId="2e4d7e10920bb171" providerId="LiveId" clId="{BDE34B58-E2C9-41B1-A886-1D815322C81A}" dt="2025-09-29T21:07:05.614" v="4871" actId="14100"/>
          <ac:spMkLst>
            <pc:docMk/>
            <pc:sldMk cId="0" sldId="290"/>
            <ac:spMk id="17659" creationId="{7931744A-910D-2DFC-5E43-6D7BAD3288F7}"/>
          </ac:spMkLst>
        </pc:spChg>
        <pc:spChg chg="add mod">
          <ac:chgData name="Manash Ranjan Mahanand" userId="2e4d7e10920bb171" providerId="LiveId" clId="{BDE34B58-E2C9-41B1-A886-1D815322C81A}" dt="2025-09-29T21:02:19.777" v="4639" actId="20577"/>
          <ac:spMkLst>
            <pc:docMk/>
            <pc:sldMk cId="0" sldId="290"/>
            <ac:spMk id="17660" creationId="{4D4E475C-3FE7-BC55-8FD2-93891DEB1339}"/>
          </ac:spMkLst>
        </pc:spChg>
        <pc:spChg chg="add mod">
          <ac:chgData name="Manash Ranjan Mahanand" userId="2e4d7e10920bb171" providerId="LiveId" clId="{BDE34B58-E2C9-41B1-A886-1D815322C81A}" dt="2025-09-29T21:02:25.611" v="4640"/>
          <ac:spMkLst>
            <pc:docMk/>
            <pc:sldMk cId="0" sldId="290"/>
            <ac:spMk id="17661" creationId="{4977451D-9F28-462F-5D02-1351F428D42C}"/>
          </ac:spMkLst>
        </pc:spChg>
        <pc:spChg chg="add mod">
          <ac:chgData name="Manash Ranjan Mahanand" userId="2e4d7e10920bb171" providerId="LiveId" clId="{BDE34B58-E2C9-41B1-A886-1D815322C81A}" dt="2025-09-29T21:02:25.611" v="4640"/>
          <ac:spMkLst>
            <pc:docMk/>
            <pc:sldMk cId="0" sldId="290"/>
            <ac:spMk id="17662" creationId="{5D130556-7717-095E-FEE4-BBEF2D25E884}"/>
          </ac:spMkLst>
        </pc:spChg>
        <pc:spChg chg="add mod">
          <ac:chgData name="Manash Ranjan Mahanand" userId="2e4d7e10920bb171" providerId="LiveId" clId="{BDE34B58-E2C9-41B1-A886-1D815322C81A}" dt="2025-09-29T21:05:18.556" v="4839" actId="20577"/>
          <ac:spMkLst>
            <pc:docMk/>
            <pc:sldMk cId="0" sldId="290"/>
            <ac:spMk id="17663" creationId="{5717F6CC-08C0-4496-E801-606EC7917ACE}"/>
          </ac:spMkLst>
        </pc:spChg>
        <pc:spChg chg="add mod">
          <ac:chgData name="Manash Ranjan Mahanand" userId="2e4d7e10920bb171" providerId="LiveId" clId="{BDE34B58-E2C9-41B1-A886-1D815322C81A}" dt="2025-09-29T21:14:13.833" v="5040" actId="14100"/>
          <ac:spMkLst>
            <pc:docMk/>
            <pc:sldMk cId="0" sldId="290"/>
            <ac:spMk id="17670" creationId="{7D5F03B7-347F-D5BB-4D9D-E1F8CAB05A3E}"/>
          </ac:spMkLst>
        </pc:spChg>
        <pc:spChg chg="add mod">
          <ac:chgData name="Manash Ranjan Mahanand" userId="2e4d7e10920bb171" providerId="LiveId" clId="{BDE34B58-E2C9-41B1-A886-1D815322C81A}" dt="2025-09-29T22:38:18.619" v="6881" actId="1037"/>
          <ac:spMkLst>
            <pc:docMk/>
            <pc:sldMk cId="0" sldId="290"/>
            <ac:spMk id="17671" creationId="{7BB781F3-AD6B-74A5-A50E-A27608BB5BA6}"/>
          </ac:spMkLst>
        </pc:spChg>
        <pc:spChg chg="add mod">
          <ac:chgData name="Manash Ranjan Mahanand" userId="2e4d7e10920bb171" providerId="LiveId" clId="{BDE34B58-E2C9-41B1-A886-1D815322C81A}" dt="2025-09-29T22:38:23.198" v="6892" actId="1037"/>
          <ac:spMkLst>
            <pc:docMk/>
            <pc:sldMk cId="0" sldId="290"/>
            <ac:spMk id="17672" creationId="{84B2E128-E633-1DD0-7090-7855694FE042}"/>
          </ac:spMkLst>
        </pc:spChg>
        <pc:spChg chg="add mod">
          <ac:chgData name="Manash Ranjan Mahanand" userId="2e4d7e10920bb171" providerId="LiveId" clId="{BDE34B58-E2C9-41B1-A886-1D815322C81A}" dt="2025-09-29T22:38:18.619" v="6881" actId="1037"/>
          <ac:spMkLst>
            <pc:docMk/>
            <pc:sldMk cId="0" sldId="290"/>
            <ac:spMk id="17677" creationId="{6023DC7F-5557-A0BC-4872-022A5E2E36C1}"/>
          </ac:spMkLst>
        </pc:spChg>
        <pc:spChg chg="add mod">
          <ac:chgData name="Manash Ranjan Mahanand" userId="2e4d7e10920bb171" providerId="LiveId" clId="{BDE34B58-E2C9-41B1-A886-1D815322C81A}" dt="2025-09-29T21:24:59.871" v="5124" actId="20577"/>
          <ac:spMkLst>
            <pc:docMk/>
            <pc:sldMk cId="0" sldId="290"/>
            <ac:spMk id="17678" creationId="{29C92F52-B98C-2630-8B0B-750098D96794}"/>
          </ac:spMkLst>
        </pc:spChg>
        <pc:spChg chg="add mod">
          <ac:chgData name="Manash Ranjan Mahanand" userId="2e4d7e10920bb171" providerId="LiveId" clId="{BDE34B58-E2C9-41B1-A886-1D815322C81A}" dt="2025-09-29T22:29:33.177" v="6650"/>
          <ac:spMkLst>
            <pc:docMk/>
            <pc:sldMk cId="0" sldId="290"/>
            <ac:spMk id="17679" creationId="{7FF96238-31E9-0075-7E5C-EDF2F38D6607}"/>
          </ac:spMkLst>
        </pc:spChg>
        <pc:spChg chg="add del mod">
          <ac:chgData name="Manash Ranjan Mahanand" userId="2e4d7e10920bb171" providerId="LiveId" clId="{BDE34B58-E2C9-41B1-A886-1D815322C81A}" dt="2025-09-29T21:27:56.549" v="5244" actId="478"/>
          <ac:spMkLst>
            <pc:docMk/>
            <pc:sldMk cId="0" sldId="290"/>
            <ac:spMk id="17680" creationId="{A20CF0E1-2D5D-4618-1C6F-D649B834A04A}"/>
          </ac:spMkLst>
        </pc:spChg>
        <pc:spChg chg="add del mod">
          <ac:chgData name="Manash Ranjan Mahanand" userId="2e4d7e10920bb171" providerId="LiveId" clId="{BDE34B58-E2C9-41B1-A886-1D815322C81A}" dt="2025-09-29T21:27:56.549" v="5244" actId="478"/>
          <ac:spMkLst>
            <pc:docMk/>
            <pc:sldMk cId="0" sldId="290"/>
            <ac:spMk id="17681" creationId="{A827335E-17B0-CD26-A986-863A319F1ABC}"/>
          </ac:spMkLst>
        </pc:spChg>
        <pc:spChg chg="add del mod">
          <ac:chgData name="Manash Ranjan Mahanand" userId="2e4d7e10920bb171" providerId="LiveId" clId="{BDE34B58-E2C9-41B1-A886-1D815322C81A}" dt="2025-09-29T21:27:56.549" v="5244" actId="478"/>
          <ac:spMkLst>
            <pc:docMk/>
            <pc:sldMk cId="0" sldId="290"/>
            <ac:spMk id="17682" creationId="{3E6A13CE-EA54-EB7B-084F-6E6BC49797DA}"/>
          </ac:spMkLst>
        </pc:spChg>
        <pc:spChg chg="mod">
          <ac:chgData name="Manash Ranjan Mahanand" userId="2e4d7e10920bb171" providerId="LiveId" clId="{BDE34B58-E2C9-41B1-A886-1D815322C81A}" dt="2025-09-29T21:28:06.941" v="5245"/>
          <ac:spMkLst>
            <pc:docMk/>
            <pc:sldMk cId="0" sldId="290"/>
            <ac:spMk id="17684" creationId="{47837F09-D71A-4734-7EB0-CC03F8255862}"/>
          </ac:spMkLst>
        </pc:spChg>
        <pc:spChg chg="mod">
          <ac:chgData name="Manash Ranjan Mahanand" userId="2e4d7e10920bb171" providerId="LiveId" clId="{BDE34B58-E2C9-41B1-A886-1D815322C81A}" dt="2025-09-29T21:28:35.025" v="5279" actId="20577"/>
          <ac:spMkLst>
            <pc:docMk/>
            <pc:sldMk cId="0" sldId="290"/>
            <ac:spMk id="17685" creationId="{E07DC022-7620-6DA7-541F-7D72ED36C91F}"/>
          </ac:spMkLst>
        </pc:spChg>
        <pc:spChg chg="mod">
          <ac:chgData name="Manash Ranjan Mahanand" userId="2e4d7e10920bb171" providerId="LiveId" clId="{BDE34B58-E2C9-41B1-A886-1D815322C81A}" dt="2025-09-29T22:38:23.198" v="6892" actId="1037"/>
          <ac:spMkLst>
            <pc:docMk/>
            <pc:sldMk cId="0" sldId="290"/>
            <ac:spMk id="17686" creationId="{76DE5CE6-026F-FA82-4BA7-A23035DB9436}"/>
          </ac:spMkLst>
        </pc:spChg>
        <pc:spChg chg="add mod">
          <ac:chgData name="Manash Ranjan Mahanand" userId="2e4d7e10920bb171" providerId="LiveId" clId="{BDE34B58-E2C9-41B1-A886-1D815322C81A}" dt="2025-09-29T22:12:17.468" v="6068" actId="14100"/>
          <ac:spMkLst>
            <pc:docMk/>
            <pc:sldMk cId="0" sldId="290"/>
            <ac:spMk id="17687" creationId="{E5816019-56D4-6D62-2849-24475F2B2C03}"/>
          </ac:spMkLst>
        </pc:spChg>
        <pc:spChg chg="add mod">
          <ac:chgData name="Manash Ranjan Mahanand" userId="2e4d7e10920bb171" providerId="LiveId" clId="{BDE34B58-E2C9-41B1-A886-1D815322C81A}" dt="2025-09-29T21:37:14.982" v="5389" actId="1076"/>
          <ac:spMkLst>
            <pc:docMk/>
            <pc:sldMk cId="0" sldId="290"/>
            <ac:spMk id="17688" creationId="{0DFCD6E6-40AE-5715-7A10-C483B91F3A38}"/>
          </ac:spMkLst>
        </pc:spChg>
        <pc:spChg chg="add mod">
          <ac:chgData name="Manash Ranjan Mahanand" userId="2e4d7e10920bb171" providerId="LiveId" clId="{BDE34B58-E2C9-41B1-A886-1D815322C81A}" dt="2025-09-29T21:37:14.982" v="5389" actId="1076"/>
          <ac:spMkLst>
            <pc:docMk/>
            <pc:sldMk cId="0" sldId="290"/>
            <ac:spMk id="17689" creationId="{9C8819AD-9610-FFFD-5A23-CFE03533802A}"/>
          </ac:spMkLst>
        </pc:spChg>
        <pc:spChg chg="add del mod">
          <ac:chgData name="Manash Ranjan Mahanand" userId="2e4d7e10920bb171" providerId="LiveId" clId="{BDE34B58-E2C9-41B1-A886-1D815322C81A}" dt="2025-09-29T21:43:19.944" v="5394" actId="478"/>
          <ac:spMkLst>
            <pc:docMk/>
            <pc:sldMk cId="0" sldId="290"/>
            <ac:spMk id="17690" creationId="{91DB87DE-0396-98E2-ADB2-7807454CB1BB}"/>
          </ac:spMkLst>
        </pc:spChg>
        <pc:spChg chg="add mod">
          <ac:chgData name="Manash Ranjan Mahanand" userId="2e4d7e10920bb171" providerId="LiveId" clId="{BDE34B58-E2C9-41B1-A886-1D815322C81A}" dt="2025-09-29T22:38:23.198" v="6892" actId="1037"/>
          <ac:spMkLst>
            <pc:docMk/>
            <pc:sldMk cId="0" sldId="290"/>
            <ac:spMk id="17691" creationId="{D2FEBB8D-2F18-FA38-FB70-11D92EF74BAA}"/>
          </ac:spMkLst>
        </pc:spChg>
        <pc:spChg chg="add mod">
          <ac:chgData name="Manash Ranjan Mahanand" userId="2e4d7e10920bb171" providerId="LiveId" clId="{BDE34B58-E2C9-41B1-A886-1D815322C81A}" dt="2025-09-29T21:44:16.366" v="5441" actId="20577"/>
          <ac:spMkLst>
            <pc:docMk/>
            <pc:sldMk cId="0" sldId="290"/>
            <ac:spMk id="17692" creationId="{1874F9EF-65B5-8FF7-A9BF-185B7142D694}"/>
          </ac:spMkLst>
        </pc:spChg>
        <pc:spChg chg="add mod">
          <ac:chgData name="Manash Ranjan Mahanand" userId="2e4d7e10920bb171" providerId="LiveId" clId="{BDE34B58-E2C9-41B1-A886-1D815322C81A}" dt="2025-09-29T21:57:51.717" v="5540" actId="1076"/>
          <ac:spMkLst>
            <pc:docMk/>
            <pc:sldMk cId="0" sldId="290"/>
            <ac:spMk id="17693" creationId="{F4A93986-FFB5-ADCB-9B53-2B6B8BE93C63}"/>
          </ac:spMkLst>
        </pc:spChg>
        <pc:spChg chg="add mod">
          <ac:chgData name="Manash Ranjan Mahanand" userId="2e4d7e10920bb171" providerId="LiveId" clId="{BDE34B58-E2C9-41B1-A886-1D815322C81A}" dt="2025-09-29T22:01:54.295" v="5819" actId="14100"/>
          <ac:spMkLst>
            <pc:docMk/>
            <pc:sldMk cId="0" sldId="290"/>
            <ac:spMk id="17694" creationId="{7039CD31-6949-AD5A-6B20-DA6CE96F8077}"/>
          </ac:spMkLst>
        </pc:spChg>
        <pc:spChg chg="add mod">
          <ac:chgData name="Manash Ranjan Mahanand" userId="2e4d7e10920bb171" providerId="LiveId" clId="{BDE34B58-E2C9-41B1-A886-1D815322C81A}" dt="2025-09-29T21:58:17.104" v="5576" actId="20577"/>
          <ac:spMkLst>
            <pc:docMk/>
            <pc:sldMk cId="0" sldId="290"/>
            <ac:spMk id="17695" creationId="{339EBFA5-66CB-658B-5917-81CCF4C5E4F6}"/>
          </ac:spMkLst>
        </pc:spChg>
        <pc:spChg chg="add mod">
          <ac:chgData name="Manash Ranjan Mahanand" userId="2e4d7e10920bb171" providerId="LiveId" clId="{BDE34B58-E2C9-41B1-A886-1D815322C81A}" dt="2025-09-29T22:38:18.619" v="6881" actId="1037"/>
          <ac:spMkLst>
            <pc:docMk/>
            <pc:sldMk cId="0" sldId="290"/>
            <ac:spMk id="17696" creationId="{9F22F49E-653F-F9C5-B64B-2030DF72865F}"/>
          </ac:spMkLst>
        </pc:spChg>
        <pc:spChg chg="add mod">
          <ac:chgData name="Manash Ranjan Mahanand" userId="2e4d7e10920bb171" providerId="LiveId" clId="{BDE34B58-E2C9-41B1-A886-1D815322C81A}" dt="2025-09-29T22:05:03.100" v="5938" actId="14100"/>
          <ac:spMkLst>
            <pc:docMk/>
            <pc:sldMk cId="0" sldId="290"/>
            <ac:spMk id="17697" creationId="{93091B93-F966-183F-06DC-49CCE297EF64}"/>
          </ac:spMkLst>
        </pc:spChg>
        <pc:spChg chg="add mod">
          <ac:chgData name="Manash Ranjan Mahanand" userId="2e4d7e10920bb171" providerId="LiveId" clId="{BDE34B58-E2C9-41B1-A886-1D815322C81A}" dt="2025-09-29T22:02:30.070" v="5856" actId="20577"/>
          <ac:spMkLst>
            <pc:docMk/>
            <pc:sldMk cId="0" sldId="290"/>
            <ac:spMk id="17698" creationId="{6FBED6D7-8BF2-6C5A-C301-38300EB77D4A}"/>
          </ac:spMkLst>
        </pc:spChg>
        <pc:spChg chg="add mod">
          <ac:chgData name="Manash Ranjan Mahanand" userId="2e4d7e10920bb171" providerId="LiveId" clId="{BDE34B58-E2C9-41B1-A886-1D815322C81A}" dt="2025-09-29T22:03:21.125" v="5931" actId="20577"/>
          <ac:spMkLst>
            <pc:docMk/>
            <pc:sldMk cId="0" sldId="290"/>
            <ac:spMk id="17699" creationId="{C482EDF2-BF0B-2890-616E-6304217500B3}"/>
          </ac:spMkLst>
        </pc:spChg>
        <pc:spChg chg="add mod">
          <ac:chgData name="Manash Ranjan Mahanand" userId="2e4d7e10920bb171" providerId="LiveId" clId="{BDE34B58-E2C9-41B1-A886-1D815322C81A}" dt="2025-09-29T22:06:04.332" v="5968" actId="1076"/>
          <ac:spMkLst>
            <pc:docMk/>
            <pc:sldMk cId="0" sldId="290"/>
            <ac:spMk id="17701" creationId="{7CDB55BF-EC62-971D-17D6-515CCF22638E}"/>
          </ac:spMkLst>
        </pc:spChg>
        <pc:spChg chg="add mod">
          <ac:chgData name="Manash Ranjan Mahanand" userId="2e4d7e10920bb171" providerId="LiveId" clId="{BDE34B58-E2C9-41B1-A886-1D815322C81A}" dt="2025-09-29T22:07:43.727" v="5995" actId="1076"/>
          <ac:spMkLst>
            <pc:docMk/>
            <pc:sldMk cId="0" sldId="290"/>
            <ac:spMk id="17704" creationId="{C277F78A-058B-747F-B485-575F389F83BB}"/>
          </ac:spMkLst>
        </pc:spChg>
        <pc:spChg chg="add mod">
          <ac:chgData name="Manash Ranjan Mahanand" userId="2e4d7e10920bb171" providerId="LiveId" clId="{BDE34B58-E2C9-41B1-A886-1D815322C81A}" dt="2025-09-29T22:09:54.842" v="6066" actId="1076"/>
          <ac:spMkLst>
            <pc:docMk/>
            <pc:sldMk cId="0" sldId="290"/>
            <ac:spMk id="17729" creationId="{8A39FB6D-CC0C-8578-82EF-D621074C30CF}"/>
          </ac:spMkLst>
        </pc:spChg>
        <pc:spChg chg="add mod">
          <ac:chgData name="Manash Ranjan Mahanand" userId="2e4d7e10920bb171" providerId="LiveId" clId="{BDE34B58-E2C9-41B1-A886-1D815322C81A}" dt="2025-09-29T22:15:23.821" v="6227" actId="14100"/>
          <ac:spMkLst>
            <pc:docMk/>
            <pc:sldMk cId="0" sldId="290"/>
            <ac:spMk id="17731" creationId="{DCF3140E-600E-1351-0ADF-E4065F72A4BA}"/>
          </ac:spMkLst>
        </pc:spChg>
        <pc:spChg chg="add mod">
          <ac:chgData name="Manash Ranjan Mahanand" userId="2e4d7e10920bb171" providerId="LiveId" clId="{BDE34B58-E2C9-41B1-A886-1D815322C81A}" dt="2025-09-29T22:13:09.771" v="6086" actId="20577"/>
          <ac:spMkLst>
            <pc:docMk/>
            <pc:sldMk cId="0" sldId="290"/>
            <ac:spMk id="17732" creationId="{1D556458-3F05-F845-FF5B-4D871886E70D}"/>
          </ac:spMkLst>
        </pc:spChg>
        <pc:spChg chg="add mod">
          <ac:chgData name="Manash Ranjan Mahanand" userId="2e4d7e10920bb171" providerId="LiveId" clId="{BDE34B58-E2C9-41B1-A886-1D815322C81A}" dt="2025-09-29T22:15:14.683" v="6226" actId="20577"/>
          <ac:spMkLst>
            <pc:docMk/>
            <pc:sldMk cId="0" sldId="290"/>
            <ac:spMk id="17733" creationId="{F61F4334-8868-3DCD-CBC5-3AF8E49F9931}"/>
          </ac:spMkLst>
        </pc:spChg>
        <pc:spChg chg="add mod">
          <ac:chgData name="Manash Ranjan Mahanand" userId="2e4d7e10920bb171" providerId="LiveId" clId="{BDE34B58-E2C9-41B1-A886-1D815322C81A}" dt="2025-09-29T22:20:28.862" v="6404" actId="14100"/>
          <ac:spMkLst>
            <pc:docMk/>
            <pc:sldMk cId="0" sldId="290"/>
            <ac:spMk id="17734" creationId="{02D03418-0304-C675-232A-BAF7EE15D4FF}"/>
          </ac:spMkLst>
        </pc:spChg>
        <pc:spChg chg="add mod">
          <ac:chgData name="Manash Ranjan Mahanand" userId="2e4d7e10920bb171" providerId="LiveId" clId="{BDE34B58-E2C9-41B1-A886-1D815322C81A}" dt="2025-09-29T22:19:42.450" v="6278" actId="20577"/>
          <ac:spMkLst>
            <pc:docMk/>
            <pc:sldMk cId="0" sldId="290"/>
            <ac:spMk id="17735" creationId="{813DADB5-F9D3-7AEE-6583-9A4EF08B98A4}"/>
          </ac:spMkLst>
        </pc:spChg>
        <pc:spChg chg="add mod">
          <ac:chgData name="Manash Ranjan Mahanand" userId="2e4d7e10920bb171" providerId="LiveId" clId="{BDE34B58-E2C9-41B1-A886-1D815322C81A}" dt="2025-09-29T22:20:22.322" v="6403" actId="20577"/>
          <ac:spMkLst>
            <pc:docMk/>
            <pc:sldMk cId="0" sldId="290"/>
            <ac:spMk id="17736" creationId="{535058BB-D9F8-24F8-0AFA-3D72357F922E}"/>
          </ac:spMkLst>
        </pc:spChg>
        <pc:spChg chg="add mod">
          <ac:chgData name="Manash Ranjan Mahanand" userId="2e4d7e10920bb171" providerId="LiveId" clId="{BDE34B58-E2C9-41B1-A886-1D815322C81A}" dt="2025-09-29T22:23:57.838" v="6436" actId="13822"/>
          <ac:spMkLst>
            <pc:docMk/>
            <pc:sldMk cId="0" sldId="290"/>
            <ac:spMk id="17752" creationId="{96F75F5C-EB14-97C4-CBE6-6068D380BFBF}"/>
          </ac:spMkLst>
        </pc:spChg>
        <pc:spChg chg="add mod">
          <ac:chgData name="Manash Ranjan Mahanand" userId="2e4d7e10920bb171" providerId="LiveId" clId="{BDE34B58-E2C9-41B1-A886-1D815322C81A}" dt="2025-09-29T22:38:23.198" v="6892" actId="1037"/>
          <ac:spMkLst>
            <pc:docMk/>
            <pc:sldMk cId="0" sldId="290"/>
            <ac:spMk id="17786" creationId="{CF364DE0-0188-47C4-2678-DD4DC221F5CB}"/>
          </ac:spMkLst>
        </pc:spChg>
        <pc:spChg chg="add mod">
          <ac:chgData name="Manash Ranjan Mahanand" userId="2e4d7e10920bb171" providerId="LiveId" clId="{BDE34B58-E2C9-41B1-A886-1D815322C81A}" dt="2025-09-29T22:26:40.992" v="6596" actId="164"/>
          <ac:spMkLst>
            <pc:docMk/>
            <pc:sldMk cId="0" sldId="290"/>
            <ac:spMk id="17787" creationId="{3679F5A3-C097-871F-4072-CDCA908653CA}"/>
          </ac:spMkLst>
        </pc:spChg>
        <pc:spChg chg="add mod">
          <ac:chgData name="Manash Ranjan Mahanand" userId="2e4d7e10920bb171" providerId="LiveId" clId="{BDE34B58-E2C9-41B1-A886-1D815322C81A}" dt="2025-09-29T22:28:35.447" v="6649" actId="20577"/>
          <ac:spMkLst>
            <pc:docMk/>
            <pc:sldMk cId="0" sldId="290"/>
            <ac:spMk id="17788" creationId="{D9244689-BA34-0291-A433-CCD71172C3B2}"/>
          </ac:spMkLst>
        </pc:spChg>
        <pc:spChg chg="add mod">
          <ac:chgData name="Manash Ranjan Mahanand" userId="2e4d7e10920bb171" providerId="LiveId" clId="{BDE34B58-E2C9-41B1-A886-1D815322C81A}" dt="2025-09-29T22:28:20.941" v="6648" actId="1076"/>
          <ac:spMkLst>
            <pc:docMk/>
            <pc:sldMk cId="0" sldId="290"/>
            <ac:spMk id="17800" creationId="{36D53B8C-2DEB-A237-DBE3-F8864A1E04FD}"/>
          </ac:spMkLst>
        </pc:spChg>
        <pc:spChg chg="add mod">
          <ac:chgData name="Manash Ranjan Mahanand" userId="2e4d7e10920bb171" providerId="LiveId" clId="{BDE34B58-E2C9-41B1-A886-1D815322C81A}" dt="2025-09-29T22:32:51.264" v="6773" actId="1076"/>
          <ac:spMkLst>
            <pc:docMk/>
            <pc:sldMk cId="0" sldId="290"/>
            <ac:spMk id="17802" creationId="{5330CEC5-E531-0E45-A42F-74E837702752}"/>
          </ac:spMkLst>
        </pc:spChg>
        <pc:spChg chg="add mod">
          <ac:chgData name="Manash Ranjan Mahanand" userId="2e4d7e10920bb171" providerId="LiveId" clId="{BDE34B58-E2C9-41B1-A886-1D815322C81A}" dt="2025-09-29T22:32:03.560" v="6742" actId="1076"/>
          <ac:spMkLst>
            <pc:docMk/>
            <pc:sldMk cId="0" sldId="290"/>
            <ac:spMk id="17803" creationId="{9A5B85BD-79AB-F08C-F3CB-7B987F5254CA}"/>
          </ac:spMkLst>
        </pc:spChg>
        <pc:spChg chg="add mod">
          <ac:chgData name="Manash Ranjan Mahanand" userId="2e4d7e10920bb171" providerId="LiveId" clId="{BDE34B58-E2C9-41B1-A886-1D815322C81A}" dt="2025-09-29T22:32:54.320" v="6774" actId="1076"/>
          <ac:spMkLst>
            <pc:docMk/>
            <pc:sldMk cId="0" sldId="290"/>
            <ac:spMk id="17807" creationId="{4C9787EC-0C8C-34EE-DFC7-F1801380A487}"/>
          </ac:spMkLst>
        </pc:spChg>
        <pc:spChg chg="add mod">
          <ac:chgData name="Manash Ranjan Mahanand" userId="2e4d7e10920bb171" providerId="LiveId" clId="{BDE34B58-E2C9-41B1-A886-1D815322C81A}" dt="2025-09-29T22:34:16.499" v="6846" actId="1076"/>
          <ac:spMkLst>
            <pc:docMk/>
            <pc:sldMk cId="0" sldId="290"/>
            <ac:spMk id="17829" creationId="{7EE6C8AD-4FDA-834C-7A12-FA4DFFDF87D9}"/>
          </ac:spMkLst>
        </pc:spChg>
        <pc:grpChg chg="add mod">
          <ac:chgData name="Manash Ranjan Mahanand" userId="2e4d7e10920bb171" providerId="LiveId" clId="{BDE34B58-E2C9-41B1-A886-1D815322C81A}" dt="2025-09-29T18:18:06.600" v="2554" actId="1076"/>
          <ac:grpSpMkLst>
            <pc:docMk/>
            <pc:sldMk cId="0" sldId="290"/>
            <ac:grpSpMk id="8" creationId="{D1A2656C-5A69-4F75-364E-EAE31525A27D}"/>
          </ac:grpSpMkLst>
        </pc:grpChg>
        <pc:grpChg chg="add mod">
          <ac:chgData name="Manash Ranjan Mahanand" userId="2e4d7e10920bb171" providerId="LiveId" clId="{BDE34B58-E2C9-41B1-A886-1D815322C81A}" dt="2025-09-29T16:24:26.624" v="405" actId="1076"/>
          <ac:grpSpMkLst>
            <pc:docMk/>
            <pc:sldMk cId="0" sldId="290"/>
            <ac:grpSpMk id="10" creationId="{9D242813-4E4A-D9FD-6C54-2363C8473DB9}"/>
          </ac:grpSpMkLst>
        </pc:grpChg>
        <pc:grpChg chg="add mod">
          <ac:chgData name="Manash Ranjan Mahanand" userId="2e4d7e10920bb171" providerId="LiveId" clId="{BDE34B58-E2C9-41B1-A886-1D815322C81A}" dt="2025-09-29T16:24:26.624" v="405" actId="1076"/>
          <ac:grpSpMkLst>
            <pc:docMk/>
            <pc:sldMk cId="0" sldId="290"/>
            <ac:grpSpMk id="13" creationId="{216A6494-8C14-6983-7A4D-63D115E31247}"/>
          </ac:grpSpMkLst>
        </pc:grpChg>
        <pc:grpChg chg="add mod">
          <ac:chgData name="Manash Ranjan Mahanand" userId="2e4d7e10920bb171" providerId="LiveId" clId="{BDE34B58-E2C9-41B1-A886-1D815322C81A}" dt="2025-09-29T17:40:29.714" v="1767" actId="1076"/>
          <ac:grpSpMkLst>
            <pc:docMk/>
            <pc:sldMk cId="0" sldId="290"/>
            <ac:grpSpMk id="14" creationId="{1C7C798C-0FE8-F4DA-218D-08D530BEAEB9}"/>
          </ac:grpSpMkLst>
        </pc:grpChg>
        <pc:grpChg chg="add mod">
          <ac:chgData name="Manash Ranjan Mahanand" userId="2e4d7e10920bb171" providerId="LiveId" clId="{BDE34B58-E2C9-41B1-A886-1D815322C81A}" dt="2025-09-29T17:40:32.791" v="1768" actId="1076"/>
          <ac:grpSpMkLst>
            <pc:docMk/>
            <pc:sldMk cId="0" sldId="290"/>
            <ac:grpSpMk id="18" creationId="{1E90172D-681F-365D-56AC-68B1B0717D1B}"/>
          </ac:grpSpMkLst>
        </pc:grpChg>
        <pc:grpChg chg="add mod">
          <ac:chgData name="Manash Ranjan Mahanand" userId="2e4d7e10920bb171" providerId="LiveId" clId="{BDE34B58-E2C9-41B1-A886-1D815322C81A}" dt="2025-09-29T16:28:21.783" v="437" actId="1076"/>
          <ac:grpSpMkLst>
            <pc:docMk/>
            <pc:sldMk cId="0" sldId="290"/>
            <ac:grpSpMk id="19" creationId="{2D1D54D6-E7F7-091B-01C4-3F0219990E56}"/>
          </ac:grpSpMkLst>
        </pc:grpChg>
        <pc:grpChg chg="add mod">
          <ac:chgData name="Manash Ranjan Mahanand" userId="2e4d7e10920bb171" providerId="LiveId" clId="{BDE34B58-E2C9-41B1-A886-1D815322C81A}" dt="2025-09-29T17:40:37.125" v="1769" actId="1076"/>
          <ac:grpSpMkLst>
            <pc:docMk/>
            <pc:sldMk cId="0" sldId="290"/>
            <ac:grpSpMk id="25" creationId="{2CD97B6E-D69B-2D67-668C-42023B6BAAA4}"/>
          </ac:grpSpMkLst>
        </pc:grpChg>
        <pc:grpChg chg="add mod">
          <ac:chgData name="Manash Ranjan Mahanand" userId="2e4d7e10920bb171" providerId="LiveId" clId="{BDE34B58-E2C9-41B1-A886-1D815322C81A}" dt="2025-09-29T20:04:12.010" v="3514" actId="1076"/>
          <ac:grpSpMkLst>
            <pc:docMk/>
            <pc:sldMk cId="0" sldId="290"/>
            <ac:grpSpMk id="27" creationId="{DF199C48-19BE-DE08-9B9B-BDA310B54FB5}"/>
          </ac:grpSpMkLst>
        </pc:grpChg>
        <pc:grpChg chg="add mod">
          <ac:chgData name="Manash Ranjan Mahanand" userId="2e4d7e10920bb171" providerId="LiveId" clId="{BDE34B58-E2C9-41B1-A886-1D815322C81A}" dt="2025-09-29T17:50:07.330" v="1939" actId="1076"/>
          <ac:grpSpMkLst>
            <pc:docMk/>
            <pc:sldMk cId="0" sldId="290"/>
            <ac:grpSpMk id="41" creationId="{AD5CDE99-A376-3034-1A9A-0FA95A300596}"/>
          </ac:grpSpMkLst>
        </pc:grpChg>
        <pc:grpChg chg="add mod">
          <ac:chgData name="Manash Ranjan Mahanand" userId="2e4d7e10920bb171" providerId="LiveId" clId="{BDE34B58-E2C9-41B1-A886-1D815322C81A}" dt="2025-09-29T18:10:34.248" v="2484" actId="1076"/>
          <ac:grpSpMkLst>
            <pc:docMk/>
            <pc:sldMk cId="0" sldId="290"/>
            <ac:grpSpMk id="48" creationId="{C1D61D90-6485-D5D4-E28F-400B2545B99E}"/>
          </ac:grpSpMkLst>
        </pc:grpChg>
        <pc:grpChg chg="add mod">
          <ac:chgData name="Manash Ranjan Mahanand" userId="2e4d7e10920bb171" providerId="LiveId" clId="{BDE34B58-E2C9-41B1-A886-1D815322C81A}" dt="2025-09-29T17:07:09.444" v="1038" actId="164"/>
          <ac:grpSpMkLst>
            <pc:docMk/>
            <pc:sldMk cId="0" sldId="290"/>
            <ac:grpSpMk id="57" creationId="{0C7B81F4-A9BF-70BD-3C91-339B065105F6}"/>
          </ac:grpSpMkLst>
        </pc:grpChg>
        <pc:grpChg chg="add mod">
          <ac:chgData name="Manash Ranjan Mahanand" userId="2e4d7e10920bb171" providerId="LiveId" clId="{BDE34B58-E2C9-41B1-A886-1D815322C81A}" dt="2025-09-29T17:15:25.125" v="1219" actId="164"/>
          <ac:grpSpMkLst>
            <pc:docMk/>
            <pc:sldMk cId="0" sldId="290"/>
            <ac:grpSpMk id="60" creationId="{5DC1FAFC-5736-19EF-337A-C2E2CAFB1BF7}"/>
          </ac:grpSpMkLst>
        </pc:grpChg>
        <pc:grpChg chg="add mod">
          <ac:chgData name="Manash Ranjan Mahanand" userId="2e4d7e10920bb171" providerId="LiveId" clId="{BDE34B58-E2C9-41B1-A886-1D815322C81A}" dt="2025-09-29T16:28:21.783" v="437" actId="1076"/>
          <ac:grpSpMkLst>
            <pc:docMk/>
            <pc:sldMk cId="0" sldId="290"/>
            <ac:grpSpMk id="61" creationId="{29A38206-F8DE-0F42-574D-F5FC8D152821}"/>
          </ac:grpSpMkLst>
        </pc:grpChg>
        <pc:grpChg chg="add mod">
          <ac:chgData name="Manash Ranjan Mahanand" userId="2e4d7e10920bb171" providerId="LiveId" clId="{BDE34B58-E2C9-41B1-A886-1D815322C81A}" dt="2025-09-29T16:28:21.783" v="437" actId="1076"/>
          <ac:grpSpMkLst>
            <pc:docMk/>
            <pc:sldMk cId="0" sldId="290"/>
            <ac:grpSpMk id="1024" creationId="{7F35B472-D4D3-FBAA-AC1C-F471383D9894}"/>
          </ac:grpSpMkLst>
        </pc:grpChg>
        <pc:grpChg chg="add mod">
          <ac:chgData name="Manash Ranjan Mahanand" userId="2e4d7e10920bb171" providerId="LiveId" clId="{BDE34B58-E2C9-41B1-A886-1D815322C81A}" dt="2025-09-29T16:24:12.886" v="403" actId="164"/>
          <ac:grpSpMkLst>
            <pc:docMk/>
            <pc:sldMk cId="0" sldId="290"/>
            <ac:grpSpMk id="1033" creationId="{54B342CE-D176-92AF-4071-61730960EB0A}"/>
          </ac:grpSpMkLst>
        </pc:grpChg>
        <pc:grpChg chg="add mod">
          <ac:chgData name="Manash Ranjan Mahanand" userId="2e4d7e10920bb171" providerId="LiveId" clId="{BDE34B58-E2C9-41B1-A886-1D815322C81A}" dt="2025-09-29T16:24:26.624" v="405" actId="1076"/>
          <ac:grpSpMkLst>
            <pc:docMk/>
            <pc:sldMk cId="0" sldId="290"/>
            <ac:grpSpMk id="1035" creationId="{AEA36117-3723-C542-FBDC-0A9538EBBA29}"/>
          </ac:grpSpMkLst>
        </pc:grpChg>
        <pc:grpChg chg="add mod">
          <ac:chgData name="Manash Ranjan Mahanand" userId="2e4d7e10920bb171" providerId="LiveId" clId="{BDE34B58-E2C9-41B1-A886-1D815322C81A}" dt="2025-09-29T17:15:25.125" v="1219" actId="164"/>
          <ac:grpSpMkLst>
            <pc:docMk/>
            <pc:sldMk cId="0" sldId="290"/>
            <ac:grpSpMk id="1039" creationId="{57D41F5B-8392-2F46-3505-5944F60BA3F1}"/>
          </ac:grpSpMkLst>
        </pc:grpChg>
        <pc:grpChg chg="add del mod">
          <ac:chgData name="Manash Ranjan Mahanand" userId="2e4d7e10920bb171" providerId="LiveId" clId="{BDE34B58-E2C9-41B1-A886-1D815322C81A}" dt="2025-09-29T19:26:24.477" v="3106"/>
          <ac:grpSpMkLst>
            <pc:docMk/>
            <pc:sldMk cId="0" sldId="290"/>
            <ac:grpSpMk id="1042" creationId="{46849D3A-92A5-2CFA-528A-7683C3D241B4}"/>
          </ac:grpSpMkLst>
        </pc:grpChg>
        <pc:grpChg chg="add del mod">
          <ac:chgData name="Manash Ranjan Mahanand" userId="2e4d7e10920bb171" providerId="LiveId" clId="{BDE34B58-E2C9-41B1-A886-1D815322C81A}" dt="2025-09-29T19:26:06.819" v="3087"/>
          <ac:grpSpMkLst>
            <pc:docMk/>
            <pc:sldMk cId="0" sldId="290"/>
            <ac:grpSpMk id="1048" creationId="{10DEF467-A9A9-1326-18AF-E81C54F04A9F}"/>
          </ac:grpSpMkLst>
        </pc:grpChg>
        <pc:grpChg chg="mod">
          <ac:chgData name="Manash Ranjan Mahanand" userId="2e4d7e10920bb171" providerId="LiveId" clId="{BDE34B58-E2C9-41B1-A886-1D815322C81A}" dt="2025-09-29T17:10:38.806" v="1091"/>
          <ac:grpSpMkLst>
            <pc:docMk/>
            <pc:sldMk cId="0" sldId="290"/>
            <ac:grpSpMk id="1057" creationId="{3BE13AEE-0872-5F55-AEB5-E2DAA1156D26}"/>
          </ac:grpSpMkLst>
        </pc:grpChg>
        <pc:grpChg chg="add del mod">
          <ac:chgData name="Manash Ranjan Mahanand" userId="2e4d7e10920bb171" providerId="LiveId" clId="{BDE34B58-E2C9-41B1-A886-1D815322C81A}" dt="2025-09-29T17:10:53.359" v="1104"/>
          <ac:grpSpMkLst>
            <pc:docMk/>
            <pc:sldMk cId="0" sldId="290"/>
            <ac:grpSpMk id="1067" creationId="{7A057694-EAFD-BAB1-AF9F-0BAF3C3E0D9F}"/>
          </ac:grpSpMkLst>
        </pc:grpChg>
        <pc:grpChg chg="mod">
          <ac:chgData name="Manash Ranjan Mahanand" userId="2e4d7e10920bb171" providerId="LiveId" clId="{BDE34B58-E2C9-41B1-A886-1D815322C81A}" dt="2025-09-29T17:10:49.889" v="1101"/>
          <ac:grpSpMkLst>
            <pc:docMk/>
            <pc:sldMk cId="0" sldId="290"/>
            <ac:grpSpMk id="1070" creationId="{AB1F67AD-FE63-3F8D-72EE-BB33FEDF83E2}"/>
          </ac:grpSpMkLst>
        </pc:grpChg>
        <pc:grpChg chg="mod">
          <ac:chgData name="Manash Ranjan Mahanand" userId="2e4d7e10920bb171" providerId="LiveId" clId="{BDE34B58-E2C9-41B1-A886-1D815322C81A}" dt="2025-09-29T17:15:25.125" v="1219" actId="164"/>
          <ac:grpSpMkLst>
            <pc:docMk/>
            <pc:sldMk cId="0" sldId="290"/>
            <ac:grpSpMk id="1073" creationId="{DA52E452-E581-A873-330E-BA3A571FC57E}"/>
          </ac:grpSpMkLst>
        </pc:grpChg>
        <pc:grpChg chg="mod">
          <ac:chgData name="Manash Ranjan Mahanand" userId="2e4d7e10920bb171" providerId="LiveId" clId="{BDE34B58-E2C9-41B1-A886-1D815322C81A}" dt="2025-09-29T17:12:20.522" v="1178"/>
          <ac:grpSpMkLst>
            <pc:docMk/>
            <pc:sldMk cId="0" sldId="290"/>
            <ac:grpSpMk id="1083" creationId="{AD9ECFEC-26E6-80FC-CE00-6DF5A3AFDD76}"/>
          </ac:grpSpMkLst>
        </pc:grpChg>
        <pc:grpChg chg="mod">
          <ac:chgData name="Manash Ranjan Mahanand" userId="2e4d7e10920bb171" providerId="LiveId" clId="{BDE34B58-E2C9-41B1-A886-1D815322C81A}" dt="2025-09-29T19:26:04.094" v="3078"/>
          <ac:grpSpMkLst>
            <pc:docMk/>
            <pc:sldMk cId="0" sldId="290"/>
            <ac:grpSpMk id="1083" creationId="{B08A09C0-7359-EB71-74BE-5628CA3150E7}"/>
          </ac:grpSpMkLst>
        </pc:grpChg>
        <pc:grpChg chg="mod">
          <ac:chgData name="Manash Ranjan Mahanand" userId="2e4d7e10920bb171" providerId="LiveId" clId="{BDE34B58-E2C9-41B1-A886-1D815322C81A}" dt="2025-09-29T17:15:25.125" v="1219" actId="164"/>
          <ac:grpSpMkLst>
            <pc:docMk/>
            <pc:sldMk cId="0" sldId="290"/>
            <ac:grpSpMk id="1085" creationId="{9A4DAD3E-626F-A50D-B9FB-3C4FAFE63973}"/>
          </ac:grpSpMkLst>
        </pc:grpChg>
        <pc:grpChg chg="del mod">
          <ac:chgData name="Manash Ranjan Mahanand" userId="2e4d7e10920bb171" providerId="LiveId" clId="{BDE34B58-E2C9-41B1-A886-1D815322C81A}" dt="2025-09-29T19:26:28.201" v="3109"/>
          <ac:grpSpMkLst>
            <pc:docMk/>
            <pc:sldMk cId="0" sldId="290"/>
            <ac:grpSpMk id="2059" creationId="{58D3A76B-B192-0F68-1D12-D1EF0F3EC441}"/>
          </ac:grpSpMkLst>
        </pc:grpChg>
        <pc:grpChg chg="del mod">
          <ac:chgData name="Manash Ranjan Mahanand" userId="2e4d7e10920bb171" providerId="LiveId" clId="{BDE34B58-E2C9-41B1-A886-1D815322C81A}" dt="2025-09-29T19:26:33.968" v="3115"/>
          <ac:grpSpMkLst>
            <pc:docMk/>
            <pc:sldMk cId="0" sldId="290"/>
            <ac:grpSpMk id="2062" creationId="{4963D4D7-2414-5ADF-9A75-3A6FD38D78A0}"/>
          </ac:grpSpMkLst>
        </pc:grpChg>
        <pc:grpChg chg="del mod">
          <ac:chgData name="Manash Ranjan Mahanand" userId="2e4d7e10920bb171" providerId="LiveId" clId="{BDE34B58-E2C9-41B1-A886-1D815322C81A}" dt="2025-09-29T19:26:36.698" v="3118"/>
          <ac:grpSpMkLst>
            <pc:docMk/>
            <pc:sldMk cId="0" sldId="290"/>
            <ac:grpSpMk id="2068" creationId="{35DB5BD6-5B88-F86E-BFE4-20142A0DB280}"/>
          </ac:grpSpMkLst>
        </pc:grpChg>
        <pc:grpChg chg="mod">
          <ac:chgData name="Manash Ranjan Mahanand" userId="2e4d7e10920bb171" providerId="LiveId" clId="{BDE34B58-E2C9-41B1-A886-1D815322C81A}" dt="2025-09-29T19:26:36.698" v="3118"/>
          <ac:grpSpMkLst>
            <pc:docMk/>
            <pc:sldMk cId="0" sldId="290"/>
            <ac:grpSpMk id="2071" creationId="{6CC94704-756C-A469-293E-0BC0ED290E6C}"/>
          </ac:grpSpMkLst>
        </pc:grpChg>
        <pc:grpChg chg="add mod">
          <ac:chgData name="Manash Ranjan Mahanand" userId="2e4d7e10920bb171" providerId="LiveId" clId="{BDE34B58-E2C9-41B1-A886-1D815322C81A}" dt="2025-09-29T17:15:25.125" v="1219" actId="164"/>
          <ac:grpSpMkLst>
            <pc:docMk/>
            <pc:sldMk cId="0" sldId="290"/>
            <ac:grpSpMk id="17414" creationId="{BCC8487B-4FC8-DAED-421A-C3B58D50CB47}"/>
          </ac:grpSpMkLst>
        </pc:grpChg>
        <pc:grpChg chg="add mod">
          <ac:chgData name="Manash Ranjan Mahanand" userId="2e4d7e10920bb171" providerId="LiveId" clId="{BDE34B58-E2C9-41B1-A886-1D815322C81A}" dt="2025-09-29T17:15:38.632" v="1220" actId="164"/>
          <ac:grpSpMkLst>
            <pc:docMk/>
            <pc:sldMk cId="0" sldId="290"/>
            <ac:grpSpMk id="17415" creationId="{D52964CA-1BD8-43B6-6F35-23A95FA33D01}"/>
          </ac:grpSpMkLst>
        </pc:grpChg>
        <pc:grpChg chg="add mod">
          <ac:chgData name="Manash Ranjan Mahanand" userId="2e4d7e10920bb171" providerId="LiveId" clId="{BDE34B58-E2C9-41B1-A886-1D815322C81A}" dt="2025-09-29T17:24:45.507" v="1457" actId="164"/>
          <ac:grpSpMkLst>
            <pc:docMk/>
            <pc:sldMk cId="0" sldId="290"/>
            <ac:grpSpMk id="17428" creationId="{B7FFB137-3EEA-F72A-4150-4BDE58088D2A}"/>
          </ac:grpSpMkLst>
        </pc:grpChg>
        <pc:grpChg chg="add mod">
          <ac:chgData name="Manash Ranjan Mahanand" userId="2e4d7e10920bb171" providerId="LiveId" clId="{BDE34B58-E2C9-41B1-A886-1D815322C81A}" dt="2025-09-29T17:24:45.507" v="1457" actId="164"/>
          <ac:grpSpMkLst>
            <pc:docMk/>
            <pc:sldMk cId="0" sldId="290"/>
            <ac:grpSpMk id="17432" creationId="{A467ACCD-AF02-7C84-7CD7-9136C9A961B4}"/>
          </ac:grpSpMkLst>
        </pc:grpChg>
        <pc:grpChg chg="add mod">
          <ac:chgData name="Manash Ranjan Mahanand" userId="2e4d7e10920bb171" providerId="LiveId" clId="{BDE34B58-E2C9-41B1-A886-1D815322C81A}" dt="2025-09-29T17:24:45.507" v="1457" actId="164"/>
          <ac:grpSpMkLst>
            <pc:docMk/>
            <pc:sldMk cId="0" sldId="290"/>
            <ac:grpSpMk id="17436" creationId="{60361E28-792E-A7C8-518C-593425DFD055}"/>
          </ac:grpSpMkLst>
        </pc:grpChg>
        <pc:grpChg chg="add mod">
          <ac:chgData name="Manash Ranjan Mahanand" userId="2e4d7e10920bb171" providerId="LiveId" clId="{BDE34B58-E2C9-41B1-A886-1D815322C81A}" dt="2025-09-29T17:24:45.507" v="1457" actId="164"/>
          <ac:grpSpMkLst>
            <pc:docMk/>
            <pc:sldMk cId="0" sldId="290"/>
            <ac:grpSpMk id="17441" creationId="{3FF0BEF4-E463-89CF-E035-0BCD88ACD5A1}"/>
          </ac:grpSpMkLst>
        </pc:grpChg>
        <pc:grpChg chg="add mod">
          <ac:chgData name="Manash Ranjan Mahanand" userId="2e4d7e10920bb171" providerId="LiveId" clId="{BDE34B58-E2C9-41B1-A886-1D815322C81A}" dt="2025-09-29T17:15:25.125" v="1219" actId="164"/>
          <ac:grpSpMkLst>
            <pc:docMk/>
            <pc:sldMk cId="0" sldId="290"/>
            <ac:grpSpMk id="17449" creationId="{0C6118C9-83D0-FBAA-BE54-EB4C087FF7BF}"/>
          </ac:grpSpMkLst>
        </pc:grpChg>
        <pc:grpChg chg="add del mod">
          <ac:chgData name="Manash Ranjan Mahanand" userId="2e4d7e10920bb171" providerId="LiveId" clId="{BDE34B58-E2C9-41B1-A886-1D815322C81A}" dt="2025-09-29T16:56:59.746" v="808" actId="165"/>
          <ac:grpSpMkLst>
            <pc:docMk/>
            <pc:sldMk cId="0" sldId="290"/>
            <ac:grpSpMk id="17450" creationId="{7361DB85-148C-A844-C822-F991A452FC39}"/>
          </ac:grpSpMkLst>
        </pc:grpChg>
        <pc:grpChg chg="add mod">
          <ac:chgData name="Manash Ranjan Mahanand" userId="2e4d7e10920bb171" providerId="LiveId" clId="{BDE34B58-E2C9-41B1-A886-1D815322C81A}" dt="2025-09-29T22:18:01.002" v="6235" actId="1076"/>
          <ac:grpSpMkLst>
            <pc:docMk/>
            <pc:sldMk cId="0" sldId="290"/>
            <ac:grpSpMk id="17466" creationId="{CC80E352-A87E-1346-07A1-9953DFFE1229}"/>
          </ac:grpSpMkLst>
        </pc:grpChg>
        <pc:grpChg chg="mod">
          <ac:chgData name="Manash Ranjan Mahanand" userId="2e4d7e10920bb171" providerId="LiveId" clId="{BDE34B58-E2C9-41B1-A886-1D815322C81A}" dt="2025-09-29T22:17:56.137" v="6234" actId="1076"/>
          <ac:grpSpMkLst>
            <pc:docMk/>
            <pc:sldMk cId="0" sldId="290"/>
            <ac:grpSpMk id="17467" creationId="{552F9098-24B1-66C9-873A-BDDCC98B34BD}"/>
          </ac:grpSpMkLst>
        </pc:grpChg>
        <pc:grpChg chg="mod">
          <ac:chgData name="Manash Ranjan Mahanand" userId="2e4d7e10920bb171" providerId="LiveId" clId="{BDE34B58-E2C9-41B1-A886-1D815322C81A}" dt="2025-09-29T22:17:51.708" v="6233" actId="1076"/>
          <ac:grpSpMkLst>
            <pc:docMk/>
            <pc:sldMk cId="0" sldId="290"/>
            <ac:grpSpMk id="17486" creationId="{D6616044-30B5-D9F4-4797-31BEBA5FD3B5}"/>
          </ac:grpSpMkLst>
        </pc:grpChg>
        <pc:grpChg chg="mod">
          <ac:chgData name="Manash Ranjan Mahanand" userId="2e4d7e10920bb171" providerId="LiveId" clId="{BDE34B58-E2C9-41B1-A886-1D815322C81A}" dt="2025-09-29T22:17:46.470" v="6232" actId="1076"/>
          <ac:grpSpMkLst>
            <pc:docMk/>
            <pc:sldMk cId="0" sldId="290"/>
            <ac:grpSpMk id="17505" creationId="{B1B36291-EFEE-1015-AC46-CE6EDC6BBA32}"/>
          </ac:grpSpMkLst>
        </pc:grpChg>
        <pc:grpChg chg="add mod">
          <ac:chgData name="Manash Ranjan Mahanand" userId="2e4d7e10920bb171" providerId="LiveId" clId="{BDE34B58-E2C9-41B1-A886-1D815322C81A}" dt="2025-09-29T18:03:46.057" v="2251" actId="1076"/>
          <ac:grpSpMkLst>
            <pc:docMk/>
            <pc:sldMk cId="0" sldId="290"/>
            <ac:grpSpMk id="17525" creationId="{3BFAD7D5-D990-A5BA-5D01-3E68F70E1EE5}"/>
          </ac:grpSpMkLst>
        </pc:grpChg>
        <pc:grpChg chg="add mod">
          <ac:chgData name="Manash Ranjan Mahanand" userId="2e4d7e10920bb171" providerId="LiveId" clId="{BDE34B58-E2C9-41B1-A886-1D815322C81A}" dt="2025-09-29T18:08:57.788" v="2426" actId="1036"/>
          <ac:grpSpMkLst>
            <pc:docMk/>
            <pc:sldMk cId="0" sldId="290"/>
            <ac:grpSpMk id="17530" creationId="{8428192C-FF5C-D5EE-A8E7-BB75FF2D2FAE}"/>
          </ac:grpSpMkLst>
        </pc:grpChg>
        <pc:grpChg chg="add mod">
          <ac:chgData name="Manash Ranjan Mahanand" userId="2e4d7e10920bb171" providerId="LiveId" clId="{BDE34B58-E2C9-41B1-A886-1D815322C81A}" dt="2025-09-29T18:08:50.630" v="2418" actId="1036"/>
          <ac:grpSpMkLst>
            <pc:docMk/>
            <pc:sldMk cId="0" sldId="290"/>
            <ac:grpSpMk id="17539" creationId="{73FDD7B9-70DB-7352-8BA1-99840B879BB3}"/>
          </ac:grpSpMkLst>
        </pc:grpChg>
        <pc:grpChg chg="add mod">
          <ac:chgData name="Manash Ranjan Mahanand" userId="2e4d7e10920bb171" providerId="LiveId" clId="{BDE34B58-E2C9-41B1-A886-1D815322C81A}" dt="2025-09-29T18:04:06.892" v="2255" actId="1076"/>
          <ac:grpSpMkLst>
            <pc:docMk/>
            <pc:sldMk cId="0" sldId="290"/>
            <ac:grpSpMk id="17553" creationId="{850FD87A-A78B-091C-B929-F6B32F75C2AB}"/>
          </ac:grpSpMkLst>
        </pc:grpChg>
        <pc:grpChg chg="add mod">
          <ac:chgData name="Manash Ranjan Mahanand" userId="2e4d7e10920bb171" providerId="LiveId" clId="{BDE34B58-E2C9-41B1-A886-1D815322C81A}" dt="2025-09-29T18:08:47.990" v="2411" actId="1036"/>
          <ac:grpSpMkLst>
            <pc:docMk/>
            <pc:sldMk cId="0" sldId="290"/>
            <ac:grpSpMk id="17559" creationId="{790270C4-85C4-4448-CD4A-49BF46265BFE}"/>
          </ac:grpSpMkLst>
        </pc:grpChg>
        <pc:grpChg chg="add mod">
          <ac:chgData name="Manash Ranjan Mahanand" userId="2e4d7e10920bb171" providerId="LiveId" clId="{BDE34B58-E2C9-41B1-A886-1D815322C81A}" dt="2025-09-29T18:08:44.242" v="2399" actId="1076"/>
          <ac:grpSpMkLst>
            <pc:docMk/>
            <pc:sldMk cId="0" sldId="290"/>
            <ac:grpSpMk id="17563" creationId="{70E9F49E-B795-9679-4520-F09AAA208B4B}"/>
          </ac:grpSpMkLst>
        </pc:grpChg>
        <pc:grpChg chg="add mod">
          <ac:chgData name="Manash Ranjan Mahanand" userId="2e4d7e10920bb171" providerId="LiveId" clId="{BDE34B58-E2C9-41B1-A886-1D815322C81A}" dt="2025-09-29T18:11:39.566" v="2495" actId="1076"/>
          <ac:grpSpMkLst>
            <pc:docMk/>
            <pc:sldMk cId="0" sldId="290"/>
            <ac:grpSpMk id="17567" creationId="{77950413-E19A-03A0-A67B-1A770E431616}"/>
          </ac:grpSpMkLst>
        </pc:grpChg>
        <pc:grpChg chg="mod">
          <ac:chgData name="Manash Ranjan Mahanand" userId="2e4d7e10920bb171" providerId="LiveId" clId="{BDE34B58-E2C9-41B1-A886-1D815322C81A}" dt="2025-09-29T19:24:56.430" v="3027"/>
          <ac:grpSpMkLst>
            <pc:docMk/>
            <pc:sldMk cId="0" sldId="290"/>
            <ac:grpSpMk id="17581" creationId="{1F4A757C-9298-7ECB-CCB8-1D13CEBF83B0}"/>
          </ac:grpSpMkLst>
        </pc:grpChg>
        <pc:grpChg chg="mod">
          <ac:chgData name="Manash Ranjan Mahanand" userId="2e4d7e10920bb171" providerId="LiveId" clId="{BDE34B58-E2C9-41B1-A886-1D815322C81A}" dt="2025-09-29T19:25:07.636" v="3033"/>
          <ac:grpSpMkLst>
            <pc:docMk/>
            <pc:sldMk cId="0" sldId="290"/>
            <ac:grpSpMk id="17584" creationId="{3A578E8A-3798-C046-0F29-E6ED54046954}"/>
          </ac:grpSpMkLst>
        </pc:grpChg>
        <pc:grpChg chg="mod">
          <ac:chgData name="Manash Ranjan Mahanand" userId="2e4d7e10920bb171" providerId="LiveId" clId="{BDE34B58-E2C9-41B1-A886-1D815322C81A}" dt="2025-09-29T19:25:16.646" v="3038"/>
          <ac:grpSpMkLst>
            <pc:docMk/>
            <pc:sldMk cId="0" sldId="290"/>
            <ac:grpSpMk id="17587" creationId="{214BB88C-2AD0-5505-A743-77114D83DF4C}"/>
          </ac:grpSpMkLst>
        </pc:grpChg>
        <pc:grpChg chg="mod">
          <ac:chgData name="Manash Ranjan Mahanand" userId="2e4d7e10920bb171" providerId="LiveId" clId="{BDE34B58-E2C9-41B1-A886-1D815322C81A}" dt="2025-09-29T19:25:28.088" v="3045"/>
          <ac:grpSpMkLst>
            <pc:docMk/>
            <pc:sldMk cId="0" sldId="290"/>
            <ac:grpSpMk id="17593" creationId="{87A0412F-3D15-4680-E75B-3E40CBC6C3B7}"/>
          </ac:grpSpMkLst>
        </pc:grpChg>
        <pc:grpChg chg="add mod">
          <ac:chgData name="Manash Ranjan Mahanand" userId="2e4d7e10920bb171" providerId="LiveId" clId="{BDE34B58-E2C9-41B1-A886-1D815322C81A}" dt="2025-09-29T20:13:51.464" v="4179" actId="1076"/>
          <ac:grpSpMkLst>
            <pc:docMk/>
            <pc:sldMk cId="0" sldId="290"/>
            <ac:grpSpMk id="17611" creationId="{C70FD29F-A226-7988-F6B2-CA502AD46B13}"/>
          </ac:grpSpMkLst>
        </pc:grpChg>
        <pc:grpChg chg="add del mod">
          <ac:chgData name="Manash Ranjan Mahanand" userId="2e4d7e10920bb171" providerId="LiveId" clId="{BDE34B58-E2C9-41B1-A886-1D815322C81A}" dt="2025-09-29T20:16:47.191" v="4374" actId="165"/>
          <ac:grpSpMkLst>
            <pc:docMk/>
            <pc:sldMk cId="0" sldId="290"/>
            <ac:grpSpMk id="17615" creationId="{AA4093BE-A372-E681-F8B1-0389EA38C594}"/>
          </ac:grpSpMkLst>
        </pc:grpChg>
        <pc:grpChg chg="add del mod">
          <ac:chgData name="Manash Ranjan Mahanand" userId="2e4d7e10920bb171" providerId="LiveId" clId="{BDE34B58-E2C9-41B1-A886-1D815322C81A}" dt="2025-09-29T20:20:26.894" v="4440"/>
          <ac:grpSpMkLst>
            <pc:docMk/>
            <pc:sldMk cId="0" sldId="290"/>
            <ac:grpSpMk id="17625" creationId="{C2A8BD17-EF69-17EE-D8F0-32F088A36A06}"/>
          </ac:grpSpMkLst>
        </pc:grpChg>
        <pc:grpChg chg="mod">
          <ac:chgData name="Manash Ranjan Mahanand" userId="2e4d7e10920bb171" providerId="LiveId" clId="{BDE34B58-E2C9-41B1-A886-1D815322C81A}" dt="2025-09-29T20:20:26.894" v="4440"/>
          <ac:grpSpMkLst>
            <pc:docMk/>
            <pc:sldMk cId="0" sldId="290"/>
            <ac:grpSpMk id="17629" creationId="{83DA8186-7767-C5CB-9798-8A5005F9174A}"/>
          </ac:grpSpMkLst>
        </pc:grpChg>
        <pc:grpChg chg="mod">
          <ac:chgData name="Manash Ranjan Mahanand" userId="2e4d7e10920bb171" providerId="LiveId" clId="{BDE34B58-E2C9-41B1-A886-1D815322C81A}" dt="2025-09-29T20:20:31.951" v="4445"/>
          <ac:grpSpMkLst>
            <pc:docMk/>
            <pc:sldMk cId="0" sldId="290"/>
            <ac:grpSpMk id="17633" creationId="{2441EEEF-6667-504A-C2C2-A4D58A729545}"/>
          </ac:grpSpMkLst>
        </pc:grpChg>
        <pc:grpChg chg="mod">
          <ac:chgData name="Manash Ranjan Mahanand" userId="2e4d7e10920bb171" providerId="LiveId" clId="{BDE34B58-E2C9-41B1-A886-1D815322C81A}" dt="2025-09-29T20:20:36.381" v="4451"/>
          <ac:grpSpMkLst>
            <pc:docMk/>
            <pc:sldMk cId="0" sldId="290"/>
            <ac:grpSpMk id="17637" creationId="{E4EC0475-86FA-1193-A42F-6CE5CDECF799}"/>
          </ac:grpSpMkLst>
        </pc:grpChg>
        <pc:grpChg chg="mod">
          <ac:chgData name="Manash Ranjan Mahanand" userId="2e4d7e10920bb171" providerId="LiveId" clId="{BDE34B58-E2C9-41B1-A886-1D815322C81A}" dt="2025-09-29T20:20:38.463" v="4453"/>
          <ac:grpSpMkLst>
            <pc:docMk/>
            <pc:sldMk cId="0" sldId="290"/>
            <ac:grpSpMk id="17639" creationId="{FB3D26C5-C98E-24FE-073E-605C7881EDE0}"/>
          </ac:grpSpMkLst>
        </pc:grpChg>
        <pc:grpChg chg="del mod">
          <ac:chgData name="Manash Ranjan Mahanand" userId="2e4d7e10920bb171" providerId="LiveId" clId="{BDE34B58-E2C9-41B1-A886-1D815322C81A}" dt="2025-09-29T20:21:03.987" v="4466"/>
          <ac:grpSpMkLst>
            <pc:docMk/>
            <pc:sldMk cId="0" sldId="290"/>
            <ac:grpSpMk id="17650" creationId="{7A8DABF7-6245-0BFE-8A4D-E782B106C78D}"/>
          </ac:grpSpMkLst>
        </pc:grpChg>
        <pc:grpChg chg="mod">
          <ac:chgData name="Manash Ranjan Mahanand" userId="2e4d7e10920bb171" providerId="LiveId" clId="{BDE34B58-E2C9-41B1-A886-1D815322C81A}" dt="2025-09-29T20:21:03.987" v="4466"/>
          <ac:grpSpMkLst>
            <pc:docMk/>
            <pc:sldMk cId="0" sldId="290"/>
            <ac:grpSpMk id="17652" creationId="{3DE174D6-DA59-B0BC-C7FB-6FCE7324CFBC}"/>
          </ac:grpSpMkLst>
        </pc:grpChg>
        <pc:grpChg chg="mod">
          <ac:chgData name="Manash Ranjan Mahanand" userId="2e4d7e10920bb171" providerId="LiveId" clId="{BDE34B58-E2C9-41B1-A886-1D815322C81A}" dt="2025-09-29T21:06:50.262" v="4869"/>
          <ac:grpSpMkLst>
            <pc:docMk/>
            <pc:sldMk cId="0" sldId="290"/>
            <ac:grpSpMk id="17668" creationId="{D9D66843-5AAC-4804-9F6E-F5C3E1253C3C}"/>
          </ac:grpSpMkLst>
        </pc:grpChg>
        <pc:grpChg chg="add mod">
          <ac:chgData name="Manash Ranjan Mahanand" userId="2e4d7e10920bb171" providerId="LiveId" clId="{BDE34B58-E2C9-41B1-A886-1D815322C81A}" dt="2025-09-29T21:29:26.355" v="5387" actId="14100"/>
          <ac:grpSpMkLst>
            <pc:docMk/>
            <pc:sldMk cId="0" sldId="290"/>
            <ac:grpSpMk id="17683" creationId="{656496FD-29EB-A394-8631-3E80CAC20235}"/>
          </ac:grpSpMkLst>
        </pc:grpChg>
        <pc:grpChg chg="add mod">
          <ac:chgData name="Manash Ranjan Mahanand" userId="2e4d7e10920bb171" providerId="LiveId" clId="{BDE34B58-E2C9-41B1-A886-1D815322C81A}" dt="2025-09-29T22:06:04.332" v="5968" actId="1076"/>
          <ac:grpSpMkLst>
            <pc:docMk/>
            <pc:sldMk cId="0" sldId="290"/>
            <ac:grpSpMk id="17702" creationId="{73675DE6-49F7-A5DE-0055-C72A524344CA}"/>
          </ac:grpSpMkLst>
        </pc:grpChg>
        <pc:grpChg chg="mod">
          <ac:chgData name="Manash Ranjan Mahanand" userId="2e4d7e10920bb171" providerId="LiveId" clId="{BDE34B58-E2C9-41B1-A886-1D815322C81A}" dt="2025-09-29T22:08:12.273" v="6002"/>
          <ac:grpSpMkLst>
            <pc:docMk/>
            <pc:sldMk cId="0" sldId="290"/>
            <ac:grpSpMk id="17708" creationId="{0F740FEE-3D78-D92E-7935-7E9506F6E59F}"/>
          </ac:grpSpMkLst>
        </pc:grpChg>
        <pc:grpChg chg="mod">
          <ac:chgData name="Manash Ranjan Mahanand" userId="2e4d7e10920bb171" providerId="LiveId" clId="{BDE34B58-E2C9-41B1-A886-1D815322C81A}" dt="2025-09-29T22:08:22.235" v="6012"/>
          <ac:grpSpMkLst>
            <pc:docMk/>
            <pc:sldMk cId="0" sldId="290"/>
            <ac:grpSpMk id="17713" creationId="{D7EB87C8-A24D-4A47-B20B-542A76A31FC7}"/>
          </ac:grpSpMkLst>
        </pc:grpChg>
        <pc:grpChg chg="mod">
          <ac:chgData name="Manash Ranjan Mahanand" userId="2e4d7e10920bb171" providerId="LiveId" clId="{BDE34B58-E2C9-41B1-A886-1D815322C81A}" dt="2025-09-29T22:08:24.113" v="6014"/>
          <ac:grpSpMkLst>
            <pc:docMk/>
            <pc:sldMk cId="0" sldId="290"/>
            <ac:grpSpMk id="17715" creationId="{648BB02D-1A9A-F030-8933-4EC9F7E0E3C1}"/>
          </ac:grpSpMkLst>
        </pc:grpChg>
        <pc:grpChg chg="mod">
          <ac:chgData name="Manash Ranjan Mahanand" userId="2e4d7e10920bb171" providerId="LiveId" clId="{BDE34B58-E2C9-41B1-A886-1D815322C81A}" dt="2025-09-29T22:08:30.358" v="6017"/>
          <ac:grpSpMkLst>
            <pc:docMk/>
            <pc:sldMk cId="0" sldId="290"/>
            <ac:grpSpMk id="17718" creationId="{736DD840-3C4E-8DFA-AC2F-008BBF72D6E2}"/>
          </ac:grpSpMkLst>
        </pc:grpChg>
        <pc:grpChg chg="del mod">
          <ac:chgData name="Manash Ranjan Mahanand" userId="2e4d7e10920bb171" providerId="LiveId" clId="{BDE34B58-E2C9-41B1-A886-1D815322C81A}" dt="2025-09-29T22:08:48.037" v="6033"/>
          <ac:grpSpMkLst>
            <pc:docMk/>
            <pc:sldMk cId="0" sldId="290"/>
            <ac:grpSpMk id="17727" creationId="{F25B783A-244A-5B35-7DD8-78D22BD6557C}"/>
          </ac:grpSpMkLst>
        </pc:grpChg>
        <pc:grpChg chg="mod">
          <ac:chgData name="Manash Ranjan Mahanand" userId="2e4d7e10920bb171" providerId="LiveId" clId="{BDE34B58-E2C9-41B1-A886-1D815322C81A}" dt="2025-09-29T22:22:47.394" v="6419"/>
          <ac:grpSpMkLst>
            <pc:docMk/>
            <pc:sldMk cId="0" sldId="290"/>
            <ac:grpSpMk id="17743" creationId="{1921E562-2885-DCDE-7633-8D55BF078D73}"/>
          </ac:grpSpMkLst>
        </pc:grpChg>
        <pc:grpChg chg="mod">
          <ac:chgData name="Manash Ranjan Mahanand" userId="2e4d7e10920bb171" providerId="LiveId" clId="{BDE34B58-E2C9-41B1-A886-1D815322C81A}" dt="2025-09-29T22:22:51.058" v="6423"/>
          <ac:grpSpMkLst>
            <pc:docMk/>
            <pc:sldMk cId="0" sldId="290"/>
            <ac:grpSpMk id="17745" creationId="{635960E6-1734-4B74-DEB7-3733623A1FDC}"/>
          </ac:grpSpMkLst>
        </pc:grpChg>
        <pc:grpChg chg="del mod">
          <ac:chgData name="Manash Ranjan Mahanand" userId="2e4d7e10920bb171" providerId="LiveId" clId="{BDE34B58-E2C9-41B1-A886-1D815322C81A}" dt="2025-09-29T22:22:57.567" v="6429"/>
          <ac:grpSpMkLst>
            <pc:docMk/>
            <pc:sldMk cId="0" sldId="290"/>
            <ac:grpSpMk id="17748" creationId="{3C40D0B3-AE05-14BD-5988-E74D2C72B7D9}"/>
          </ac:grpSpMkLst>
        </pc:grpChg>
        <pc:grpChg chg="del mod">
          <ac:chgData name="Manash Ranjan Mahanand" userId="2e4d7e10920bb171" providerId="LiveId" clId="{BDE34B58-E2C9-41B1-A886-1D815322C81A}" dt="2025-09-29T22:24:33.126" v="6464"/>
          <ac:grpSpMkLst>
            <pc:docMk/>
            <pc:sldMk cId="0" sldId="290"/>
            <ac:grpSpMk id="17751" creationId="{0620C05A-BE29-B684-906F-2CF19E6B13A2}"/>
          </ac:grpSpMkLst>
        </pc:grpChg>
        <pc:grpChg chg="add del mod">
          <ac:chgData name="Manash Ranjan Mahanand" userId="2e4d7e10920bb171" providerId="LiveId" clId="{BDE34B58-E2C9-41B1-A886-1D815322C81A}" dt="2025-09-29T22:27:25.472" v="6607"/>
          <ac:grpSpMkLst>
            <pc:docMk/>
            <pc:sldMk cId="0" sldId="290"/>
            <ac:grpSpMk id="17756" creationId="{8B05D8C6-8ECF-C585-E600-1A72E434F063}"/>
          </ac:grpSpMkLst>
        </pc:grpChg>
        <pc:grpChg chg="del mod">
          <ac:chgData name="Manash Ranjan Mahanand" userId="2e4d7e10920bb171" providerId="LiveId" clId="{BDE34B58-E2C9-41B1-A886-1D815322C81A}" dt="2025-09-29T22:24:18.524" v="6449"/>
          <ac:grpSpMkLst>
            <pc:docMk/>
            <pc:sldMk cId="0" sldId="290"/>
            <ac:grpSpMk id="17762" creationId="{B05C7475-8801-E9D8-200C-EA525523F0BB}"/>
          </ac:grpSpMkLst>
        </pc:grpChg>
        <pc:grpChg chg="mod">
          <ac:chgData name="Manash Ranjan Mahanand" userId="2e4d7e10920bb171" providerId="LiveId" clId="{BDE34B58-E2C9-41B1-A886-1D815322C81A}" dt="2025-09-29T22:24:18.524" v="6449"/>
          <ac:grpSpMkLst>
            <pc:docMk/>
            <pc:sldMk cId="0" sldId="290"/>
            <ac:grpSpMk id="17764" creationId="{C4D1B865-CF6A-D45F-F382-A5575717104F}"/>
          </ac:grpSpMkLst>
        </pc:grpChg>
        <pc:grpChg chg="del mod">
          <ac:chgData name="Manash Ranjan Mahanand" userId="2e4d7e10920bb171" providerId="LiveId" clId="{BDE34B58-E2C9-41B1-A886-1D815322C81A}" dt="2025-09-29T22:24:33.126" v="6464"/>
          <ac:grpSpMkLst>
            <pc:docMk/>
            <pc:sldMk cId="0" sldId="290"/>
            <ac:grpSpMk id="17772" creationId="{707C6302-3058-6EFB-C00F-79378C4B5C4E}"/>
          </ac:grpSpMkLst>
        </pc:grpChg>
        <pc:grpChg chg="del mod">
          <ac:chgData name="Manash Ranjan Mahanand" userId="2e4d7e10920bb171" providerId="LiveId" clId="{BDE34B58-E2C9-41B1-A886-1D815322C81A}" dt="2025-09-29T22:24:39.782" v="6470"/>
          <ac:grpSpMkLst>
            <pc:docMk/>
            <pc:sldMk cId="0" sldId="290"/>
            <ac:grpSpMk id="17779" creationId="{306F50B6-E668-8785-21A2-1F2376A1F844}"/>
          </ac:grpSpMkLst>
        </pc:grpChg>
        <pc:grpChg chg="add del mod">
          <ac:chgData name="Manash Ranjan Mahanand" userId="2e4d7e10920bb171" providerId="LiveId" clId="{BDE34B58-E2C9-41B1-A886-1D815322C81A}" dt="2025-09-29T22:27:25.472" v="6607"/>
          <ac:grpSpMkLst>
            <pc:docMk/>
            <pc:sldMk cId="0" sldId="290"/>
            <ac:grpSpMk id="17785" creationId="{AC450213-BF1A-9A53-C293-403D0D6C8760}"/>
          </ac:grpSpMkLst>
        </pc:grpChg>
        <pc:grpChg chg="add mod">
          <ac:chgData name="Manash Ranjan Mahanand" userId="2e4d7e10920bb171" providerId="LiveId" clId="{BDE34B58-E2C9-41B1-A886-1D815322C81A}" dt="2025-09-29T22:26:44.958" v="6597" actId="1076"/>
          <ac:grpSpMkLst>
            <pc:docMk/>
            <pc:sldMk cId="0" sldId="290"/>
            <ac:grpSpMk id="17789" creationId="{5AE605D3-EC82-373E-9281-10D615F4AAB4}"/>
          </ac:grpSpMkLst>
        </pc:grpChg>
        <pc:grpChg chg="mod">
          <ac:chgData name="Manash Ranjan Mahanand" userId="2e4d7e10920bb171" providerId="LiveId" clId="{BDE34B58-E2C9-41B1-A886-1D815322C81A}" dt="2025-09-29T22:27:14.716" v="6604"/>
          <ac:grpSpMkLst>
            <pc:docMk/>
            <pc:sldMk cId="0" sldId="290"/>
            <ac:grpSpMk id="17792" creationId="{B1D48A19-36EA-7D8C-0264-DE6FFDCBA957}"/>
          </ac:grpSpMkLst>
        </pc:grpChg>
        <pc:grpChg chg="add del mod">
          <ac:chgData name="Manash Ranjan Mahanand" userId="2e4d7e10920bb171" providerId="LiveId" clId="{BDE34B58-E2C9-41B1-A886-1D815322C81A}" dt="2025-09-29T22:27:30.182" v="6613"/>
          <ac:grpSpMkLst>
            <pc:docMk/>
            <pc:sldMk cId="0" sldId="290"/>
            <ac:grpSpMk id="17795" creationId="{05424340-9A53-8B3E-F47E-DE864CC9CE6A}"/>
          </ac:grpSpMkLst>
        </pc:grpChg>
        <pc:grpChg chg="mod">
          <ac:chgData name="Manash Ranjan Mahanand" userId="2e4d7e10920bb171" providerId="LiveId" clId="{BDE34B58-E2C9-41B1-A886-1D815322C81A}" dt="2025-09-29T22:27:28.357" v="6611"/>
          <ac:grpSpMkLst>
            <pc:docMk/>
            <pc:sldMk cId="0" sldId="290"/>
            <ac:grpSpMk id="17797" creationId="{8B33669E-829D-FC9D-2738-018D03940638}"/>
          </ac:grpSpMkLst>
        </pc:grpChg>
        <pc:grpChg chg="mod">
          <ac:chgData name="Manash Ranjan Mahanand" userId="2e4d7e10920bb171" providerId="LiveId" clId="{BDE34B58-E2C9-41B1-A886-1D815322C81A}" dt="2025-09-29T22:27:30.182" v="6613"/>
          <ac:grpSpMkLst>
            <pc:docMk/>
            <pc:sldMk cId="0" sldId="290"/>
            <ac:grpSpMk id="17799" creationId="{C2CAED25-B031-1DEF-2533-40188E06DE54}"/>
          </ac:grpSpMkLst>
        </pc:grpChg>
        <pc:grpChg chg="add del mod">
          <ac:chgData name="Manash Ranjan Mahanand" userId="2e4d7e10920bb171" providerId="LiveId" clId="{BDE34B58-E2C9-41B1-A886-1D815322C81A}" dt="2025-09-29T22:33:17.623" v="6795"/>
          <ac:grpSpMkLst>
            <pc:docMk/>
            <pc:sldMk cId="0" sldId="290"/>
            <ac:grpSpMk id="17806" creationId="{9582BB9C-313B-3B1E-369D-8E0F8862475F}"/>
          </ac:grpSpMkLst>
        </pc:grpChg>
        <pc:grpChg chg="mod">
          <ac:chgData name="Manash Ranjan Mahanand" userId="2e4d7e10920bb171" providerId="LiveId" clId="{BDE34B58-E2C9-41B1-A886-1D815322C81A}" dt="2025-09-29T22:33:05" v="6781"/>
          <ac:grpSpMkLst>
            <pc:docMk/>
            <pc:sldMk cId="0" sldId="290"/>
            <ac:grpSpMk id="17812" creationId="{B3513867-7C85-B696-56F1-8D9FB554ADCD}"/>
          </ac:grpSpMkLst>
        </pc:grpChg>
        <pc:grpChg chg="mod">
          <ac:chgData name="Manash Ranjan Mahanand" userId="2e4d7e10920bb171" providerId="LiveId" clId="{BDE34B58-E2C9-41B1-A886-1D815322C81A}" dt="2025-09-29T22:33:12.135" v="6789"/>
          <ac:grpSpMkLst>
            <pc:docMk/>
            <pc:sldMk cId="0" sldId="290"/>
            <ac:grpSpMk id="17815" creationId="{5E1795A1-E17D-7487-A725-B9A219A16522}"/>
          </ac:grpSpMkLst>
        </pc:grpChg>
        <pc:grpChg chg="mod">
          <ac:chgData name="Manash Ranjan Mahanand" userId="2e4d7e10920bb171" providerId="LiveId" clId="{BDE34B58-E2C9-41B1-A886-1D815322C81A}" dt="2025-09-29T22:33:14.805" v="6793"/>
          <ac:grpSpMkLst>
            <pc:docMk/>
            <pc:sldMk cId="0" sldId="290"/>
            <ac:grpSpMk id="17817" creationId="{3D2300F5-1357-1F88-7E84-C995C2C9AFBE}"/>
          </ac:grpSpMkLst>
        </pc:grpChg>
        <pc:grpChg chg="add del mod">
          <ac:chgData name="Manash Ranjan Mahanand" userId="2e4d7e10920bb171" providerId="LiveId" clId="{BDE34B58-E2C9-41B1-A886-1D815322C81A}" dt="2025-09-29T22:33:29.693" v="6810"/>
          <ac:grpSpMkLst>
            <pc:docMk/>
            <pc:sldMk cId="0" sldId="290"/>
            <ac:grpSpMk id="17819" creationId="{A23E2FA5-293C-E9B9-3967-2ADE8718D1D1}"/>
          </ac:grpSpMkLst>
        </pc:grpChg>
        <pc:grpChg chg="mod">
          <ac:chgData name="Manash Ranjan Mahanand" userId="2e4d7e10920bb171" providerId="LiveId" clId="{BDE34B58-E2C9-41B1-A886-1D815322C81A}" dt="2025-09-29T22:33:19.597" v="6799"/>
          <ac:grpSpMkLst>
            <pc:docMk/>
            <pc:sldMk cId="0" sldId="290"/>
            <ac:grpSpMk id="17821" creationId="{5E52896F-C9A0-BB37-D075-48AB45DCCCFA}"/>
          </ac:grpSpMkLst>
        </pc:grpChg>
        <pc:grpChg chg="mod">
          <ac:chgData name="Manash Ranjan Mahanand" userId="2e4d7e10920bb171" providerId="LiveId" clId="{BDE34B58-E2C9-41B1-A886-1D815322C81A}" dt="2025-09-29T22:33:24.036" v="6804"/>
          <ac:grpSpMkLst>
            <pc:docMk/>
            <pc:sldMk cId="0" sldId="290"/>
            <ac:grpSpMk id="17824" creationId="{6C459CAE-ACEA-AE0C-C92F-F6776A7A2AB7}"/>
          </ac:grpSpMkLst>
        </pc:grpChg>
        <pc:grpChg chg="mod">
          <ac:chgData name="Manash Ranjan Mahanand" userId="2e4d7e10920bb171" providerId="LiveId" clId="{BDE34B58-E2C9-41B1-A886-1D815322C81A}" dt="2025-09-29T22:33:29.693" v="6810"/>
          <ac:grpSpMkLst>
            <pc:docMk/>
            <pc:sldMk cId="0" sldId="290"/>
            <ac:grpSpMk id="17828" creationId="{B4EBB804-8479-D2A5-6E13-486D91CAB267}"/>
          </ac:grpSpMkLst>
        </pc:grpChg>
        <pc:grpChg chg="mod">
          <ac:chgData name="Manash Ranjan Mahanand" userId="2e4d7e10920bb171" providerId="LiveId" clId="{BDE34B58-E2C9-41B1-A886-1D815322C81A}" dt="2025-09-29T22:34:22.891" v="6851"/>
          <ac:grpSpMkLst>
            <pc:docMk/>
            <pc:sldMk cId="0" sldId="290"/>
            <ac:grpSpMk id="17832" creationId="{5B79EA79-4F52-8573-09D5-4B886C90E2DE}"/>
          </ac:grpSpMkLst>
        </pc:grpChg>
        <pc:grpChg chg="del mod">
          <ac:chgData name="Manash Ranjan Mahanand" userId="2e4d7e10920bb171" providerId="LiveId" clId="{BDE34B58-E2C9-41B1-A886-1D815322C81A}" dt="2025-09-29T22:34:29.870" v="6858"/>
          <ac:grpSpMkLst>
            <pc:docMk/>
            <pc:sldMk cId="0" sldId="290"/>
            <ac:grpSpMk id="17836" creationId="{8854593D-A6B2-41C4-79E3-FEE2FEAAF38E}"/>
          </ac:grpSpMkLst>
        </pc:grpChg>
        <pc:grpChg chg="mod">
          <ac:chgData name="Manash Ranjan Mahanand" userId="2e4d7e10920bb171" providerId="LiveId" clId="{BDE34B58-E2C9-41B1-A886-1D815322C81A}" dt="2025-09-29T22:34:29.870" v="6858"/>
          <ac:grpSpMkLst>
            <pc:docMk/>
            <pc:sldMk cId="0" sldId="290"/>
            <ac:grpSpMk id="17838" creationId="{F7028802-76E9-115E-733E-B7C37684541E}"/>
          </ac:grpSpMkLst>
        </pc:grpChg>
        <pc:graphicFrameChg chg="add del">
          <ac:chgData name="Manash Ranjan Mahanand" userId="2e4d7e10920bb171" providerId="LiveId" clId="{BDE34B58-E2C9-41B1-A886-1D815322C81A}" dt="2025-09-29T17:44:40.430" v="1780" actId="478"/>
          <ac:graphicFrameMkLst>
            <pc:docMk/>
            <pc:sldMk cId="0" sldId="290"/>
            <ac:graphicFrameMk id="6" creationId="{3AFB6ECF-5E55-B280-95D1-746196E05084}"/>
          </ac:graphicFrameMkLst>
        </pc:graphicFrameChg>
        <pc:graphicFrameChg chg="add del mod">
          <ac:chgData name="Manash Ranjan Mahanand" userId="2e4d7e10920bb171" providerId="LiveId" clId="{BDE34B58-E2C9-41B1-A886-1D815322C81A}" dt="2025-09-29T17:44:37.946" v="1779" actId="478"/>
          <ac:graphicFrameMkLst>
            <pc:docMk/>
            <pc:sldMk cId="0" sldId="290"/>
            <ac:graphicFrameMk id="23" creationId="{92E9DFF0-A0DA-E23C-21EE-79D45E5F9070}"/>
          </ac:graphicFrameMkLst>
        </pc:graphicFrameChg>
        <pc:picChg chg="mod">
          <ac:chgData name="Manash Ranjan Mahanand" userId="2e4d7e10920bb171" providerId="LiveId" clId="{BDE34B58-E2C9-41B1-A886-1D815322C81A}" dt="2025-09-29T15:53:00.616" v="35" actId="1076"/>
          <ac:picMkLst>
            <pc:docMk/>
            <pc:sldMk cId="0" sldId="290"/>
            <ac:picMk id="9" creationId="{00000000-0000-0000-0000-000000000000}"/>
          </ac:picMkLst>
        </pc:picChg>
        <pc:picChg chg="mod">
          <ac:chgData name="Manash Ranjan Mahanand" userId="2e4d7e10920bb171" providerId="LiveId" clId="{BDE34B58-E2C9-41B1-A886-1D815322C81A}" dt="2025-09-29T16:26:37.868" v="420" actId="1076"/>
          <ac:picMkLst>
            <pc:docMk/>
            <pc:sldMk cId="0" sldId="290"/>
            <ac:picMk id="11" creationId="{632BD2D7-41DF-0A9E-EF3F-DC5774115895}"/>
          </ac:picMkLst>
        </pc:picChg>
        <pc:picChg chg="mod">
          <ac:chgData name="Manash Ranjan Mahanand" userId="2e4d7e10920bb171" providerId="LiveId" clId="{BDE34B58-E2C9-41B1-A886-1D815322C81A}" dt="2025-09-29T17:40:29.714" v="1767" actId="1076"/>
          <ac:picMkLst>
            <pc:docMk/>
            <pc:sldMk cId="0" sldId="290"/>
            <ac:picMk id="15" creationId="{C6E9523A-018D-73AE-8580-2D8DF35C6E8A}"/>
          </ac:picMkLst>
        </pc:picChg>
        <pc:picChg chg="mod">
          <ac:chgData name="Manash Ranjan Mahanand" userId="2e4d7e10920bb171" providerId="LiveId" clId="{BDE34B58-E2C9-41B1-A886-1D815322C81A}" dt="2025-09-29T16:28:21.783" v="437" actId="1076"/>
          <ac:picMkLst>
            <pc:docMk/>
            <pc:sldMk cId="0" sldId="290"/>
            <ac:picMk id="20" creationId="{EB469F61-B2D7-A6B7-8852-C2D5B682A6CD}"/>
          </ac:picMkLst>
        </pc:picChg>
        <pc:picChg chg="add del mod">
          <ac:chgData name="Manash Ranjan Mahanand" userId="2e4d7e10920bb171" providerId="LiveId" clId="{BDE34B58-E2C9-41B1-A886-1D815322C81A}" dt="2025-09-29T16:08:29.793" v="191" actId="478"/>
          <ac:picMkLst>
            <pc:docMk/>
            <pc:sldMk cId="0" sldId="290"/>
            <ac:picMk id="23" creationId="{FADE4678-CABF-F57B-0ACD-A74E4826911F}"/>
          </ac:picMkLst>
        </pc:picChg>
        <pc:picChg chg="add mod">
          <ac:chgData name="Manash Ranjan Mahanand" userId="2e4d7e10920bb171" providerId="LiveId" clId="{BDE34B58-E2C9-41B1-A886-1D815322C81A}" dt="2025-09-29T17:06:33.424" v="1023" actId="164"/>
          <ac:picMkLst>
            <pc:docMk/>
            <pc:sldMk cId="0" sldId="290"/>
            <ac:picMk id="54" creationId="{9AA749D5-CC90-931A-129B-154CDB823E5F}"/>
          </ac:picMkLst>
        </pc:picChg>
        <pc:picChg chg="mod">
          <ac:chgData name="Manash Ranjan Mahanand" userId="2e4d7e10920bb171" providerId="LiveId" clId="{BDE34B58-E2C9-41B1-A886-1D815322C81A}" dt="2025-09-29T16:28:21.783" v="437" actId="1076"/>
          <ac:picMkLst>
            <pc:docMk/>
            <pc:sldMk cId="0" sldId="290"/>
            <ac:picMk id="62" creationId="{3006DDFF-D5A3-8AC0-1836-DD80C64159DB}"/>
          </ac:picMkLst>
        </pc:picChg>
        <pc:picChg chg="mod">
          <ac:chgData name="Manash Ranjan Mahanand" userId="2e4d7e10920bb171" providerId="LiveId" clId="{BDE34B58-E2C9-41B1-A886-1D815322C81A}" dt="2025-09-29T16:28:21.783" v="437" actId="1076"/>
          <ac:picMkLst>
            <pc:docMk/>
            <pc:sldMk cId="0" sldId="290"/>
            <ac:picMk id="1025" creationId="{792CE2D4-88D7-73F2-E16C-C9179593BE45}"/>
          </ac:picMkLst>
        </pc:picChg>
        <pc:picChg chg="add mod">
          <ac:chgData name="Manash Ranjan Mahanand" userId="2e4d7e10920bb171" providerId="LiveId" clId="{BDE34B58-E2C9-41B1-A886-1D815322C81A}" dt="2025-09-29T18:18:06.600" v="2554" actId="1076"/>
          <ac:picMkLst>
            <pc:docMk/>
            <pc:sldMk cId="0" sldId="290"/>
            <ac:picMk id="1026" creationId="{16AC06AE-012E-F5FC-1EFE-7EFEA0053EF7}"/>
          </ac:picMkLst>
        </pc:picChg>
        <pc:picChg chg="add mod">
          <ac:chgData name="Manash Ranjan Mahanand" userId="2e4d7e10920bb171" providerId="LiveId" clId="{BDE34B58-E2C9-41B1-A886-1D815322C81A}" dt="2025-09-29T16:24:26.624" v="405" actId="1076"/>
          <ac:picMkLst>
            <pc:docMk/>
            <pc:sldMk cId="0" sldId="290"/>
            <ac:picMk id="1028" creationId="{C33FB191-2FEA-4268-4A2C-78EE4520020E}"/>
          </ac:picMkLst>
        </pc:picChg>
        <pc:picChg chg="add mod">
          <ac:chgData name="Manash Ranjan Mahanand" userId="2e4d7e10920bb171" providerId="LiveId" clId="{BDE34B58-E2C9-41B1-A886-1D815322C81A}" dt="2025-09-29T22:10:40.025" v="6067" actId="1076"/>
          <ac:picMkLst>
            <pc:docMk/>
            <pc:sldMk cId="0" sldId="290"/>
            <ac:picMk id="1030" creationId="{C334C844-C9BA-B42B-F7D0-3994F22C321A}"/>
          </ac:picMkLst>
        </pc:picChg>
        <pc:picChg chg="add del mod">
          <ac:chgData name="Manash Ranjan Mahanand" userId="2e4d7e10920bb171" providerId="LiveId" clId="{BDE34B58-E2C9-41B1-A886-1D815322C81A}" dt="2025-09-29T15:59:38.306" v="68" actId="478"/>
          <ac:picMkLst>
            <pc:docMk/>
            <pc:sldMk cId="0" sldId="290"/>
            <ac:picMk id="1032" creationId="{88F80B47-1D15-F277-27AC-AC9BC2411CA9}"/>
          </ac:picMkLst>
        </pc:picChg>
        <pc:picChg chg="add del mod">
          <ac:chgData name="Manash Ranjan Mahanand" userId="2e4d7e10920bb171" providerId="LiveId" clId="{BDE34B58-E2C9-41B1-A886-1D815322C81A}" dt="2025-09-29T15:59:32.428" v="65" actId="478"/>
          <ac:picMkLst>
            <pc:docMk/>
            <pc:sldMk cId="0" sldId="290"/>
            <ac:picMk id="1034" creationId="{45157FD9-F5FA-F7BD-9388-811F59C7DABF}"/>
          </ac:picMkLst>
        </pc:picChg>
        <pc:picChg chg="add mod">
          <ac:chgData name="Manash Ranjan Mahanand" userId="2e4d7e10920bb171" providerId="LiveId" clId="{BDE34B58-E2C9-41B1-A886-1D815322C81A}" dt="2025-09-29T20:04:12.010" v="3514" actId="1076"/>
          <ac:picMkLst>
            <pc:docMk/>
            <pc:sldMk cId="0" sldId="290"/>
            <ac:picMk id="1036" creationId="{14CAF14E-89A5-9F61-69DF-D0A661C5301D}"/>
          </ac:picMkLst>
        </pc:picChg>
        <pc:picChg chg="add mod">
          <ac:chgData name="Manash Ranjan Mahanand" userId="2e4d7e10920bb171" providerId="LiveId" clId="{BDE34B58-E2C9-41B1-A886-1D815322C81A}" dt="2025-09-29T17:40:32.791" v="1768" actId="1076"/>
          <ac:picMkLst>
            <pc:docMk/>
            <pc:sldMk cId="0" sldId="290"/>
            <ac:picMk id="1038" creationId="{8FD3BA53-8C1E-E767-FEC4-0D24B99C601E}"/>
          </ac:picMkLst>
        </pc:picChg>
        <pc:picChg chg="add mod">
          <ac:chgData name="Manash Ranjan Mahanand" userId="2e4d7e10920bb171" providerId="LiveId" clId="{BDE34B58-E2C9-41B1-A886-1D815322C81A}" dt="2025-09-29T17:40:37.125" v="1769" actId="1076"/>
          <ac:picMkLst>
            <pc:docMk/>
            <pc:sldMk cId="0" sldId="290"/>
            <ac:picMk id="1040" creationId="{349711CF-8F99-D80B-D714-EB1239CCFBFA}"/>
          </ac:picMkLst>
        </pc:picChg>
        <pc:picChg chg="add mod">
          <ac:chgData name="Manash Ranjan Mahanand" userId="2e4d7e10920bb171" providerId="LiveId" clId="{BDE34B58-E2C9-41B1-A886-1D815322C81A}" dt="2025-09-29T16:31:17.937" v="495" actId="1076"/>
          <ac:picMkLst>
            <pc:docMk/>
            <pc:sldMk cId="0" sldId="290"/>
            <ac:picMk id="1058" creationId="{6DCB2297-6A57-14B3-6A9B-1E8C9BF68D55}"/>
          </ac:picMkLst>
        </pc:picChg>
        <pc:picChg chg="add mod">
          <ac:chgData name="Manash Ranjan Mahanand" userId="2e4d7e10920bb171" providerId="LiveId" clId="{BDE34B58-E2C9-41B1-A886-1D815322C81A}" dt="2025-09-29T17:26:12.825" v="1473" actId="1076"/>
          <ac:picMkLst>
            <pc:docMk/>
            <pc:sldMk cId="0" sldId="290"/>
            <ac:picMk id="1061" creationId="{DAD5CD6F-11CC-A478-EFCC-0D4286ADD529}"/>
          </ac:picMkLst>
        </pc:picChg>
        <pc:picChg chg="add mod">
          <ac:chgData name="Manash Ranjan Mahanand" userId="2e4d7e10920bb171" providerId="LiveId" clId="{BDE34B58-E2C9-41B1-A886-1D815322C81A}" dt="2025-09-29T19:24:42.430" v="3022" actId="1076"/>
          <ac:picMkLst>
            <pc:docMk/>
            <pc:sldMk cId="0" sldId="290"/>
            <ac:picMk id="2050" creationId="{55A9CA3B-B634-5ED4-8B5F-43B33EAC8643}"/>
          </ac:picMkLst>
        </pc:picChg>
        <pc:picChg chg="add mod">
          <ac:chgData name="Manash Ranjan Mahanand" userId="2e4d7e10920bb171" providerId="LiveId" clId="{BDE34B58-E2C9-41B1-A886-1D815322C81A}" dt="2025-09-29T19:39:55.629" v="3350" actId="1076"/>
          <ac:picMkLst>
            <pc:docMk/>
            <pc:sldMk cId="0" sldId="290"/>
            <ac:picMk id="2076" creationId="{3EDE4D0F-CCB5-DB00-3448-E11BCF4BFABE}"/>
          </ac:picMkLst>
        </pc:picChg>
        <pc:picChg chg="add mod">
          <ac:chgData name="Manash Ranjan Mahanand" userId="2e4d7e10920bb171" providerId="LiveId" clId="{BDE34B58-E2C9-41B1-A886-1D815322C81A}" dt="2025-09-29T19:41:28.089" v="3360" actId="732"/>
          <ac:picMkLst>
            <pc:docMk/>
            <pc:sldMk cId="0" sldId="290"/>
            <ac:picMk id="2077" creationId="{7FC08949-3E8A-7EDB-2C24-AAD56D97962F}"/>
          </ac:picMkLst>
        </pc:picChg>
        <pc:picChg chg="add mod">
          <ac:chgData name="Manash Ranjan Mahanand" userId="2e4d7e10920bb171" providerId="LiveId" clId="{BDE34B58-E2C9-41B1-A886-1D815322C81A}" dt="2025-09-29T19:41:36.338" v="3361" actId="1076"/>
          <ac:picMkLst>
            <pc:docMk/>
            <pc:sldMk cId="0" sldId="290"/>
            <ac:picMk id="2097" creationId="{66A462B3-7B1E-D86B-AE7C-032F1F52A442}"/>
          </ac:picMkLst>
        </pc:picChg>
        <pc:picChg chg="add mod">
          <ac:chgData name="Manash Ranjan Mahanand" userId="2e4d7e10920bb171" providerId="LiveId" clId="{BDE34B58-E2C9-41B1-A886-1D815322C81A}" dt="2025-09-29T17:15:25.125" v="1219" actId="164"/>
          <ac:picMkLst>
            <pc:docMk/>
            <pc:sldMk cId="0" sldId="290"/>
            <ac:picMk id="17408" creationId="{4CA42B51-06E8-D3D6-CA62-CAA9C08792AE}"/>
          </ac:picMkLst>
        </pc:picChg>
        <pc:picChg chg="add mod">
          <ac:chgData name="Manash Ranjan Mahanand" userId="2e4d7e10920bb171" providerId="LiveId" clId="{BDE34B58-E2C9-41B1-A886-1D815322C81A}" dt="2025-09-29T20:19:26.905" v="4396" actId="1076"/>
          <ac:picMkLst>
            <pc:docMk/>
            <pc:sldMk cId="0" sldId="290"/>
            <ac:picMk id="17619" creationId="{F728D8DF-6EC3-0CDA-F2CF-6178457CEF9D}"/>
          </ac:picMkLst>
        </pc:picChg>
        <pc:picChg chg="add mod">
          <ac:chgData name="Manash Ranjan Mahanand" userId="2e4d7e10920bb171" providerId="LiveId" clId="{BDE34B58-E2C9-41B1-A886-1D815322C81A}" dt="2025-09-29T20:19:19.399" v="4395" actId="1076"/>
          <ac:picMkLst>
            <pc:docMk/>
            <pc:sldMk cId="0" sldId="290"/>
            <ac:picMk id="17620" creationId="{F33987C5-7C88-4DBA-2BA5-2DD0727DE753}"/>
          </ac:picMkLst>
        </pc:picChg>
        <pc:picChg chg="add mod modCrop">
          <ac:chgData name="Manash Ranjan Mahanand" userId="2e4d7e10920bb171" providerId="LiveId" clId="{BDE34B58-E2C9-41B1-A886-1D815322C81A}" dt="2025-09-29T21:06:37.955" v="4864" actId="1076"/>
          <ac:picMkLst>
            <pc:docMk/>
            <pc:sldMk cId="0" sldId="290"/>
            <ac:picMk id="17665" creationId="{FF91D237-EA3C-995E-86F5-F9576CB8B8B0}"/>
          </ac:picMkLst>
        </pc:picChg>
        <pc:picChg chg="add del mod">
          <ac:chgData name="Manash Ranjan Mahanand" userId="2e4d7e10920bb171" providerId="LiveId" clId="{BDE34B58-E2C9-41B1-A886-1D815322C81A}" dt="2025-09-29T21:23:44.417" v="5055" actId="478"/>
          <ac:picMkLst>
            <pc:docMk/>
            <pc:sldMk cId="0" sldId="290"/>
            <ac:picMk id="17674" creationId="{6888EAB1-31EE-BDF6-4370-9A755B599FE9}"/>
          </ac:picMkLst>
        </pc:picChg>
        <pc:picChg chg="add mod">
          <ac:chgData name="Manash Ranjan Mahanand" userId="2e4d7e10920bb171" providerId="LiveId" clId="{BDE34B58-E2C9-41B1-A886-1D815322C81A}" dt="2025-09-29T22:06:04.332" v="5968" actId="1076"/>
          <ac:picMkLst>
            <pc:docMk/>
            <pc:sldMk cId="0" sldId="290"/>
            <ac:picMk id="17700" creationId="{7F3A1CF4-5FEC-6D53-EF28-6E1843548EC3}"/>
          </ac:picMkLst>
        </pc:picChg>
        <pc:picChg chg="add mod">
          <ac:chgData name="Manash Ranjan Mahanand" userId="2e4d7e10920bb171" providerId="LiveId" clId="{BDE34B58-E2C9-41B1-A886-1D815322C81A}" dt="2025-09-29T22:07:17.023" v="5974" actId="1076"/>
          <ac:picMkLst>
            <pc:docMk/>
            <pc:sldMk cId="0" sldId="290"/>
            <ac:picMk id="17703" creationId="{4AB9924B-C9BE-77CC-BC60-28C0B9CDC5C7}"/>
          </ac:picMkLst>
        </pc:picChg>
        <pc:picChg chg="add mod">
          <ac:chgData name="Manash Ranjan Mahanand" userId="2e4d7e10920bb171" providerId="LiveId" clId="{BDE34B58-E2C9-41B1-A886-1D815322C81A}" dt="2025-09-29T22:09:29.391" v="6039" actId="1076"/>
          <ac:picMkLst>
            <pc:docMk/>
            <pc:sldMk cId="0" sldId="290"/>
            <ac:picMk id="17728" creationId="{6494D921-A9E7-5C99-869E-95D18BF80472}"/>
          </ac:picMkLst>
        </pc:picChg>
        <pc:picChg chg="add mod">
          <ac:chgData name="Manash Ranjan Mahanand" userId="2e4d7e10920bb171" providerId="LiveId" clId="{BDE34B58-E2C9-41B1-A886-1D815322C81A}" dt="2025-09-29T22:22:21.561" v="6411" actId="14100"/>
          <ac:picMkLst>
            <pc:docMk/>
            <pc:sldMk cId="0" sldId="290"/>
            <ac:picMk id="17737" creationId="{2AB51F61-DD88-0190-32E4-331D34126FEE}"/>
          </ac:picMkLst>
        </pc:picChg>
        <pc:picChg chg="add mod">
          <ac:chgData name="Manash Ranjan Mahanand" userId="2e4d7e10920bb171" providerId="LiveId" clId="{BDE34B58-E2C9-41B1-A886-1D815322C81A}" dt="2025-09-29T22:27:01.342" v="6600" actId="196"/>
          <ac:picMkLst>
            <pc:docMk/>
            <pc:sldMk cId="0" sldId="290"/>
            <ac:picMk id="17790" creationId="{2EED2400-4500-5742-4EBA-1CA195A14358}"/>
          </ac:picMkLst>
        </pc:picChg>
        <pc:picChg chg="add mod">
          <ac:chgData name="Manash Ranjan Mahanand" userId="2e4d7e10920bb171" providerId="LiveId" clId="{BDE34B58-E2C9-41B1-A886-1D815322C81A}" dt="2025-09-29T22:30:24.545" v="6659" actId="1076"/>
          <ac:picMkLst>
            <pc:docMk/>
            <pc:sldMk cId="0" sldId="290"/>
            <ac:picMk id="17801" creationId="{CEFF843B-4E2C-6823-04EF-2066D7549B3A}"/>
          </ac:picMkLst>
        </pc:picChg>
        <pc:inkChg chg="add del mod">
          <ac:chgData name="Manash Ranjan Mahanand" userId="2e4d7e10920bb171" providerId="LiveId" clId="{BDE34B58-E2C9-41B1-A886-1D815322C81A}" dt="2025-09-29T19:26:07.755" v="3088" actId="9405"/>
          <ac:inkMkLst>
            <pc:docMk/>
            <pc:sldMk cId="0" sldId="290"/>
            <ac:inkMk id="1044" creationId="{37AEDFB1-3D8D-6919-2C49-9625438F1864}"/>
          </ac:inkMkLst>
        </pc:inkChg>
        <pc:inkChg chg="add del mod">
          <ac:chgData name="Manash Ranjan Mahanand" userId="2e4d7e10920bb171" providerId="LiveId" clId="{BDE34B58-E2C9-41B1-A886-1D815322C81A}" dt="2025-09-29T19:26:06.819" v="3087"/>
          <ac:inkMkLst>
            <pc:docMk/>
            <pc:sldMk cId="0" sldId="290"/>
            <ac:inkMk id="1045" creationId="{634CE985-E557-218B-9E2A-C228563CB9B7}"/>
          </ac:inkMkLst>
        </pc:inkChg>
        <pc:inkChg chg="add del">
          <ac:chgData name="Manash Ranjan Mahanand" userId="2e4d7e10920bb171" providerId="LiveId" clId="{BDE34B58-E2C9-41B1-A886-1D815322C81A}" dt="2025-09-29T19:25:54.612" v="3061" actId="9405"/>
          <ac:inkMkLst>
            <pc:docMk/>
            <pc:sldMk cId="0" sldId="290"/>
            <ac:inkMk id="1049" creationId="{FAFE3C89-4AF6-DDBB-DD80-5C962DE5FE84}"/>
          </ac:inkMkLst>
        </pc:inkChg>
        <pc:inkChg chg="add mod">
          <ac:chgData name="Manash Ranjan Mahanand" userId="2e4d7e10920bb171" providerId="LiveId" clId="{BDE34B58-E2C9-41B1-A886-1D815322C81A}" dt="2025-09-29T19:25:52.329" v="3059"/>
          <ac:inkMkLst>
            <pc:docMk/>
            <pc:sldMk cId="0" sldId="290"/>
            <ac:inkMk id="1050" creationId="{EFBBFA99-0A30-CED1-183E-135F8B74EFDB}"/>
          </ac:inkMkLst>
        </pc:inkChg>
        <pc:inkChg chg="add del">
          <ac:chgData name="Manash Ranjan Mahanand" userId="2e4d7e10920bb171" providerId="LiveId" clId="{BDE34B58-E2C9-41B1-A886-1D815322C81A}" dt="2025-09-29T19:25:58.186" v="3067" actId="9405"/>
          <ac:inkMkLst>
            <pc:docMk/>
            <pc:sldMk cId="0" sldId="290"/>
            <ac:inkMk id="1051" creationId="{2619B659-3461-75D5-8F0F-60FE61FB6A38}"/>
          </ac:inkMkLst>
        </pc:inkChg>
        <pc:inkChg chg="add mod">
          <ac:chgData name="Manash Ranjan Mahanand" userId="2e4d7e10920bb171" providerId="LiveId" clId="{BDE34B58-E2C9-41B1-A886-1D815322C81A}" dt="2025-09-29T19:25:57.160" v="3065"/>
          <ac:inkMkLst>
            <pc:docMk/>
            <pc:sldMk cId="0" sldId="290"/>
            <ac:inkMk id="1052" creationId="{50286DC5-55D5-8313-62F3-E80B1F97AABC}"/>
          </ac:inkMkLst>
        </pc:inkChg>
        <pc:inkChg chg="add del mod">
          <ac:chgData name="Manash Ranjan Mahanand" userId="2e4d7e10920bb171" providerId="LiveId" clId="{BDE34B58-E2C9-41B1-A886-1D815322C81A}" dt="2025-09-29T19:26:06.425" v="3085" actId="9405"/>
          <ac:inkMkLst>
            <pc:docMk/>
            <pc:sldMk cId="0" sldId="290"/>
            <ac:inkMk id="1053" creationId="{AB8F95AA-D61C-4AAC-DA2D-2D70813F3FA7}"/>
          </ac:inkMkLst>
        </pc:inkChg>
        <pc:inkChg chg="add mod">
          <ac:chgData name="Manash Ranjan Mahanand" userId="2e4d7e10920bb171" providerId="LiveId" clId="{BDE34B58-E2C9-41B1-A886-1D815322C81A}" dt="2025-09-29T17:10:38.806" v="1091"/>
          <ac:inkMkLst>
            <pc:docMk/>
            <pc:sldMk cId="0" sldId="290"/>
            <ac:inkMk id="1054" creationId="{BBB359FF-79BC-D542-9E39-8ADAB7F47818}"/>
          </ac:inkMkLst>
        </pc:inkChg>
        <pc:inkChg chg="add del mod">
          <ac:chgData name="Manash Ranjan Mahanand" userId="2e4d7e10920bb171" providerId="LiveId" clId="{BDE34B58-E2C9-41B1-A886-1D815322C81A}" dt="2025-09-29T19:26:05.946" v="3084" actId="9405"/>
          <ac:inkMkLst>
            <pc:docMk/>
            <pc:sldMk cId="0" sldId="290"/>
            <ac:inkMk id="1055" creationId="{9953C900-DE74-8DB3-7D37-CABCBDF09B60}"/>
          </ac:inkMkLst>
        </pc:inkChg>
        <pc:inkChg chg="add del mod">
          <ac:chgData name="Manash Ranjan Mahanand" userId="2e4d7e10920bb171" providerId="LiveId" clId="{BDE34B58-E2C9-41B1-A886-1D815322C81A}" dt="2025-09-29T17:10:38.806" v="1091"/>
          <ac:inkMkLst>
            <pc:docMk/>
            <pc:sldMk cId="0" sldId="290"/>
            <ac:inkMk id="1055" creationId="{FC68C049-6E26-B91C-D881-8353C3E70560}"/>
          </ac:inkMkLst>
        </pc:inkChg>
        <pc:inkChg chg="add del mod">
          <ac:chgData name="Manash Ranjan Mahanand" userId="2e4d7e10920bb171" providerId="LiveId" clId="{BDE34B58-E2C9-41B1-A886-1D815322C81A}" dt="2025-09-29T19:26:05.594" v="3083" actId="9405"/>
          <ac:inkMkLst>
            <pc:docMk/>
            <pc:sldMk cId="0" sldId="290"/>
            <ac:inkMk id="1057" creationId="{C30EC458-C14E-E26A-7070-93C7A6631343}"/>
          </ac:inkMkLst>
        </pc:inkChg>
        <pc:inkChg chg="add del">
          <ac:chgData name="Manash Ranjan Mahanand" userId="2e4d7e10920bb171" providerId="LiveId" clId="{BDE34B58-E2C9-41B1-A886-1D815322C81A}" dt="2025-09-29T16:35:53.774" v="548" actId="9405"/>
          <ac:inkMkLst>
            <pc:docMk/>
            <pc:sldMk cId="0" sldId="290"/>
            <ac:inkMk id="1062" creationId="{A5619B8A-1E8C-C3E7-13A0-0E625F2DE1B9}"/>
          </ac:inkMkLst>
        </pc:inkChg>
        <pc:inkChg chg="add mod">
          <ac:chgData name="Manash Ranjan Mahanand" userId="2e4d7e10920bb171" providerId="LiveId" clId="{BDE34B58-E2C9-41B1-A886-1D815322C81A}" dt="2025-09-29T17:15:25.125" v="1219" actId="164"/>
          <ac:inkMkLst>
            <pc:docMk/>
            <pc:sldMk cId="0" sldId="290"/>
            <ac:inkMk id="1062" creationId="{B57C30BE-DFC1-9657-32DB-7EDD29EE54B8}"/>
          </ac:inkMkLst>
        </pc:inkChg>
        <pc:inkChg chg="add mod">
          <ac:chgData name="Manash Ranjan Mahanand" userId="2e4d7e10920bb171" providerId="LiveId" clId="{BDE34B58-E2C9-41B1-A886-1D815322C81A}" dt="2025-09-29T17:10:53.359" v="1104"/>
          <ac:inkMkLst>
            <pc:docMk/>
            <pc:sldMk cId="0" sldId="290"/>
            <ac:inkMk id="1063" creationId="{0F41473B-B101-6A21-22E7-11DCC7D7B4C9}"/>
          </ac:inkMkLst>
        </pc:inkChg>
        <pc:inkChg chg="add del">
          <ac:chgData name="Manash Ranjan Mahanand" userId="2e4d7e10920bb171" providerId="LiveId" clId="{BDE34B58-E2C9-41B1-A886-1D815322C81A}" dt="2025-09-29T16:35:55.877" v="550" actId="9405"/>
          <ac:inkMkLst>
            <pc:docMk/>
            <pc:sldMk cId="0" sldId="290"/>
            <ac:inkMk id="1063" creationId="{437BA474-7BD2-419A-ED42-A1AD6D267053}"/>
          </ac:inkMkLst>
        </pc:inkChg>
        <pc:inkChg chg="add del">
          <ac:chgData name="Manash Ranjan Mahanand" userId="2e4d7e10920bb171" providerId="LiveId" clId="{BDE34B58-E2C9-41B1-A886-1D815322C81A}" dt="2025-09-29T16:35:58.590" v="552" actId="9405"/>
          <ac:inkMkLst>
            <pc:docMk/>
            <pc:sldMk cId="0" sldId="290"/>
            <ac:inkMk id="1064" creationId="{37EC0AD9-1A59-C5E4-3BA1-A364A54C7B77}"/>
          </ac:inkMkLst>
        </pc:inkChg>
        <pc:inkChg chg="add mod">
          <ac:chgData name="Manash Ranjan Mahanand" userId="2e4d7e10920bb171" providerId="LiveId" clId="{BDE34B58-E2C9-41B1-A886-1D815322C81A}" dt="2025-09-29T17:10:53.359" v="1104"/>
          <ac:inkMkLst>
            <pc:docMk/>
            <pc:sldMk cId="0" sldId="290"/>
            <ac:inkMk id="1064" creationId="{4322FFE3-5994-7C3F-76DA-7471E18B8959}"/>
          </ac:inkMkLst>
        </pc:inkChg>
        <pc:inkChg chg="add del">
          <ac:chgData name="Manash Ranjan Mahanand" userId="2e4d7e10920bb171" providerId="LiveId" clId="{BDE34B58-E2C9-41B1-A886-1D815322C81A}" dt="2025-09-29T16:36:01.237" v="554" actId="9405"/>
          <ac:inkMkLst>
            <pc:docMk/>
            <pc:sldMk cId="0" sldId="290"/>
            <ac:inkMk id="1065" creationId="{14BEF91F-E21D-B10A-799D-635CE0AA285B}"/>
          </ac:inkMkLst>
        </pc:inkChg>
        <pc:inkChg chg="add mod">
          <ac:chgData name="Manash Ranjan Mahanand" userId="2e4d7e10920bb171" providerId="LiveId" clId="{BDE34B58-E2C9-41B1-A886-1D815322C81A}" dt="2025-09-29T17:10:53.359" v="1104"/>
          <ac:inkMkLst>
            <pc:docMk/>
            <pc:sldMk cId="0" sldId="290"/>
            <ac:inkMk id="1065" creationId="{765F956F-8C82-0264-259B-505756389321}"/>
          </ac:inkMkLst>
        </pc:inkChg>
        <pc:inkChg chg="add del">
          <ac:chgData name="Manash Ranjan Mahanand" userId="2e4d7e10920bb171" providerId="LiveId" clId="{BDE34B58-E2C9-41B1-A886-1D815322C81A}" dt="2025-09-29T16:36:04.028" v="556" actId="9405"/>
          <ac:inkMkLst>
            <pc:docMk/>
            <pc:sldMk cId="0" sldId="290"/>
            <ac:inkMk id="1066" creationId="{15F5BDC8-FE1A-0D49-939B-445CBE3AAD57}"/>
          </ac:inkMkLst>
        </pc:inkChg>
        <pc:inkChg chg="add mod">
          <ac:chgData name="Manash Ranjan Mahanand" userId="2e4d7e10920bb171" providerId="LiveId" clId="{BDE34B58-E2C9-41B1-A886-1D815322C81A}" dt="2025-09-29T17:10:53.359" v="1104"/>
          <ac:inkMkLst>
            <pc:docMk/>
            <pc:sldMk cId="0" sldId="290"/>
            <ac:inkMk id="1066" creationId="{5E4C1828-74DB-F2CA-58B8-A340F5263269}"/>
          </ac:inkMkLst>
        </pc:inkChg>
        <pc:inkChg chg="add del">
          <ac:chgData name="Manash Ranjan Mahanand" userId="2e4d7e10920bb171" providerId="LiveId" clId="{BDE34B58-E2C9-41B1-A886-1D815322C81A}" dt="2025-09-29T19:26:05.312" v="3082" actId="9405"/>
          <ac:inkMkLst>
            <pc:docMk/>
            <pc:sldMk cId="0" sldId="290"/>
            <ac:inkMk id="1067" creationId="{3F849BF7-951E-83C3-D5DF-4430594A3B7B}"/>
          </ac:inkMkLst>
        </pc:inkChg>
        <pc:inkChg chg="add del">
          <ac:chgData name="Manash Ranjan Mahanand" userId="2e4d7e10920bb171" providerId="LiveId" clId="{BDE34B58-E2C9-41B1-A886-1D815322C81A}" dt="2025-09-29T16:36:08.188" v="558" actId="9405"/>
          <ac:inkMkLst>
            <pc:docMk/>
            <pc:sldMk cId="0" sldId="290"/>
            <ac:inkMk id="1067" creationId="{66A91102-FDA6-3ED3-1BC8-BF69A7B995F6}"/>
          </ac:inkMkLst>
        </pc:inkChg>
        <pc:inkChg chg="add">
          <ac:chgData name="Manash Ranjan Mahanand" userId="2e4d7e10920bb171" providerId="LiveId" clId="{BDE34B58-E2C9-41B1-A886-1D815322C81A}" dt="2025-09-29T16:36:14.422" v="559" actId="9405"/>
          <ac:inkMkLst>
            <pc:docMk/>
            <pc:sldMk cId="0" sldId="290"/>
            <ac:inkMk id="1068" creationId="{B12A14E0-D988-B4EA-61C2-CBB267DF61EA}"/>
          </ac:inkMkLst>
        </pc:inkChg>
        <pc:inkChg chg="add del mod">
          <ac:chgData name="Manash Ranjan Mahanand" userId="2e4d7e10920bb171" providerId="LiveId" clId="{BDE34B58-E2C9-41B1-A886-1D815322C81A}" dt="2025-09-29T19:26:05.086" v="3081" actId="9405"/>
          <ac:inkMkLst>
            <pc:docMk/>
            <pc:sldMk cId="0" sldId="290"/>
            <ac:inkMk id="1069" creationId="{153CA7F5-2E68-B758-96B2-73148F6982A4}"/>
          </ac:inkMkLst>
        </pc:inkChg>
        <pc:inkChg chg="add del">
          <ac:chgData name="Manash Ranjan Mahanand" userId="2e4d7e10920bb171" providerId="LiveId" clId="{BDE34B58-E2C9-41B1-A886-1D815322C81A}" dt="2025-09-29T16:42:13.702" v="637"/>
          <ac:inkMkLst>
            <pc:docMk/>
            <pc:sldMk cId="0" sldId="290"/>
            <ac:inkMk id="1069" creationId="{8F1E5742-05B7-C03D-1EE6-5AB373ACC10D}"/>
          </ac:inkMkLst>
        </pc:inkChg>
        <pc:inkChg chg="add del mod">
          <ac:chgData name="Manash Ranjan Mahanand" userId="2e4d7e10920bb171" providerId="LiveId" clId="{BDE34B58-E2C9-41B1-A886-1D815322C81A}" dt="2025-09-29T17:10:49.889" v="1101"/>
          <ac:inkMkLst>
            <pc:docMk/>
            <pc:sldMk cId="0" sldId="290"/>
            <ac:inkMk id="1069" creationId="{B43D9E82-2C04-8C36-E6A6-D04CBE7E2893}"/>
          </ac:inkMkLst>
        </pc:inkChg>
        <pc:inkChg chg="add del">
          <ac:chgData name="Manash Ranjan Mahanand" userId="2e4d7e10920bb171" providerId="LiveId" clId="{BDE34B58-E2C9-41B1-A886-1D815322C81A}" dt="2025-09-29T19:26:04.836" v="3080" actId="9405"/>
          <ac:inkMkLst>
            <pc:docMk/>
            <pc:sldMk cId="0" sldId="290"/>
            <ac:inkMk id="1070" creationId="{7B24C700-E2F5-1C75-C860-6BEEAC16A30E}"/>
          </ac:inkMkLst>
        </pc:inkChg>
        <pc:inkChg chg="add del">
          <ac:chgData name="Manash Ranjan Mahanand" userId="2e4d7e10920bb171" providerId="LiveId" clId="{BDE34B58-E2C9-41B1-A886-1D815322C81A}" dt="2025-09-29T16:42:16.534" v="639"/>
          <ac:inkMkLst>
            <pc:docMk/>
            <pc:sldMk cId="0" sldId="290"/>
            <ac:inkMk id="1070" creationId="{8630CDFF-9036-BA0A-C9C7-FC7290E245A9}"/>
          </ac:inkMkLst>
        </pc:inkChg>
        <pc:inkChg chg="add mod">
          <ac:chgData name="Manash Ranjan Mahanand" userId="2e4d7e10920bb171" providerId="LiveId" clId="{BDE34B58-E2C9-41B1-A886-1D815322C81A}" dt="2025-09-29T17:10:53.359" v="1104"/>
          <ac:inkMkLst>
            <pc:docMk/>
            <pc:sldMk cId="0" sldId="290"/>
            <ac:inkMk id="1071" creationId="{284A12A6-070E-3A0F-913E-670D39CC98BF}"/>
          </ac:inkMkLst>
        </pc:inkChg>
        <pc:inkChg chg="add del">
          <ac:chgData name="Manash Ranjan Mahanand" userId="2e4d7e10920bb171" providerId="LiveId" clId="{BDE34B58-E2C9-41B1-A886-1D815322C81A}" dt="2025-09-29T16:36:46.478" v="567" actId="9405"/>
          <ac:inkMkLst>
            <pc:docMk/>
            <pc:sldMk cId="0" sldId="290"/>
            <ac:inkMk id="1071" creationId="{3ED31C0F-4B8A-3021-4EE4-F5257AB26516}"/>
          </ac:inkMkLst>
        </pc:inkChg>
        <pc:inkChg chg="add mod">
          <ac:chgData name="Manash Ranjan Mahanand" userId="2e4d7e10920bb171" providerId="LiveId" clId="{BDE34B58-E2C9-41B1-A886-1D815322C81A}" dt="2025-09-29T17:10:53.359" v="1104"/>
          <ac:inkMkLst>
            <pc:docMk/>
            <pc:sldMk cId="0" sldId="290"/>
            <ac:inkMk id="1072" creationId="{5B3421CA-07CA-0815-5955-F1B03A07F514}"/>
          </ac:inkMkLst>
        </pc:inkChg>
        <pc:inkChg chg="add mod">
          <ac:chgData name="Manash Ranjan Mahanand" userId="2e4d7e10920bb171" providerId="LiveId" clId="{BDE34B58-E2C9-41B1-A886-1D815322C81A}" dt="2025-09-29T16:36:45.169" v="565"/>
          <ac:inkMkLst>
            <pc:docMk/>
            <pc:sldMk cId="0" sldId="290"/>
            <ac:inkMk id="1072" creationId="{B3A6D645-24E2-4131-3FAD-884CDBDF27C7}"/>
          </ac:inkMkLst>
        </pc:inkChg>
        <pc:inkChg chg="add del">
          <ac:chgData name="Manash Ranjan Mahanand" userId="2e4d7e10920bb171" providerId="LiveId" clId="{BDE34B58-E2C9-41B1-A886-1D815322C81A}" dt="2025-09-29T16:42:14.777" v="638"/>
          <ac:inkMkLst>
            <pc:docMk/>
            <pc:sldMk cId="0" sldId="290"/>
            <ac:inkMk id="1073" creationId="{3F0E1B6E-81A0-0C17-CC84-BB084D585987}"/>
          </ac:inkMkLst>
        </pc:inkChg>
        <pc:inkChg chg="add del">
          <ac:chgData name="Manash Ranjan Mahanand" userId="2e4d7e10920bb171" providerId="LiveId" clId="{BDE34B58-E2C9-41B1-A886-1D815322C81A}" dt="2025-09-29T16:42:11.868" v="636"/>
          <ac:inkMkLst>
            <pc:docMk/>
            <pc:sldMk cId="0" sldId="290"/>
            <ac:inkMk id="1074" creationId="{7909D131-C6F7-D316-9EF2-A432F9E4DECF}"/>
          </ac:inkMkLst>
        </pc:inkChg>
        <pc:inkChg chg="add del">
          <ac:chgData name="Manash Ranjan Mahanand" userId="2e4d7e10920bb171" providerId="LiveId" clId="{BDE34B58-E2C9-41B1-A886-1D815322C81A}" dt="2025-09-29T17:12:13.276" v="1171" actId="9405"/>
          <ac:inkMkLst>
            <pc:docMk/>
            <pc:sldMk cId="0" sldId="290"/>
            <ac:inkMk id="1075" creationId="{4418A242-D753-B83D-742C-827D9E8E3D69}"/>
          </ac:inkMkLst>
        </pc:inkChg>
        <pc:inkChg chg="add del">
          <ac:chgData name="Manash Ranjan Mahanand" userId="2e4d7e10920bb171" providerId="LiveId" clId="{BDE34B58-E2C9-41B1-A886-1D815322C81A}" dt="2025-09-29T19:26:04.604" v="3079" actId="9405"/>
          <ac:inkMkLst>
            <pc:docMk/>
            <pc:sldMk cId="0" sldId="290"/>
            <ac:inkMk id="1075" creationId="{4B4C7288-929D-FEA4-F77B-653E185861F4}"/>
          </ac:inkMkLst>
        </pc:inkChg>
        <pc:inkChg chg="add del">
          <ac:chgData name="Manash Ranjan Mahanand" userId="2e4d7e10920bb171" providerId="LiveId" clId="{BDE34B58-E2C9-41B1-A886-1D815322C81A}" dt="2025-09-29T16:42:10.746" v="635"/>
          <ac:inkMkLst>
            <pc:docMk/>
            <pc:sldMk cId="0" sldId="290"/>
            <ac:inkMk id="1075" creationId="{DBB47726-7A3D-153C-EDB7-34FF31038F45}"/>
          </ac:inkMkLst>
        </pc:inkChg>
        <pc:inkChg chg="add mod">
          <ac:chgData name="Manash Ranjan Mahanand" userId="2e4d7e10920bb171" providerId="LiveId" clId="{BDE34B58-E2C9-41B1-A886-1D815322C81A}" dt="2025-09-29T17:12:23.200" v="1180"/>
          <ac:inkMkLst>
            <pc:docMk/>
            <pc:sldMk cId="0" sldId="290"/>
            <ac:inkMk id="1078" creationId="{7E6AA0E5-43E9-6D23-D256-000C20E4250C}"/>
          </ac:inkMkLst>
        </pc:inkChg>
        <pc:inkChg chg="add mod">
          <ac:chgData name="Manash Ranjan Mahanand" userId="2e4d7e10920bb171" providerId="LiveId" clId="{BDE34B58-E2C9-41B1-A886-1D815322C81A}" dt="2025-09-29T17:12:23.200" v="1180"/>
          <ac:inkMkLst>
            <pc:docMk/>
            <pc:sldMk cId="0" sldId="290"/>
            <ac:inkMk id="1079" creationId="{BAA12C03-FED7-15E5-43EF-C534EEA1A260}"/>
          </ac:inkMkLst>
        </pc:inkChg>
        <pc:inkChg chg="add mod">
          <ac:chgData name="Manash Ranjan Mahanand" userId="2e4d7e10920bb171" providerId="LiveId" clId="{BDE34B58-E2C9-41B1-A886-1D815322C81A}" dt="2025-09-29T17:12:23.200" v="1180"/>
          <ac:inkMkLst>
            <pc:docMk/>
            <pc:sldMk cId="0" sldId="290"/>
            <ac:inkMk id="1080" creationId="{E0F0829B-E72E-123C-5980-2ACD0BE8778F}"/>
          </ac:inkMkLst>
        </pc:inkChg>
        <pc:inkChg chg="add del mod">
          <ac:chgData name="Manash Ranjan Mahanand" userId="2e4d7e10920bb171" providerId="LiveId" clId="{BDE34B58-E2C9-41B1-A886-1D815322C81A}" dt="2025-09-29T19:26:04.094" v="3078"/>
          <ac:inkMkLst>
            <pc:docMk/>
            <pc:sldMk cId="0" sldId="290"/>
            <ac:inkMk id="1082" creationId="{1D0F7DAC-9C02-5E1D-6B79-C24C8A8A3282}"/>
          </ac:inkMkLst>
        </pc:inkChg>
        <pc:inkChg chg="add del mod">
          <ac:chgData name="Manash Ranjan Mahanand" userId="2e4d7e10920bb171" providerId="LiveId" clId="{BDE34B58-E2C9-41B1-A886-1D815322C81A}" dt="2025-09-29T17:12:20.522" v="1178"/>
          <ac:inkMkLst>
            <pc:docMk/>
            <pc:sldMk cId="0" sldId="290"/>
            <ac:inkMk id="1082" creationId="{DD26E24D-2A40-1B1A-AFD2-912CE36D2E69}"/>
          </ac:inkMkLst>
        </pc:inkChg>
        <pc:inkChg chg="add mod">
          <ac:chgData name="Manash Ranjan Mahanand" userId="2e4d7e10920bb171" providerId="LiveId" clId="{BDE34B58-E2C9-41B1-A886-1D815322C81A}" dt="2025-09-29T17:12:23.200" v="1180"/>
          <ac:inkMkLst>
            <pc:docMk/>
            <pc:sldMk cId="0" sldId="290"/>
            <ac:inkMk id="1084" creationId="{6D1A199F-69F5-A278-4186-63DEB9E65843}"/>
          </ac:inkMkLst>
        </pc:inkChg>
        <pc:inkChg chg="add">
          <ac:chgData name="Manash Ranjan Mahanand" userId="2e4d7e10920bb171" providerId="LiveId" clId="{BDE34B58-E2C9-41B1-A886-1D815322C81A}" dt="2025-09-29T19:26:09.136" v="3089" actId="9405"/>
          <ac:inkMkLst>
            <pc:docMk/>
            <pc:sldMk cId="0" sldId="290"/>
            <ac:inkMk id="1087" creationId="{0FDF6929-3B12-35A3-97A0-4FFE0B459F5E}"/>
          </ac:inkMkLst>
        </pc:inkChg>
        <pc:inkChg chg="add mod">
          <ac:chgData name="Manash Ranjan Mahanand" userId="2e4d7e10920bb171" providerId="LiveId" clId="{BDE34B58-E2C9-41B1-A886-1D815322C81A}" dt="2025-09-29T19:26:28.201" v="3109"/>
          <ac:inkMkLst>
            <pc:docMk/>
            <pc:sldMk cId="0" sldId="290"/>
            <ac:inkMk id="2048" creationId="{2FB4D49E-F129-3C60-C792-25B72B55D009}"/>
          </ac:inkMkLst>
        </pc:inkChg>
        <pc:inkChg chg="add mod">
          <ac:chgData name="Manash Ranjan Mahanand" userId="2e4d7e10920bb171" providerId="LiveId" clId="{BDE34B58-E2C9-41B1-A886-1D815322C81A}" dt="2025-09-29T19:26:36.698" v="3118"/>
          <ac:inkMkLst>
            <pc:docMk/>
            <pc:sldMk cId="0" sldId="290"/>
            <ac:inkMk id="2049" creationId="{28FA446A-085D-CA2B-C43F-80D2EA5312AB}"/>
          </ac:inkMkLst>
        </pc:inkChg>
        <pc:inkChg chg="add del">
          <ac:chgData name="Manash Ranjan Mahanand" userId="2e4d7e10920bb171" providerId="LiveId" clId="{BDE34B58-E2C9-41B1-A886-1D815322C81A}" dt="2025-09-29T19:26:14.264" v="3097" actId="9405"/>
          <ac:inkMkLst>
            <pc:docMk/>
            <pc:sldMk cId="0" sldId="290"/>
            <ac:inkMk id="2051" creationId="{8AEB7A5A-857E-B605-302D-FE4F0E97E1EA}"/>
          </ac:inkMkLst>
        </pc:inkChg>
        <pc:inkChg chg="add mod">
          <ac:chgData name="Manash Ranjan Mahanand" userId="2e4d7e10920bb171" providerId="LiveId" clId="{BDE34B58-E2C9-41B1-A886-1D815322C81A}" dt="2025-09-29T19:26:12.852" v="3095"/>
          <ac:inkMkLst>
            <pc:docMk/>
            <pc:sldMk cId="0" sldId="290"/>
            <ac:inkMk id="2052" creationId="{120ECABA-6AD6-6B6A-9A89-3E85E0D0AED4}"/>
          </ac:inkMkLst>
        </pc:inkChg>
        <pc:inkChg chg="add del">
          <ac:chgData name="Manash Ranjan Mahanand" userId="2e4d7e10920bb171" providerId="LiveId" clId="{BDE34B58-E2C9-41B1-A886-1D815322C81A}" dt="2025-09-29T19:26:20.844" v="3101" actId="9405"/>
          <ac:inkMkLst>
            <pc:docMk/>
            <pc:sldMk cId="0" sldId="290"/>
            <ac:inkMk id="2053" creationId="{A5BAE7A2-0300-0B15-0A69-66451CE79A8B}"/>
          </ac:inkMkLst>
        </pc:inkChg>
        <pc:inkChg chg="add">
          <ac:chgData name="Manash Ranjan Mahanand" userId="2e4d7e10920bb171" providerId="LiveId" clId="{BDE34B58-E2C9-41B1-A886-1D815322C81A}" dt="2025-09-29T19:26:17.891" v="3099"/>
          <ac:inkMkLst>
            <pc:docMk/>
            <pc:sldMk cId="0" sldId="290"/>
            <ac:inkMk id="2054" creationId="{57B9E4AB-F5B5-608E-74B5-563DA3C26FAB}"/>
          </ac:inkMkLst>
        </pc:inkChg>
        <pc:inkChg chg="add mod">
          <ac:chgData name="Manash Ranjan Mahanand" userId="2e4d7e10920bb171" providerId="LiveId" clId="{BDE34B58-E2C9-41B1-A886-1D815322C81A}" dt="2025-09-29T19:26:28.201" v="3109"/>
          <ac:inkMkLst>
            <pc:docMk/>
            <pc:sldMk cId="0" sldId="290"/>
            <ac:inkMk id="2055" creationId="{FC5CB4B2-6047-C986-A630-315534CC0F33}"/>
          </ac:inkMkLst>
        </pc:inkChg>
        <pc:inkChg chg="add mod">
          <ac:chgData name="Manash Ranjan Mahanand" userId="2e4d7e10920bb171" providerId="LiveId" clId="{BDE34B58-E2C9-41B1-A886-1D815322C81A}" dt="2025-09-29T19:26:36.698" v="3118"/>
          <ac:inkMkLst>
            <pc:docMk/>
            <pc:sldMk cId="0" sldId="290"/>
            <ac:inkMk id="2056" creationId="{993B4B54-B96C-35AF-EE7A-E63832496E17}"/>
          </ac:inkMkLst>
        </pc:inkChg>
        <pc:inkChg chg="add mod">
          <ac:chgData name="Manash Ranjan Mahanand" userId="2e4d7e10920bb171" providerId="LiveId" clId="{BDE34B58-E2C9-41B1-A886-1D815322C81A}" dt="2025-09-29T19:26:28.201" v="3109"/>
          <ac:inkMkLst>
            <pc:docMk/>
            <pc:sldMk cId="0" sldId="290"/>
            <ac:inkMk id="2057" creationId="{2C13C3D6-0DA4-3514-827D-A237CEED2C8A}"/>
          </ac:inkMkLst>
        </pc:inkChg>
        <pc:inkChg chg="add mod">
          <ac:chgData name="Manash Ranjan Mahanand" userId="2e4d7e10920bb171" providerId="LiveId" clId="{BDE34B58-E2C9-41B1-A886-1D815322C81A}" dt="2025-09-29T19:26:36.698" v="3118"/>
          <ac:inkMkLst>
            <pc:docMk/>
            <pc:sldMk cId="0" sldId="290"/>
            <ac:inkMk id="2058" creationId="{D0AE3733-0F87-6F2C-DC76-E03F111349EB}"/>
          </ac:inkMkLst>
        </pc:inkChg>
        <pc:inkChg chg="add">
          <ac:chgData name="Manash Ranjan Mahanand" userId="2e4d7e10920bb171" providerId="LiveId" clId="{BDE34B58-E2C9-41B1-A886-1D815322C81A}" dt="2025-09-29T19:26:26.745" v="3107" actId="9405"/>
          <ac:inkMkLst>
            <pc:docMk/>
            <pc:sldMk cId="0" sldId="290"/>
            <ac:inkMk id="2060" creationId="{CB3CC93C-20B8-35B1-5CB9-ED1126083041}"/>
          </ac:inkMkLst>
        </pc:inkChg>
        <pc:inkChg chg="add">
          <ac:chgData name="Manash Ranjan Mahanand" userId="2e4d7e10920bb171" providerId="LiveId" clId="{BDE34B58-E2C9-41B1-A886-1D815322C81A}" dt="2025-09-29T19:26:27.227" v="3108" actId="9405"/>
          <ac:inkMkLst>
            <pc:docMk/>
            <pc:sldMk cId="0" sldId="290"/>
            <ac:inkMk id="2061" creationId="{FFE2D407-6F6C-4084-216D-47F34F8BC8D9}"/>
          </ac:inkMkLst>
        </pc:inkChg>
        <pc:inkChg chg="add mod">
          <ac:chgData name="Manash Ranjan Mahanand" userId="2e4d7e10920bb171" providerId="LiveId" clId="{BDE34B58-E2C9-41B1-A886-1D815322C81A}" dt="2025-09-29T19:26:36.698" v="3118"/>
          <ac:inkMkLst>
            <pc:docMk/>
            <pc:sldMk cId="0" sldId="290"/>
            <ac:inkMk id="2063" creationId="{5F15C50C-E298-E5CB-6D06-DD765F426363}"/>
          </ac:inkMkLst>
        </pc:inkChg>
        <pc:inkChg chg="add mod">
          <ac:chgData name="Manash Ranjan Mahanand" userId="2e4d7e10920bb171" providerId="LiveId" clId="{BDE34B58-E2C9-41B1-A886-1D815322C81A}" dt="2025-09-29T19:26:36.698" v="3118"/>
          <ac:inkMkLst>
            <pc:docMk/>
            <pc:sldMk cId="0" sldId="290"/>
            <ac:inkMk id="2064" creationId="{C09CEBA0-55EF-0C2D-0E01-D0327F2F054F}"/>
          </ac:inkMkLst>
        </pc:inkChg>
        <pc:inkChg chg="add">
          <ac:chgData name="Manash Ranjan Mahanand" userId="2e4d7e10920bb171" providerId="LiveId" clId="{BDE34B58-E2C9-41B1-A886-1D815322C81A}" dt="2025-09-29T19:26:31.256" v="3112" actId="9405"/>
          <ac:inkMkLst>
            <pc:docMk/>
            <pc:sldMk cId="0" sldId="290"/>
            <ac:inkMk id="2065" creationId="{2925988F-6F44-EEEC-A5B4-60E03D5DD687}"/>
          </ac:inkMkLst>
        </pc:inkChg>
        <pc:inkChg chg="add mod">
          <ac:chgData name="Manash Ranjan Mahanand" userId="2e4d7e10920bb171" providerId="LiveId" clId="{BDE34B58-E2C9-41B1-A886-1D815322C81A}" dt="2025-09-29T19:26:36.698" v="3118"/>
          <ac:inkMkLst>
            <pc:docMk/>
            <pc:sldMk cId="0" sldId="290"/>
            <ac:inkMk id="2066" creationId="{709B1D80-14BF-4049-16E1-723B3C8F2AAD}"/>
          </ac:inkMkLst>
        </pc:inkChg>
        <pc:inkChg chg="add">
          <ac:chgData name="Manash Ranjan Mahanand" userId="2e4d7e10920bb171" providerId="LiveId" clId="{BDE34B58-E2C9-41B1-A886-1D815322C81A}" dt="2025-09-29T19:26:33.077" v="3114" actId="9405"/>
          <ac:inkMkLst>
            <pc:docMk/>
            <pc:sldMk cId="0" sldId="290"/>
            <ac:inkMk id="2067" creationId="{6FFAAA7F-9787-B46F-5098-40D6C127D52C}"/>
          </ac:inkMkLst>
        </pc:inkChg>
        <pc:inkChg chg="add">
          <ac:chgData name="Manash Ranjan Mahanand" userId="2e4d7e10920bb171" providerId="LiveId" clId="{BDE34B58-E2C9-41B1-A886-1D815322C81A}" dt="2025-09-29T19:26:35.109" v="3116" actId="9405"/>
          <ac:inkMkLst>
            <pc:docMk/>
            <pc:sldMk cId="0" sldId="290"/>
            <ac:inkMk id="2069" creationId="{5470EA51-B14B-DB89-3BFD-DAB01830801F}"/>
          </ac:inkMkLst>
        </pc:inkChg>
        <pc:inkChg chg="add">
          <ac:chgData name="Manash Ranjan Mahanand" userId="2e4d7e10920bb171" providerId="LiveId" clId="{BDE34B58-E2C9-41B1-A886-1D815322C81A}" dt="2025-09-29T19:26:35.778" v="3117" actId="9405"/>
          <ac:inkMkLst>
            <pc:docMk/>
            <pc:sldMk cId="0" sldId="290"/>
            <ac:inkMk id="2070" creationId="{8545011E-81F7-83E4-A5C3-A0B9751B57A5}"/>
          </ac:inkMkLst>
        </pc:inkChg>
        <pc:inkChg chg="add del mod">
          <ac:chgData name="Manash Ranjan Mahanand" userId="2e4d7e10920bb171" providerId="LiveId" clId="{BDE34B58-E2C9-41B1-A886-1D815322C81A}" dt="2025-09-29T19:24:57.995" v="3028" actId="9405"/>
          <ac:inkMkLst>
            <pc:docMk/>
            <pc:sldMk cId="0" sldId="290"/>
            <ac:inkMk id="17579" creationId="{3804421C-2AE5-C32F-9939-99881833463F}"/>
          </ac:inkMkLst>
        </pc:inkChg>
        <pc:inkChg chg="add del mod">
          <ac:chgData name="Manash Ranjan Mahanand" userId="2e4d7e10920bb171" providerId="LiveId" clId="{BDE34B58-E2C9-41B1-A886-1D815322C81A}" dt="2025-09-29T19:24:56.430" v="3027"/>
          <ac:inkMkLst>
            <pc:docMk/>
            <pc:sldMk cId="0" sldId="290"/>
            <ac:inkMk id="17580" creationId="{68ED7F6B-4639-CECD-B10A-C1883D9A692C}"/>
          </ac:inkMkLst>
        </pc:inkChg>
        <pc:inkChg chg="add mod">
          <ac:chgData name="Manash Ranjan Mahanand" userId="2e4d7e10920bb171" providerId="LiveId" clId="{BDE34B58-E2C9-41B1-A886-1D815322C81A}" dt="2025-09-29T19:25:07.636" v="3033"/>
          <ac:inkMkLst>
            <pc:docMk/>
            <pc:sldMk cId="0" sldId="290"/>
            <ac:inkMk id="17582" creationId="{419DF9DC-878C-B089-0EE6-F2414A8F1762}"/>
          </ac:inkMkLst>
        </pc:inkChg>
        <pc:inkChg chg="add del mod">
          <ac:chgData name="Manash Ranjan Mahanand" userId="2e4d7e10920bb171" providerId="LiveId" clId="{BDE34B58-E2C9-41B1-A886-1D815322C81A}" dt="2025-09-29T19:25:07.636" v="3033"/>
          <ac:inkMkLst>
            <pc:docMk/>
            <pc:sldMk cId="0" sldId="290"/>
            <ac:inkMk id="17583" creationId="{02B508D7-3D36-7D24-9173-D2AE84862FA9}"/>
          </ac:inkMkLst>
        </pc:inkChg>
        <pc:inkChg chg="add mod">
          <ac:chgData name="Manash Ranjan Mahanand" userId="2e4d7e10920bb171" providerId="LiveId" clId="{BDE34B58-E2C9-41B1-A886-1D815322C81A}" dt="2025-09-29T19:25:16.646" v="3038"/>
          <ac:inkMkLst>
            <pc:docMk/>
            <pc:sldMk cId="0" sldId="290"/>
            <ac:inkMk id="17585" creationId="{884E75E7-1182-1A75-FDF9-7545672C6357}"/>
          </ac:inkMkLst>
        </pc:inkChg>
        <pc:inkChg chg="add del mod">
          <ac:chgData name="Manash Ranjan Mahanand" userId="2e4d7e10920bb171" providerId="LiveId" clId="{BDE34B58-E2C9-41B1-A886-1D815322C81A}" dt="2025-09-29T19:25:16.646" v="3038"/>
          <ac:inkMkLst>
            <pc:docMk/>
            <pc:sldMk cId="0" sldId="290"/>
            <ac:inkMk id="17586" creationId="{56C403AE-055C-A5EF-0D37-8F057DBC529A}"/>
          </ac:inkMkLst>
        </pc:inkChg>
        <pc:inkChg chg="add del">
          <ac:chgData name="Manash Ranjan Mahanand" userId="2e4d7e10920bb171" providerId="LiveId" clId="{BDE34B58-E2C9-41B1-A886-1D815322C81A}" dt="2025-09-29T19:25:18.843" v="3040" actId="9405"/>
          <ac:inkMkLst>
            <pc:docMk/>
            <pc:sldMk cId="0" sldId="290"/>
            <ac:inkMk id="17588" creationId="{CDBB57E8-11C5-901A-7C86-0E7FB76D8817}"/>
          </ac:inkMkLst>
        </pc:inkChg>
        <pc:inkChg chg="add">
          <ac:chgData name="Manash Ranjan Mahanand" userId="2e4d7e10920bb171" providerId="LiveId" clId="{BDE34B58-E2C9-41B1-A886-1D815322C81A}" dt="2025-09-29T19:25:19.837" v="3041" actId="9405"/>
          <ac:inkMkLst>
            <pc:docMk/>
            <pc:sldMk cId="0" sldId="290"/>
            <ac:inkMk id="17589" creationId="{82C7C725-B613-FBC1-91BD-A7065EDD8E5F}"/>
          </ac:inkMkLst>
        </pc:inkChg>
        <pc:inkChg chg="add mod">
          <ac:chgData name="Manash Ranjan Mahanand" userId="2e4d7e10920bb171" providerId="LiveId" clId="{BDE34B58-E2C9-41B1-A886-1D815322C81A}" dt="2025-09-29T19:25:28.088" v="3045"/>
          <ac:inkMkLst>
            <pc:docMk/>
            <pc:sldMk cId="0" sldId="290"/>
            <ac:inkMk id="17590" creationId="{AC95A622-0FF3-DD28-79E2-A79FB9437600}"/>
          </ac:inkMkLst>
        </pc:inkChg>
        <pc:inkChg chg="add mod">
          <ac:chgData name="Manash Ranjan Mahanand" userId="2e4d7e10920bb171" providerId="LiveId" clId="{BDE34B58-E2C9-41B1-A886-1D815322C81A}" dt="2025-09-29T19:25:28.088" v="3045"/>
          <ac:inkMkLst>
            <pc:docMk/>
            <pc:sldMk cId="0" sldId="290"/>
            <ac:inkMk id="17591" creationId="{9A990341-D583-06B0-F59A-C3C677B03833}"/>
          </ac:inkMkLst>
        </pc:inkChg>
        <pc:inkChg chg="add mod">
          <ac:chgData name="Manash Ranjan Mahanand" userId="2e4d7e10920bb171" providerId="LiveId" clId="{BDE34B58-E2C9-41B1-A886-1D815322C81A}" dt="2025-09-29T19:25:28.088" v="3045"/>
          <ac:inkMkLst>
            <pc:docMk/>
            <pc:sldMk cId="0" sldId="290"/>
            <ac:inkMk id="17592" creationId="{3164F568-50A0-2DD4-3B24-41CF8A295C86}"/>
          </ac:inkMkLst>
        </pc:inkChg>
        <pc:inkChg chg="add">
          <ac:chgData name="Manash Ranjan Mahanand" userId="2e4d7e10920bb171" providerId="LiveId" clId="{BDE34B58-E2C9-41B1-A886-1D815322C81A}" dt="2025-09-29T19:25:30.492" v="3046" actId="9405"/>
          <ac:inkMkLst>
            <pc:docMk/>
            <pc:sldMk cId="0" sldId="290"/>
            <ac:inkMk id="17594" creationId="{4857FB88-516C-F74A-4C4F-6D04C3E86FED}"/>
          </ac:inkMkLst>
        </pc:inkChg>
        <pc:inkChg chg="add mod">
          <ac:chgData name="Manash Ranjan Mahanand" userId="2e4d7e10920bb171" providerId="LiveId" clId="{BDE34B58-E2C9-41B1-A886-1D815322C81A}" dt="2025-09-29T19:26:36.698" v="3118"/>
          <ac:inkMkLst>
            <pc:docMk/>
            <pc:sldMk cId="0" sldId="290"/>
            <ac:inkMk id="17595" creationId="{D4F5CCA3-A16D-4895-825C-5B7F97F16322}"/>
          </ac:inkMkLst>
        </pc:inkChg>
        <pc:inkChg chg="add mod">
          <ac:chgData name="Manash Ranjan Mahanand" userId="2e4d7e10920bb171" providerId="LiveId" clId="{BDE34B58-E2C9-41B1-A886-1D815322C81A}" dt="2025-09-29T19:26:28.201" v="3109"/>
          <ac:inkMkLst>
            <pc:docMk/>
            <pc:sldMk cId="0" sldId="290"/>
            <ac:inkMk id="17596" creationId="{FA6C0872-34B5-F4DB-0037-F961EBA1AA70}"/>
          </ac:inkMkLst>
        </pc:inkChg>
        <pc:inkChg chg="add mod">
          <ac:chgData name="Manash Ranjan Mahanand" userId="2e4d7e10920bb171" providerId="LiveId" clId="{BDE34B58-E2C9-41B1-A886-1D815322C81A}" dt="2025-09-29T19:26:28.201" v="3109"/>
          <ac:inkMkLst>
            <pc:docMk/>
            <pc:sldMk cId="0" sldId="290"/>
            <ac:inkMk id="17597" creationId="{837DE799-024B-23C9-D113-3A6FFB9F073E}"/>
          </ac:inkMkLst>
        </pc:inkChg>
        <pc:inkChg chg="add mod">
          <ac:chgData name="Manash Ranjan Mahanand" userId="2e4d7e10920bb171" providerId="LiveId" clId="{BDE34B58-E2C9-41B1-A886-1D815322C81A}" dt="2025-09-29T19:26:06.819" v="3087"/>
          <ac:inkMkLst>
            <pc:docMk/>
            <pc:sldMk cId="0" sldId="290"/>
            <ac:inkMk id="17598" creationId="{381E650D-C00A-B92B-055D-4011B78A1635}"/>
          </ac:inkMkLst>
        </pc:inkChg>
        <pc:inkChg chg="add mod">
          <ac:chgData name="Manash Ranjan Mahanand" userId="2e4d7e10920bb171" providerId="LiveId" clId="{BDE34B58-E2C9-41B1-A886-1D815322C81A}" dt="2025-09-29T19:26:36.698" v="3118"/>
          <ac:inkMkLst>
            <pc:docMk/>
            <pc:sldMk cId="0" sldId="290"/>
            <ac:inkMk id="17599" creationId="{699C3E9B-CD76-FA2E-788E-A8C1483170C3}"/>
          </ac:inkMkLst>
        </pc:inkChg>
        <pc:inkChg chg="add mod">
          <ac:chgData name="Manash Ranjan Mahanand" userId="2e4d7e10920bb171" providerId="LiveId" clId="{BDE34B58-E2C9-41B1-A886-1D815322C81A}" dt="2025-09-29T20:20:26.894" v="4440"/>
          <ac:inkMkLst>
            <pc:docMk/>
            <pc:sldMk cId="0" sldId="290"/>
            <ac:inkMk id="17622" creationId="{4E947885-F880-5A05-4DAA-94EAF61CDD51}"/>
          </ac:inkMkLst>
        </pc:inkChg>
        <pc:inkChg chg="add mod">
          <ac:chgData name="Manash Ranjan Mahanand" userId="2e4d7e10920bb171" providerId="LiveId" clId="{BDE34B58-E2C9-41B1-A886-1D815322C81A}" dt="2025-09-29T20:20:26.894" v="4440"/>
          <ac:inkMkLst>
            <pc:docMk/>
            <pc:sldMk cId="0" sldId="290"/>
            <ac:inkMk id="17623" creationId="{62136A19-A5BB-D93F-FEAA-4B6517C9F1C4}"/>
          </ac:inkMkLst>
        </pc:inkChg>
        <pc:inkChg chg="add mod">
          <ac:chgData name="Manash Ranjan Mahanand" userId="2e4d7e10920bb171" providerId="LiveId" clId="{BDE34B58-E2C9-41B1-A886-1D815322C81A}" dt="2025-09-29T20:20:26.894" v="4440"/>
          <ac:inkMkLst>
            <pc:docMk/>
            <pc:sldMk cId="0" sldId="290"/>
            <ac:inkMk id="17624" creationId="{898489C6-39F6-270B-D8ED-0C029B989A72}"/>
          </ac:inkMkLst>
        </pc:inkChg>
        <pc:inkChg chg="add mod">
          <ac:chgData name="Manash Ranjan Mahanand" userId="2e4d7e10920bb171" providerId="LiveId" clId="{BDE34B58-E2C9-41B1-A886-1D815322C81A}" dt="2025-09-29T20:20:26.894" v="4440"/>
          <ac:inkMkLst>
            <pc:docMk/>
            <pc:sldMk cId="0" sldId="290"/>
            <ac:inkMk id="17626" creationId="{B3F6FBCD-573C-34B9-629B-CF61481E0C57}"/>
          </ac:inkMkLst>
        </pc:inkChg>
        <pc:inkChg chg="add del mod">
          <ac:chgData name="Manash Ranjan Mahanand" userId="2e4d7e10920bb171" providerId="LiveId" clId="{BDE34B58-E2C9-41B1-A886-1D815322C81A}" dt="2025-09-29T20:20:28.641" v="4441" actId="9405"/>
          <ac:inkMkLst>
            <pc:docMk/>
            <pc:sldMk cId="0" sldId="290"/>
            <ac:inkMk id="17627" creationId="{C46E9BD2-EEC2-761E-076B-27CC4D4A54E6}"/>
          </ac:inkMkLst>
        </pc:inkChg>
        <pc:inkChg chg="add del mod">
          <ac:chgData name="Manash Ranjan Mahanand" userId="2e4d7e10920bb171" providerId="LiveId" clId="{BDE34B58-E2C9-41B1-A886-1D815322C81A}" dt="2025-09-29T20:20:26.894" v="4440"/>
          <ac:inkMkLst>
            <pc:docMk/>
            <pc:sldMk cId="0" sldId="290"/>
            <ac:inkMk id="17628" creationId="{A391CB4B-93F6-C36E-CA23-6F6584451609}"/>
          </ac:inkMkLst>
        </pc:inkChg>
        <pc:inkChg chg="add mod">
          <ac:chgData name="Manash Ranjan Mahanand" userId="2e4d7e10920bb171" providerId="LiveId" clId="{BDE34B58-E2C9-41B1-A886-1D815322C81A}" dt="2025-09-29T20:20:31.951" v="4445"/>
          <ac:inkMkLst>
            <pc:docMk/>
            <pc:sldMk cId="0" sldId="290"/>
            <ac:inkMk id="17630" creationId="{B8C90E64-49A5-E548-A545-34B61DAF86FF}"/>
          </ac:inkMkLst>
        </pc:inkChg>
        <pc:inkChg chg="add mod">
          <ac:chgData name="Manash Ranjan Mahanand" userId="2e4d7e10920bb171" providerId="LiveId" clId="{BDE34B58-E2C9-41B1-A886-1D815322C81A}" dt="2025-09-29T20:20:31.951" v="4445"/>
          <ac:inkMkLst>
            <pc:docMk/>
            <pc:sldMk cId="0" sldId="290"/>
            <ac:inkMk id="17631" creationId="{99A55449-8221-B2EC-1E28-D1A62C2072A1}"/>
          </ac:inkMkLst>
        </pc:inkChg>
        <pc:inkChg chg="add mod">
          <ac:chgData name="Manash Ranjan Mahanand" userId="2e4d7e10920bb171" providerId="LiveId" clId="{BDE34B58-E2C9-41B1-A886-1D815322C81A}" dt="2025-09-29T20:20:31.951" v="4445"/>
          <ac:inkMkLst>
            <pc:docMk/>
            <pc:sldMk cId="0" sldId="290"/>
            <ac:inkMk id="17632" creationId="{977DBC57-7EB3-FE84-46CB-48F37B9380A8}"/>
          </ac:inkMkLst>
        </pc:inkChg>
        <pc:inkChg chg="add mod">
          <ac:chgData name="Manash Ranjan Mahanand" userId="2e4d7e10920bb171" providerId="LiveId" clId="{BDE34B58-E2C9-41B1-A886-1D815322C81A}" dt="2025-09-29T20:20:38.463" v="4453"/>
          <ac:inkMkLst>
            <pc:docMk/>
            <pc:sldMk cId="0" sldId="290"/>
            <ac:inkMk id="17634" creationId="{A11B833C-F920-1419-DB94-8B0A3FE74228}"/>
          </ac:inkMkLst>
        </pc:inkChg>
        <pc:inkChg chg="add mod">
          <ac:chgData name="Manash Ranjan Mahanand" userId="2e4d7e10920bb171" providerId="LiveId" clId="{BDE34B58-E2C9-41B1-A886-1D815322C81A}" dt="2025-09-29T20:20:38.463" v="4453"/>
          <ac:inkMkLst>
            <pc:docMk/>
            <pc:sldMk cId="0" sldId="290"/>
            <ac:inkMk id="17635" creationId="{EA4B3F8E-FD4D-73FC-C42C-544FA7632B47}"/>
          </ac:inkMkLst>
        </pc:inkChg>
        <pc:inkChg chg="add del mod">
          <ac:chgData name="Manash Ranjan Mahanand" userId="2e4d7e10920bb171" providerId="LiveId" clId="{BDE34B58-E2C9-41B1-A886-1D815322C81A}" dt="2025-09-29T20:20:36.381" v="4451"/>
          <ac:inkMkLst>
            <pc:docMk/>
            <pc:sldMk cId="0" sldId="290"/>
            <ac:inkMk id="17636" creationId="{74C56FD7-8B71-D1D5-B992-BDDCA085F19D}"/>
          </ac:inkMkLst>
        </pc:inkChg>
        <pc:inkChg chg="add mod">
          <ac:chgData name="Manash Ranjan Mahanand" userId="2e4d7e10920bb171" providerId="LiveId" clId="{BDE34B58-E2C9-41B1-A886-1D815322C81A}" dt="2025-09-29T20:20:38.463" v="4453"/>
          <ac:inkMkLst>
            <pc:docMk/>
            <pc:sldMk cId="0" sldId="290"/>
            <ac:inkMk id="17638" creationId="{00420F12-B157-B9F0-9589-683A32AFB120}"/>
          </ac:inkMkLst>
        </pc:inkChg>
        <pc:inkChg chg="add mod">
          <ac:chgData name="Manash Ranjan Mahanand" userId="2e4d7e10920bb171" providerId="LiveId" clId="{BDE34B58-E2C9-41B1-A886-1D815322C81A}" dt="2025-09-29T20:21:03.987" v="4466"/>
          <ac:inkMkLst>
            <pc:docMk/>
            <pc:sldMk cId="0" sldId="290"/>
            <ac:inkMk id="17640" creationId="{58F3F09F-8ED8-1DB0-98D0-8BAF3DA00E85}"/>
          </ac:inkMkLst>
        </pc:inkChg>
        <pc:inkChg chg="add mod">
          <ac:chgData name="Manash Ranjan Mahanand" userId="2e4d7e10920bb171" providerId="LiveId" clId="{BDE34B58-E2C9-41B1-A886-1D815322C81A}" dt="2025-09-29T20:21:03.987" v="4466"/>
          <ac:inkMkLst>
            <pc:docMk/>
            <pc:sldMk cId="0" sldId="290"/>
            <ac:inkMk id="17641" creationId="{FF44866C-2AC9-D8CF-E1C9-7745E22EB587}"/>
          </ac:inkMkLst>
        </pc:inkChg>
        <pc:inkChg chg="add mod">
          <ac:chgData name="Manash Ranjan Mahanand" userId="2e4d7e10920bb171" providerId="LiveId" clId="{BDE34B58-E2C9-41B1-A886-1D815322C81A}" dt="2025-09-29T20:21:03.987" v="4466"/>
          <ac:inkMkLst>
            <pc:docMk/>
            <pc:sldMk cId="0" sldId="290"/>
            <ac:inkMk id="17642" creationId="{A7154D63-E249-F28B-C92A-205210B87CEB}"/>
          </ac:inkMkLst>
        </pc:inkChg>
        <pc:inkChg chg="add mod">
          <ac:chgData name="Manash Ranjan Mahanand" userId="2e4d7e10920bb171" providerId="LiveId" clId="{BDE34B58-E2C9-41B1-A886-1D815322C81A}" dt="2025-09-29T20:21:03.987" v="4466"/>
          <ac:inkMkLst>
            <pc:docMk/>
            <pc:sldMk cId="0" sldId="290"/>
            <ac:inkMk id="17643" creationId="{F75DA0C0-757C-DADC-789D-E556B636C164}"/>
          </ac:inkMkLst>
        </pc:inkChg>
        <pc:inkChg chg="add mod">
          <ac:chgData name="Manash Ranjan Mahanand" userId="2e4d7e10920bb171" providerId="LiveId" clId="{BDE34B58-E2C9-41B1-A886-1D815322C81A}" dt="2025-09-29T20:21:03.004" v="4464"/>
          <ac:inkMkLst>
            <pc:docMk/>
            <pc:sldMk cId="0" sldId="290"/>
            <ac:inkMk id="17644" creationId="{DCE7CF3E-112B-1270-D3E6-E8987754A110}"/>
          </ac:inkMkLst>
        </pc:inkChg>
        <pc:inkChg chg="add mod">
          <ac:chgData name="Manash Ranjan Mahanand" userId="2e4d7e10920bb171" providerId="LiveId" clId="{BDE34B58-E2C9-41B1-A886-1D815322C81A}" dt="2025-09-29T20:21:03.987" v="4466"/>
          <ac:inkMkLst>
            <pc:docMk/>
            <pc:sldMk cId="0" sldId="290"/>
            <ac:inkMk id="17645" creationId="{5C865A83-258B-B292-C126-AC99D90FBF7B}"/>
          </ac:inkMkLst>
        </pc:inkChg>
        <pc:inkChg chg="add mod">
          <ac:chgData name="Manash Ranjan Mahanand" userId="2e4d7e10920bb171" providerId="LiveId" clId="{BDE34B58-E2C9-41B1-A886-1D815322C81A}" dt="2025-09-29T20:21:03.987" v="4466"/>
          <ac:inkMkLst>
            <pc:docMk/>
            <pc:sldMk cId="0" sldId="290"/>
            <ac:inkMk id="17646" creationId="{9D662109-DC11-88F2-D624-45AD56F33C8C}"/>
          </ac:inkMkLst>
        </pc:inkChg>
        <pc:inkChg chg="add mod">
          <ac:chgData name="Manash Ranjan Mahanand" userId="2e4d7e10920bb171" providerId="LiveId" clId="{BDE34B58-E2C9-41B1-A886-1D815322C81A}" dt="2025-09-29T20:21:03.004" v="4464"/>
          <ac:inkMkLst>
            <pc:docMk/>
            <pc:sldMk cId="0" sldId="290"/>
            <ac:inkMk id="17647" creationId="{6AE65FD0-E322-9F5C-43C7-F5A23A9CFD20}"/>
          </ac:inkMkLst>
        </pc:inkChg>
        <pc:inkChg chg="add mod">
          <ac:chgData name="Manash Ranjan Mahanand" userId="2e4d7e10920bb171" providerId="LiveId" clId="{BDE34B58-E2C9-41B1-A886-1D815322C81A}" dt="2025-09-29T20:21:03.004" v="4464"/>
          <ac:inkMkLst>
            <pc:docMk/>
            <pc:sldMk cId="0" sldId="290"/>
            <ac:inkMk id="17648" creationId="{0A38C8AD-B874-D1CC-DB3D-47B067CBAFE8}"/>
          </ac:inkMkLst>
        </pc:inkChg>
        <pc:inkChg chg="add mod">
          <ac:chgData name="Manash Ranjan Mahanand" userId="2e4d7e10920bb171" providerId="LiveId" clId="{BDE34B58-E2C9-41B1-A886-1D815322C81A}" dt="2025-09-29T20:21:03.987" v="4466"/>
          <ac:inkMkLst>
            <pc:docMk/>
            <pc:sldMk cId="0" sldId="290"/>
            <ac:inkMk id="17649" creationId="{90848EEA-645A-BF3B-4A04-42D26E3DDD64}"/>
          </ac:inkMkLst>
        </pc:inkChg>
        <pc:inkChg chg="add mod">
          <ac:chgData name="Manash Ranjan Mahanand" userId="2e4d7e10920bb171" providerId="LiveId" clId="{BDE34B58-E2C9-41B1-A886-1D815322C81A}" dt="2025-09-29T20:21:03.987" v="4466"/>
          <ac:inkMkLst>
            <pc:docMk/>
            <pc:sldMk cId="0" sldId="290"/>
            <ac:inkMk id="17651" creationId="{04164E32-1BFA-9B3A-6D00-FB42B750350E}"/>
          </ac:inkMkLst>
        </pc:inkChg>
        <pc:inkChg chg="add mod">
          <ac:chgData name="Manash Ranjan Mahanand" userId="2e4d7e10920bb171" providerId="LiveId" clId="{BDE34B58-E2C9-41B1-A886-1D815322C81A}" dt="2025-09-29T21:06:50.262" v="4869"/>
          <ac:inkMkLst>
            <pc:docMk/>
            <pc:sldMk cId="0" sldId="290"/>
            <ac:inkMk id="17666" creationId="{1906F7B6-BB5E-484D-F6D7-AF0DC05E221C}"/>
          </ac:inkMkLst>
        </pc:inkChg>
        <pc:inkChg chg="add del mod">
          <ac:chgData name="Manash Ranjan Mahanand" userId="2e4d7e10920bb171" providerId="LiveId" clId="{BDE34B58-E2C9-41B1-A886-1D815322C81A}" dt="2025-09-29T21:06:50.262" v="4869"/>
          <ac:inkMkLst>
            <pc:docMk/>
            <pc:sldMk cId="0" sldId="290"/>
            <ac:inkMk id="17667" creationId="{5FC03D54-42D9-FC48-3E2E-07A773F6F108}"/>
          </ac:inkMkLst>
        </pc:inkChg>
        <pc:inkChg chg="add">
          <ac:chgData name="Manash Ranjan Mahanand" userId="2e4d7e10920bb171" providerId="LiveId" clId="{BDE34B58-E2C9-41B1-A886-1D815322C81A}" dt="2025-09-29T21:06:51.600" v="4870" actId="9405"/>
          <ac:inkMkLst>
            <pc:docMk/>
            <pc:sldMk cId="0" sldId="290"/>
            <ac:inkMk id="17669" creationId="{A014A48C-6EED-F42C-4436-7A5926C38D8F}"/>
          </ac:inkMkLst>
        </pc:inkChg>
        <pc:inkChg chg="add del">
          <ac:chgData name="Manash Ranjan Mahanand" userId="2e4d7e10920bb171" providerId="LiveId" clId="{BDE34B58-E2C9-41B1-A886-1D815322C81A}" dt="2025-09-29T22:08:09.130" v="5997" actId="9405"/>
          <ac:inkMkLst>
            <pc:docMk/>
            <pc:sldMk cId="0" sldId="290"/>
            <ac:inkMk id="17705" creationId="{8D1827C5-D8C3-63EF-4F24-5B1968A38569}"/>
          </ac:inkMkLst>
        </pc:inkChg>
        <pc:inkChg chg="add del mod">
          <ac:chgData name="Manash Ranjan Mahanand" userId="2e4d7e10920bb171" providerId="LiveId" clId="{BDE34B58-E2C9-41B1-A886-1D815322C81A}" dt="2025-09-29T22:08:13.268" v="6003" actId="9405"/>
          <ac:inkMkLst>
            <pc:docMk/>
            <pc:sldMk cId="0" sldId="290"/>
            <ac:inkMk id="17706" creationId="{6D5354A7-8877-53AF-C41D-AC8F632782FB}"/>
          </ac:inkMkLst>
        </pc:inkChg>
        <pc:inkChg chg="add del mod">
          <ac:chgData name="Manash Ranjan Mahanand" userId="2e4d7e10920bb171" providerId="LiveId" clId="{BDE34B58-E2C9-41B1-A886-1D815322C81A}" dt="2025-09-29T22:08:12.273" v="6002"/>
          <ac:inkMkLst>
            <pc:docMk/>
            <pc:sldMk cId="0" sldId="290"/>
            <ac:inkMk id="17707" creationId="{1434CD52-B6AE-68EF-2C42-C95E92A867AF}"/>
          </ac:inkMkLst>
        </pc:inkChg>
        <pc:inkChg chg="add del">
          <ac:chgData name="Manash Ranjan Mahanand" userId="2e4d7e10920bb171" providerId="LiveId" clId="{BDE34B58-E2C9-41B1-A886-1D815322C81A}" dt="2025-09-29T22:08:16.509" v="6005" actId="9405"/>
          <ac:inkMkLst>
            <pc:docMk/>
            <pc:sldMk cId="0" sldId="290"/>
            <ac:inkMk id="17709" creationId="{0A9BDFEF-FDCC-9AEB-559D-B21A5ED30276}"/>
          </ac:inkMkLst>
        </pc:inkChg>
        <pc:inkChg chg="add del">
          <ac:chgData name="Manash Ranjan Mahanand" userId="2e4d7e10920bb171" providerId="LiveId" clId="{BDE34B58-E2C9-41B1-A886-1D815322C81A}" dt="2025-09-29T22:08:18.822" v="6007" actId="9405"/>
          <ac:inkMkLst>
            <pc:docMk/>
            <pc:sldMk cId="0" sldId="290"/>
            <ac:inkMk id="17710" creationId="{73A4ED2D-2418-BE7B-7C50-3F71A800323E}"/>
          </ac:inkMkLst>
        </pc:inkChg>
        <pc:inkChg chg="add mod">
          <ac:chgData name="Manash Ranjan Mahanand" userId="2e4d7e10920bb171" providerId="LiveId" clId="{BDE34B58-E2C9-41B1-A886-1D815322C81A}" dt="2025-09-29T22:08:24.113" v="6014"/>
          <ac:inkMkLst>
            <pc:docMk/>
            <pc:sldMk cId="0" sldId="290"/>
            <ac:inkMk id="17711" creationId="{CAE68FC5-184B-2512-22D3-90F5CD1DC46E}"/>
          </ac:inkMkLst>
        </pc:inkChg>
        <pc:inkChg chg="add del mod">
          <ac:chgData name="Manash Ranjan Mahanand" userId="2e4d7e10920bb171" providerId="LiveId" clId="{BDE34B58-E2C9-41B1-A886-1D815322C81A}" dt="2025-09-29T22:08:22.235" v="6012"/>
          <ac:inkMkLst>
            <pc:docMk/>
            <pc:sldMk cId="0" sldId="290"/>
            <ac:inkMk id="17712" creationId="{EB9FEFFE-7A07-5F22-ECE3-6E5BA95D3092}"/>
          </ac:inkMkLst>
        </pc:inkChg>
        <pc:inkChg chg="add mod">
          <ac:chgData name="Manash Ranjan Mahanand" userId="2e4d7e10920bb171" providerId="LiveId" clId="{BDE34B58-E2C9-41B1-A886-1D815322C81A}" dt="2025-09-29T22:08:24.113" v="6014"/>
          <ac:inkMkLst>
            <pc:docMk/>
            <pc:sldMk cId="0" sldId="290"/>
            <ac:inkMk id="17714" creationId="{3B9D9E38-41A5-F012-23A1-9DCEE643F142}"/>
          </ac:inkMkLst>
        </pc:inkChg>
        <pc:inkChg chg="add mod">
          <ac:chgData name="Manash Ranjan Mahanand" userId="2e4d7e10920bb171" providerId="LiveId" clId="{BDE34B58-E2C9-41B1-A886-1D815322C81A}" dt="2025-09-29T22:08:30.358" v="6017"/>
          <ac:inkMkLst>
            <pc:docMk/>
            <pc:sldMk cId="0" sldId="290"/>
            <ac:inkMk id="17716" creationId="{5E8AE098-17E8-0A53-D17D-E6C7DB0C7739}"/>
          </ac:inkMkLst>
        </pc:inkChg>
        <pc:inkChg chg="add mod">
          <ac:chgData name="Manash Ranjan Mahanand" userId="2e4d7e10920bb171" providerId="LiveId" clId="{BDE34B58-E2C9-41B1-A886-1D815322C81A}" dt="2025-09-29T22:08:30.358" v="6017"/>
          <ac:inkMkLst>
            <pc:docMk/>
            <pc:sldMk cId="0" sldId="290"/>
            <ac:inkMk id="17717" creationId="{B7171876-0200-1021-0A4E-F971198E1351}"/>
          </ac:inkMkLst>
        </pc:inkChg>
        <pc:inkChg chg="add del mod">
          <ac:chgData name="Manash Ranjan Mahanand" userId="2e4d7e10920bb171" providerId="LiveId" clId="{BDE34B58-E2C9-41B1-A886-1D815322C81A}" dt="2025-09-29T22:08:48.037" v="6031"/>
          <ac:inkMkLst>
            <pc:docMk/>
            <pc:sldMk cId="0" sldId="290"/>
            <ac:inkMk id="17719" creationId="{05560278-01E3-55C5-9EB1-9CDF892EA737}"/>
          </ac:inkMkLst>
        </pc:inkChg>
        <pc:inkChg chg="add del mod">
          <ac:chgData name="Manash Ranjan Mahanand" userId="2e4d7e10920bb171" providerId="LiveId" clId="{BDE34B58-E2C9-41B1-A886-1D815322C81A}" dt="2025-09-29T22:08:48.037" v="6032"/>
          <ac:inkMkLst>
            <pc:docMk/>
            <pc:sldMk cId="0" sldId="290"/>
            <ac:inkMk id="17720" creationId="{AC090B63-B89E-8E70-DD16-A4F1FECC39A0}"/>
          </ac:inkMkLst>
        </pc:inkChg>
        <pc:inkChg chg="add del mod">
          <ac:chgData name="Manash Ranjan Mahanand" userId="2e4d7e10920bb171" providerId="LiveId" clId="{BDE34B58-E2C9-41B1-A886-1D815322C81A}" dt="2025-09-29T22:08:48.036" v="6030"/>
          <ac:inkMkLst>
            <pc:docMk/>
            <pc:sldMk cId="0" sldId="290"/>
            <ac:inkMk id="17721" creationId="{E5703943-C97C-CACF-59D9-89F2C643AEA2}"/>
          </ac:inkMkLst>
        </pc:inkChg>
        <pc:inkChg chg="add del mod">
          <ac:chgData name="Manash Ranjan Mahanand" userId="2e4d7e10920bb171" providerId="LiveId" clId="{BDE34B58-E2C9-41B1-A886-1D815322C81A}" dt="2025-09-29T22:08:48.037" v="6034"/>
          <ac:inkMkLst>
            <pc:docMk/>
            <pc:sldMk cId="0" sldId="290"/>
            <ac:inkMk id="17722" creationId="{FB46A345-9F0B-ED12-31E3-7A4B9C8084EC}"/>
          </ac:inkMkLst>
        </pc:inkChg>
        <pc:inkChg chg="add del mod">
          <ac:chgData name="Manash Ranjan Mahanand" userId="2e4d7e10920bb171" providerId="LiveId" clId="{BDE34B58-E2C9-41B1-A886-1D815322C81A}" dt="2025-09-29T22:08:48.037" v="6033"/>
          <ac:inkMkLst>
            <pc:docMk/>
            <pc:sldMk cId="0" sldId="290"/>
            <ac:inkMk id="17723" creationId="{B700EDA8-42AA-8353-1451-A779E2681D20}"/>
          </ac:inkMkLst>
        </pc:inkChg>
        <pc:inkChg chg="add del mod">
          <ac:chgData name="Manash Ranjan Mahanand" userId="2e4d7e10920bb171" providerId="LiveId" clId="{BDE34B58-E2C9-41B1-A886-1D815322C81A}" dt="2025-09-29T22:08:48.036" v="6027"/>
          <ac:inkMkLst>
            <pc:docMk/>
            <pc:sldMk cId="0" sldId="290"/>
            <ac:inkMk id="17724" creationId="{2DDBFB83-9D2A-3E24-848F-4AA08C8DBF9F}"/>
          </ac:inkMkLst>
        </pc:inkChg>
        <pc:inkChg chg="add del mod">
          <ac:chgData name="Manash Ranjan Mahanand" userId="2e4d7e10920bb171" providerId="LiveId" clId="{BDE34B58-E2C9-41B1-A886-1D815322C81A}" dt="2025-09-29T22:08:48.036" v="6029"/>
          <ac:inkMkLst>
            <pc:docMk/>
            <pc:sldMk cId="0" sldId="290"/>
            <ac:inkMk id="17725" creationId="{16AAA696-AB65-5382-1EE7-3F45C43BB927}"/>
          </ac:inkMkLst>
        </pc:inkChg>
        <pc:inkChg chg="add del mod">
          <ac:chgData name="Manash Ranjan Mahanand" userId="2e4d7e10920bb171" providerId="LiveId" clId="{BDE34B58-E2C9-41B1-A886-1D815322C81A}" dt="2025-09-29T22:08:48.036" v="6028"/>
          <ac:inkMkLst>
            <pc:docMk/>
            <pc:sldMk cId="0" sldId="290"/>
            <ac:inkMk id="17726" creationId="{11EEED78-679F-D004-687C-010022B1FC9B}"/>
          </ac:inkMkLst>
        </pc:inkChg>
        <pc:inkChg chg="add del">
          <ac:chgData name="Manash Ranjan Mahanand" userId="2e4d7e10920bb171" providerId="LiveId" clId="{BDE34B58-E2C9-41B1-A886-1D815322C81A}" dt="2025-09-29T22:22:40.690" v="6413"/>
          <ac:inkMkLst>
            <pc:docMk/>
            <pc:sldMk cId="0" sldId="290"/>
            <ac:inkMk id="17738" creationId="{7336E1F3-8B52-B1BD-F823-3C6632E954F5}"/>
          </ac:inkMkLst>
        </pc:inkChg>
        <pc:inkChg chg="add">
          <ac:chgData name="Manash Ranjan Mahanand" userId="2e4d7e10920bb171" providerId="LiveId" clId="{BDE34B58-E2C9-41B1-A886-1D815322C81A}" dt="2025-09-29T22:22:40.690" v="6413"/>
          <ac:inkMkLst>
            <pc:docMk/>
            <pc:sldMk cId="0" sldId="290"/>
            <ac:inkMk id="17739" creationId="{B18238F8-A862-F241-EF64-6EE15C716525}"/>
          </ac:inkMkLst>
        </pc:inkChg>
        <pc:inkChg chg="add mod">
          <ac:chgData name="Manash Ranjan Mahanand" userId="2e4d7e10920bb171" providerId="LiveId" clId="{BDE34B58-E2C9-41B1-A886-1D815322C81A}" dt="2025-09-29T22:22:57.567" v="6429"/>
          <ac:inkMkLst>
            <pc:docMk/>
            <pc:sldMk cId="0" sldId="290"/>
            <ac:inkMk id="17740" creationId="{771BC5E4-479A-B0E2-C0E9-645F8335FB54}"/>
          </ac:inkMkLst>
        </pc:inkChg>
        <pc:inkChg chg="add mod">
          <ac:chgData name="Manash Ranjan Mahanand" userId="2e4d7e10920bb171" providerId="LiveId" clId="{BDE34B58-E2C9-41B1-A886-1D815322C81A}" dt="2025-09-29T22:24:39.782" v="6470"/>
          <ac:inkMkLst>
            <pc:docMk/>
            <pc:sldMk cId="0" sldId="290"/>
            <ac:inkMk id="17741" creationId="{7F8FEEB1-0FC7-08EE-225D-21BB7589BB6B}"/>
          </ac:inkMkLst>
        </pc:inkChg>
        <pc:inkChg chg="add del mod">
          <ac:chgData name="Manash Ranjan Mahanand" userId="2e4d7e10920bb171" providerId="LiveId" clId="{BDE34B58-E2C9-41B1-A886-1D815322C81A}" dt="2025-09-29T22:22:47.394" v="6419"/>
          <ac:inkMkLst>
            <pc:docMk/>
            <pc:sldMk cId="0" sldId="290"/>
            <ac:inkMk id="17742" creationId="{2EF8458B-C7A3-8802-5463-55748CC71714}"/>
          </ac:inkMkLst>
        </pc:inkChg>
        <pc:inkChg chg="add del mod">
          <ac:chgData name="Manash Ranjan Mahanand" userId="2e4d7e10920bb171" providerId="LiveId" clId="{BDE34B58-E2C9-41B1-A886-1D815322C81A}" dt="2025-09-29T22:22:51.058" v="6423"/>
          <ac:inkMkLst>
            <pc:docMk/>
            <pc:sldMk cId="0" sldId="290"/>
            <ac:inkMk id="17744" creationId="{6A91D122-5030-A1F0-ADC4-CC62B3B2CC20}"/>
          </ac:inkMkLst>
        </pc:inkChg>
        <pc:inkChg chg="add mod">
          <ac:chgData name="Manash Ranjan Mahanand" userId="2e4d7e10920bb171" providerId="LiveId" clId="{BDE34B58-E2C9-41B1-A886-1D815322C81A}" dt="2025-09-29T22:22:57.567" v="6429"/>
          <ac:inkMkLst>
            <pc:docMk/>
            <pc:sldMk cId="0" sldId="290"/>
            <ac:inkMk id="17746" creationId="{53EBDD6F-54AB-F88D-78F1-64AE037ED7BA}"/>
          </ac:inkMkLst>
        </pc:inkChg>
        <pc:inkChg chg="add mod">
          <ac:chgData name="Manash Ranjan Mahanand" userId="2e4d7e10920bb171" providerId="LiveId" clId="{BDE34B58-E2C9-41B1-A886-1D815322C81A}" dt="2025-09-29T22:27:30.182" v="6613"/>
          <ac:inkMkLst>
            <pc:docMk/>
            <pc:sldMk cId="0" sldId="290"/>
            <ac:inkMk id="17747" creationId="{E4B47381-37FB-CC9C-E911-B21A6EC89F11}"/>
          </ac:inkMkLst>
        </pc:inkChg>
        <pc:inkChg chg="add mod">
          <ac:chgData name="Manash Ranjan Mahanand" userId="2e4d7e10920bb171" providerId="LiveId" clId="{BDE34B58-E2C9-41B1-A886-1D815322C81A}" dt="2025-09-29T22:27:30.182" v="6613"/>
          <ac:inkMkLst>
            <pc:docMk/>
            <pc:sldMk cId="0" sldId="290"/>
            <ac:inkMk id="17749" creationId="{0F5533E4-F85F-419B-69B8-19BFB3EE41A8}"/>
          </ac:inkMkLst>
        </pc:inkChg>
        <pc:inkChg chg="add mod">
          <ac:chgData name="Manash Ranjan Mahanand" userId="2e4d7e10920bb171" providerId="LiveId" clId="{BDE34B58-E2C9-41B1-A886-1D815322C81A}" dt="2025-09-29T22:22:57.567" v="6429"/>
          <ac:inkMkLst>
            <pc:docMk/>
            <pc:sldMk cId="0" sldId="290"/>
            <ac:inkMk id="17750" creationId="{C10BA3EA-A3AD-EE70-3321-713048A96959}"/>
          </ac:inkMkLst>
        </pc:inkChg>
        <pc:inkChg chg="add mod">
          <ac:chgData name="Manash Ranjan Mahanand" userId="2e4d7e10920bb171" providerId="LiveId" clId="{BDE34B58-E2C9-41B1-A886-1D815322C81A}" dt="2025-09-29T22:24:04.510" v="6440"/>
          <ac:inkMkLst>
            <pc:docMk/>
            <pc:sldMk cId="0" sldId="290"/>
            <ac:inkMk id="17753" creationId="{BFB0D990-739C-30D8-67E4-2EC439781607}"/>
          </ac:inkMkLst>
        </pc:inkChg>
        <pc:inkChg chg="add mod">
          <ac:chgData name="Manash Ranjan Mahanand" userId="2e4d7e10920bb171" providerId="LiveId" clId="{BDE34B58-E2C9-41B1-A886-1D815322C81A}" dt="2025-09-29T22:27:30.182" v="6613"/>
          <ac:inkMkLst>
            <pc:docMk/>
            <pc:sldMk cId="0" sldId="290"/>
            <ac:inkMk id="17754" creationId="{ED7B1889-332E-2D70-4D7F-1C9071547D70}"/>
          </ac:inkMkLst>
        </pc:inkChg>
        <pc:inkChg chg="add mod">
          <ac:chgData name="Manash Ranjan Mahanand" userId="2e4d7e10920bb171" providerId="LiveId" clId="{BDE34B58-E2C9-41B1-A886-1D815322C81A}" dt="2025-09-29T22:27:30.182" v="6613"/>
          <ac:inkMkLst>
            <pc:docMk/>
            <pc:sldMk cId="0" sldId="290"/>
            <ac:inkMk id="17755" creationId="{C193A7AE-57DC-A58D-5B9F-9FBC23D5A894}"/>
          </ac:inkMkLst>
        </pc:inkChg>
        <pc:inkChg chg="add del">
          <ac:chgData name="Manash Ranjan Mahanand" userId="2e4d7e10920bb171" providerId="LiveId" clId="{BDE34B58-E2C9-41B1-A886-1D815322C81A}" dt="2025-09-29T22:24:08.010" v="6442" actId="9405"/>
          <ac:inkMkLst>
            <pc:docMk/>
            <pc:sldMk cId="0" sldId="290"/>
            <ac:inkMk id="17757" creationId="{34AD11E8-7B98-8CCE-F194-1FD754B914CD}"/>
          </ac:inkMkLst>
        </pc:inkChg>
        <pc:inkChg chg="add">
          <ac:chgData name="Manash Ranjan Mahanand" userId="2e4d7e10920bb171" providerId="LiveId" clId="{BDE34B58-E2C9-41B1-A886-1D815322C81A}" dt="2025-09-29T22:24:10.153" v="6443" actId="9405"/>
          <ac:inkMkLst>
            <pc:docMk/>
            <pc:sldMk cId="0" sldId="290"/>
            <ac:inkMk id="17758" creationId="{C2FB82D1-6598-842A-DAE6-FD0E938DE39B}"/>
          </ac:inkMkLst>
        </pc:inkChg>
        <pc:inkChg chg="add mod">
          <ac:chgData name="Manash Ranjan Mahanand" userId="2e4d7e10920bb171" providerId="LiveId" clId="{BDE34B58-E2C9-41B1-A886-1D815322C81A}" dt="2025-09-29T22:24:18.524" v="6449"/>
          <ac:inkMkLst>
            <pc:docMk/>
            <pc:sldMk cId="0" sldId="290"/>
            <ac:inkMk id="17759" creationId="{134A8780-8790-EA8D-8125-51E94A81871D}"/>
          </ac:inkMkLst>
        </pc:inkChg>
        <pc:inkChg chg="add mod">
          <ac:chgData name="Manash Ranjan Mahanand" userId="2e4d7e10920bb171" providerId="LiveId" clId="{BDE34B58-E2C9-41B1-A886-1D815322C81A}" dt="2025-09-29T22:24:18.524" v="6449"/>
          <ac:inkMkLst>
            <pc:docMk/>
            <pc:sldMk cId="0" sldId="290"/>
            <ac:inkMk id="17760" creationId="{5E74FA5D-C8FA-35D8-176E-B43DC8BB7EE7}"/>
          </ac:inkMkLst>
        </pc:inkChg>
        <pc:inkChg chg="add mod">
          <ac:chgData name="Manash Ranjan Mahanand" userId="2e4d7e10920bb171" providerId="LiveId" clId="{BDE34B58-E2C9-41B1-A886-1D815322C81A}" dt="2025-09-29T22:24:18.524" v="6449"/>
          <ac:inkMkLst>
            <pc:docMk/>
            <pc:sldMk cId="0" sldId="290"/>
            <ac:inkMk id="17761" creationId="{F4DEBB25-FEBB-9FD5-F63A-226DBCE9E5D7}"/>
          </ac:inkMkLst>
        </pc:inkChg>
        <pc:inkChg chg="add mod">
          <ac:chgData name="Manash Ranjan Mahanand" userId="2e4d7e10920bb171" providerId="LiveId" clId="{BDE34B58-E2C9-41B1-A886-1D815322C81A}" dt="2025-09-29T22:24:18.524" v="6449"/>
          <ac:inkMkLst>
            <pc:docMk/>
            <pc:sldMk cId="0" sldId="290"/>
            <ac:inkMk id="17763" creationId="{427DA45C-BA1E-5AFD-8106-9464F8B7F2B6}"/>
          </ac:inkMkLst>
        </pc:inkChg>
        <pc:inkChg chg="add mod">
          <ac:chgData name="Manash Ranjan Mahanand" userId="2e4d7e10920bb171" providerId="LiveId" clId="{BDE34B58-E2C9-41B1-A886-1D815322C81A}" dt="2025-09-29T22:24:29.674" v="6457"/>
          <ac:inkMkLst>
            <pc:docMk/>
            <pc:sldMk cId="0" sldId="290"/>
            <ac:inkMk id="17765" creationId="{5A0A4647-DB41-4C49-3DE7-5362392E1106}"/>
          </ac:inkMkLst>
        </pc:inkChg>
        <pc:inkChg chg="add mod">
          <ac:chgData name="Manash Ranjan Mahanand" userId="2e4d7e10920bb171" providerId="LiveId" clId="{BDE34B58-E2C9-41B1-A886-1D815322C81A}" dt="2025-09-29T22:24:29.674" v="6457"/>
          <ac:inkMkLst>
            <pc:docMk/>
            <pc:sldMk cId="0" sldId="290"/>
            <ac:inkMk id="17766" creationId="{0F418636-6110-F6C8-3A64-45AEB2017731}"/>
          </ac:inkMkLst>
        </pc:inkChg>
        <pc:inkChg chg="add mod">
          <ac:chgData name="Manash Ranjan Mahanand" userId="2e4d7e10920bb171" providerId="LiveId" clId="{BDE34B58-E2C9-41B1-A886-1D815322C81A}" dt="2025-09-29T22:24:29.674" v="6457"/>
          <ac:inkMkLst>
            <pc:docMk/>
            <pc:sldMk cId="0" sldId="290"/>
            <ac:inkMk id="17767" creationId="{E5AC3D60-7136-1864-B1E7-C38B3BD8670D}"/>
          </ac:inkMkLst>
        </pc:inkChg>
        <pc:inkChg chg="add mod">
          <ac:chgData name="Manash Ranjan Mahanand" userId="2e4d7e10920bb171" providerId="LiveId" clId="{BDE34B58-E2C9-41B1-A886-1D815322C81A}" dt="2025-09-29T22:24:39.782" v="6470"/>
          <ac:inkMkLst>
            <pc:docMk/>
            <pc:sldMk cId="0" sldId="290"/>
            <ac:inkMk id="17768" creationId="{2DB19ED4-AE48-B2E8-145A-53FBBD9A27B3}"/>
          </ac:inkMkLst>
        </pc:inkChg>
        <pc:inkChg chg="add mod">
          <ac:chgData name="Manash Ranjan Mahanand" userId="2e4d7e10920bb171" providerId="LiveId" clId="{BDE34B58-E2C9-41B1-A886-1D815322C81A}" dt="2025-09-29T22:24:29.674" v="6457"/>
          <ac:inkMkLst>
            <pc:docMk/>
            <pc:sldMk cId="0" sldId="290"/>
            <ac:inkMk id="17769" creationId="{E4D2C8B0-190E-89A0-0B0A-95EF27ECE190}"/>
          </ac:inkMkLst>
        </pc:inkChg>
        <pc:inkChg chg="add mod">
          <ac:chgData name="Manash Ranjan Mahanand" userId="2e4d7e10920bb171" providerId="LiveId" clId="{BDE34B58-E2C9-41B1-A886-1D815322C81A}" dt="2025-09-29T22:24:29.674" v="6457"/>
          <ac:inkMkLst>
            <pc:docMk/>
            <pc:sldMk cId="0" sldId="290"/>
            <ac:inkMk id="17770" creationId="{5C18014C-5C75-D676-D2D9-236CF42A11D2}"/>
          </ac:inkMkLst>
        </pc:inkChg>
        <pc:inkChg chg="add mod">
          <ac:chgData name="Manash Ranjan Mahanand" userId="2e4d7e10920bb171" providerId="LiveId" clId="{BDE34B58-E2C9-41B1-A886-1D815322C81A}" dt="2025-09-29T22:24:29.674" v="6457"/>
          <ac:inkMkLst>
            <pc:docMk/>
            <pc:sldMk cId="0" sldId="290"/>
            <ac:inkMk id="17771" creationId="{0ED92398-66A7-D03D-0DD0-A3615AC816F3}"/>
          </ac:inkMkLst>
        </pc:inkChg>
        <pc:inkChg chg="add mod">
          <ac:chgData name="Manash Ranjan Mahanand" userId="2e4d7e10920bb171" providerId="LiveId" clId="{BDE34B58-E2C9-41B1-A886-1D815322C81A}" dt="2025-09-29T22:24:39.782" v="6470"/>
          <ac:inkMkLst>
            <pc:docMk/>
            <pc:sldMk cId="0" sldId="290"/>
            <ac:inkMk id="17773" creationId="{3CC3BE17-0778-5031-E1C1-4EC0D3330424}"/>
          </ac:inkMkLst>
        </pc:inkChg>
        <pc:inkChg chg="add">
          <ac:chgData name="Manash Ranjan Mahanand" userId="2e4d7e10920bb171" providerId="LiveId" clId="{BDE34B58-E2C9-41B1-A886-1D815322C81A}" dt="2025-09-29T22:24:30.263" v="6459" actId="9405"/>
          <ac:inkMkLst>
            <pc:docMk/>
            <pc:sldMk cId="0" sldId="290"/>
            <ac:inkMk id="17774" creationId="{A31F988A-638B-4AC5-2EA8-986A6FEFC737}"/>
          </ac:inkMkLst>
        </pc:inkChg>
        <pc:inkChg chg="add">
          <ac:chgData name="Manash Ranjan Mahanand" userId="2e4d7e10920bb171" providerId="LiveId" clId="{BDE34B58-E2C9-41B1-A886-1D815322C81A}" dt="2025-09-29T22:24:30.541" v="6460" actId="9405"/>
          <ac:inkMkLst>
            <pc:docMk/>
            <pc:sldMk cId="0" sldId="290"/>
            <ac:inkMk id="17775" creationId="{8740A702-890E-AEA5-CF59-D96B1EA756B2}"/>
          </ac:inkMkLst>
        </pc:inkChg>
        <pc:inkChg chg="add mod">
          <ac:chgData name="Manash Ranjan Mahanand" userId="2e4d7e10920bb171" providerId="LiveId" clId="{BDE34B58-E2C9-41B1-A886-1D815322C81A}" dt="2025-09-29T22:27:30.182" v="6613"/>
          <ac:inkMkLst>
            <pc:docMk/>
            <pc:sldMk cId="0" sldId="290"/>
            <ac:inkMk id="17776" creationId="{8765E0B3-83D4-2196-46DA-22654FEA8CBE}"/>
          </ac:inkMkLst>
        </pc:inkChg>
        <pc:inkChg chg="add">
          <ac:chgData name="Manash Ranjan Mahanand" userId="2e4d7e10920bb171" providerId="LiveId" clId="{BDE34B58-E2C9-41B1-A886-1D815322C81A}" dt="2025-09-29T22:24:31.169" v="6462" actId="9405"/>
          <ac:inkMkLst>
            <pc:docMk/>
            <pc:sldMk cId="0" sldId="290"/>
            <ac:inkMk id="17777" creationId="{F7CC2D31-AE76-3B63-28DC-E8A65C1851CC}"/>
          </ac:inkMkLst>
        </pc:inkChg>
        <pc:inkChg chg="add mod">
          <ac:chgData name="Manash Ranjan Mahanand" userId="2e4d7e10920bb171" providerId="LiveId" clId="{BDE34B58-E2C9-41B1-A886-1D815322C81A}" dt="2025-09-29T22:27:30.182" v="6613"/>
          <ac:inkMkLst>
            <pc:docMk/>
            <pc:sldMk cId="0" sldId="290"/>
            <ac:inkMk id="17778" creationId="{54E63905-28E1-ACFC-3F04-4185ED5431B5}"/>
          </ac:inkMkLst>
        </pc:inkChg>
        <pc:inkChg chg="add mod">
          <ac:chgData name="Manash Ranjan Mahanand" userId="2e4d7e10920bb171" providerId="LiveId" clId="{BDE34B58-E2C9-41B1-A886-1D815322C81A}" dt="2025-09-29T22:27:30.182" v="6613"/>
          <ac:inkMkLst>
            <pc:docMk/>
            <pc:sldMk cId="0" sldId="290"/>
            <ac:inkMk id="17780" creationId="{AB7A4C25-4A72-AFAB-578A-13BECAED6A87}"/>
          </ac:inkMkLst>
        </pc:inkChg>
        <pc:inkChg chg="add">
          <ac:chgData name="Manash Ranjan Mahanand" userId="2e4d7e10920bb171" providerId="LiveId" clId="{BDE34B58-E2C9-41B1-A886-1D815322C81A}" dt="2025-09-29T22:24:36.344" v="6466" actId="9405"/>
          <ac:inkMkLst>
            <pc:docMk/>
            <pc:sldMk cId="0" sldId="290"/>
            <ac:inkMk id="17781" creationId="{7D8B34BC-6EE8-D0FA-327C-BA79CEE5A6CF}"/>
          </ac:inkMkLst>
        </pc:inkChg>
        <pc:inkChg chg="add">
          <ac:chgData name="Manash Ranjan Mahanand" userId="2e4d7e10920bb171" providerId="LiveId" clId="{BDE34B58-E2C9-41B1-A886-1D815322C81A}" dt="2025-09-29T22:24:36.886" v="6467" actId="9405"/>
          <ac:inkMkLst>
            <pc:docMk/>
            <pc:sldMk cId="0" sldId="290"/>
            <ac:inkMk id="17782" creationId="{EE5C534C-78F1-1357-AD7B-E3369B1510BC}"/>
          </ac:inkMkLst>
        </pc:inkChg>
        <pc:inkChg chg="add">
          <ac:chgData name="Manash Ranjan Mahanand" userId="2e4d7e10920bb171" providerId="LiveId" clId="{BDE34B58-E2C9-41B1-A886-1D815322C81A}" dt="2025-09-29T22:24:37.735" v="6468" actId="9405"/>
          <ac:inkMkLst>
            <pc:docMk/>
            <pc:sldMk cId="0" sldId="290"/>
            <ac:inkMk id="17783" creationId="{464E21AE-B4E8-85B5-6865-EB14E681EB6E}"/>
          </ac:inkMkLst>
        </pc:inkChg>
        <pc:inkChg chg="add">
          <ac:chgData name="Manash Ranjan Mahanand" userId="2e4d7e10920bb171" providerId="LiveId" clId="{BDE34B58-E2C9-41B1-A886-1D815322C81A}" dt="2025-09-29T22:24:38.872" v="6469" actId="9405"/>
          <ac:inkMkLst>
            <pc:docMk/>
            <pc:sldMk cId="0" sldId="290"/>
            <ac:inkMk id="17784" creationId="{378A67A5-638B-6805-A30B-5FCB76B52E1C}"/>
          </ac:inkMkLst>
        </pc:inkChg>
        <pc:inkChg chg="add del">
          <ac:chgData name="Manash Ranjan Mahanand" userId="2e4d7e10920bb171" providerId="LiveId" clId="{BDE34B58-E2C9-41B1-A886-1D815322C81A}" dt="2025-09-29T22:27:14.716" v="6603" actId="9405"/>
          <ac:inkMkLst>
            <pc:docMk/>
            <pc:sldMk cId="0" sldId="290"/>
            <ac:inkMk id="17791" creationId="{44E9CF34-CC87-CAAF-F1FD-68FF74824142}"/>
          </ac:inkMkLst>
        </pc:inkChg>
        <pc:inkChg chg="add mod">
          <ac:chgData name="Manash Ranjan Mahanand" userId="2e4d7e10920bb171" providerId="LiveId" clId="{BDE34B58-E2C9-41B1-A886-1D815322C81A}" dt="2025-09-29T22:27:30.182" v="6613"/>
          <ac:inkMkLst>
            <pc:docMk/>
            <pc:sldMk cId="0" sldId="290"/>
            <ac:inkMk id="17793" creationId="{A81CAF73-CA9F-DFF5-D597-E1F5FC960F5E}"/>
          </ac:inkMkLst>
        </pc:inkChg>
        <pc:inkChg chg="add">
          <ac:chgData name="Manash Ranjan Mahanand" userId="2e4d7e10920bb171" providerId="LiveId" clId="{BDE34B58-E2C9-41B1-A886-1D815322C81A}" dt="2025-09-29T22:27:24.549" v="6606" actId="9405"/>
          <ac:inkMkLst>
            <pc:docMk/>
            <pc:sldMk cId="0" sldId="290"/>
            <ac:inkMk id="17794" creationId="{C71907D9-AB65-F752-BAD7-6FCCA7AFB278}"/>
          </ac:inkMkLst>
        </pc:inkChg>
        <pc:inkChg chg="add del">
          <ac:chgData name="Manash Ranjan Mahanand" userId="2e4d7e10920bb171" providerId="LiveId" clId="{BDE34B58-E2C9-41B1-A886-1D815322C81A}" dt="2025-09-29T22:27:28.356" v="6610" actId="9405"/>
          <ac:inkMkLst>
            <pc:docMk/>
            <pc:sldMk cId="0" sldId="290"/>
            <ac:inkMk id="17796" creationId="{004F1E67-6F69-B273-E9B0-1896676ADC2D}"/>
          </ac:inkMkLst>
        </pc:inkChg>
        <pc:inkChg chg="add">
          <ac:chgData name="Manash Ranjan Mahanand" userId="2e4d7e10920bb171" providerId="LiveId" clId="{BDE34B58-E2C9-41B1-A886-1D815322C81A}" dt="2025-09-29T22:27:29.541" v="6612" actId="9405"/>
          <ac:inkMkLst>
            <pc:docMk/>
            <pc:sldMk cId="0" sldId="290"/>
            <ac:inkMk id="17798" creationId="{38495009-E319-A739-18BF-936A5BFA02AF}"/>
          </ac:inkMkLst>
        </pc:inkChg>
        <pc:inkChg chg="add mod">
          <ac:chgData name="Manash Ranjan Mahanand" userId="2e4d7e10920bb171" providerId="LiveId" clId="{BDE34B58-E2C9-41B1-A886-1D815322C81A}" dt="2025-09-29T22:33:29.693" v="6810"/>
          <ac:inkMkLst>
            <pc:docMk/>
            <pc:sldMk cId="0" sldId="290"/>
            <ac:inkMk id="17804" creationId="{B0DD14BB-9FE1-3C44-415A-A5C9929AE92D}"/>
          </ac:inkMkLst>
        </pc:inkChg>
        <pc:inkChg chg="add mod">
          <ac:chgData name="Manash Ranjan Mahanand" userId="2e4d7e10920bb171" providerId="LiveId" clId="{BDE34B58-E2C9-41B1-A886-1D815322C81A}" dt="2025-09-29T22:33:29.693" v="6810"/>
          <ac:inkMkLst>
            <pc:docMk/>
            <pc:sldMk cId="0" sldId="290"/>
            <ac:inkMk id="17805" creationId="{C3E2AF31-F9E8-3073-7039-84AB608AC0F0}"/>
          </ac:inkMkLst>
        </pc:inkChg>
        <pc:inkChg chg="add mod">
          <ac:chgData name="Manash Ranjan Mahanand" userId="2e4d7e10920bb171" providerId="LiveId" clId="{BDE34B58-E2C9-41B1-A886-1D815322C81A}" dt="2025-09-29T22:33:05" v="6781"/>
          <ac:inkMkLst>
            <pc:docMk/>
            <pc:sldMk cId="0" sldId="290"/>
            <ac:inkMk id="17808" creationId="{51DC8C05-46C3-E753-FCD7-FFD86B349E38}"/>
          </ac:inkMkLst>
        </pc:inkChg>
        <pc:inkChg chg="add del mod">
          <ac:chgData name="Manash Ranjan Mahanand" userId="2e4d7e10920bb171" providerId="LiveId" clId="{BDE34B58-E2C9-41B1-A886-1D815322C81A}" dt="2025-09-29T22:33:06.199" v="6783" actId="9405"/>
          <ac:inkMkLst>
            <pc:docMk/>
            <pc:sldMk cId="0" sldId="290"/>
            <ac:inkMk id="17809" creationId="{0C8C5CC2-E0B2-7A2E-068A-854FC26FA9B2}"/>
          </ac:inkMkLst>
        </pc:inkChg>
        <pc:inkChg chg="add del mod">
          <ac:chgData name="Manash Ranjan Mahanand" userId="2e4d7e10920bb171" providerId="LiveId" clId="{BDE34B58-E2C9-41B1-A886-1D815322C81A}" dt="2025-09-29T22:33:05.548" v="6782" actId="9405"/>
          <ac:inkMkLst>
            <pc:docMk/>
            <pc:sldMk cId="0" sldId="290"/>
            <ac:inkMk id="17810" creationId="{5B571DDC-8080-1F83-5EBD-BC4B0F417CEB}"/>
          </ac:inkMkLst>
        </pc:inkChg>
        <pc:inkChg chg="add del mod">
          <ac:chgData name="Manash Ranjan Mahanand" userId="2e4d7e10920bb171" providerId="LiveId" clId="{BDE34B58-E2C9-41B1-A886-1D815322C81A}" dt="2025-09-29T22:33:05" v="6781"/>
          <ac:inkMkLst>
            <pc:docMk/>
            <pc:sldMk cId="0" sldId="290"/>
            <ac:inkMk id="17811" creationId="{5C40959C-ABC0-0297-0321-124B65DEDCB3}"/>
          </ac:inkMkLst>
        </pc:inkChg>
        <pc:inkChg chg="add del">
          <ac:chgData name="Manash Ranjan Mahanand" userId="2e4d7e10920bb171" providerId="LiveId" clId="{BDE34B58-E2C9-41B1-A886-1D815322C81A}" dt="2025-09-29T22:33:09.367" v="6785" actId="9405"/>
          <ac:inkMkLst>
            <pc:docMk/>
            <pc:sldMk cId="0" sldId="290"/>
            <ac:inkMk id="17813" creationId="{21005660-2732-52BA-3358-9A7BCA92186C}"/>
          </ac:inkMkLst>
        </pc:inkChg>
        <pc:inkChg chg="add del mod">
          <ac:chgData name="Manash Ranjan Mahanand" userId="2e4d7e10920bb171" providerId="LiveId" clId="{BDE34B58-E2C9-41B1-A886-1D815322C81A}" dt="2025-09-29T22:33:12.135" v="6789"/>
          <ac:inkMkLst>
            <pc:docMk/>
            <pc:sldMk cId="0" sldId="290"/>
            <ac:inkMk id="17814" creationId="{5E196014-40C5-A3A6-0569-14DAB55A0FB6}"/>
          </ac:inkMkLst>
        </pc:inkChg>
        <pc:inkChg chg="add del mod">
          <ac:chgData name="Manash Ranjan Mahanand" userId="2e4d7e10920bb171" providerId="LiveId" clId="{BDE34B58-E2C9-41B1-A886-1D815322C81A}" dt="2025-09-29T22:33:14.805" v="6793"/>
          <ac:inkMkLst>
            <pc:docMk/>
            <pc:sldMk cId="0" sldId="290"/>
            <ac:inkMk id="17816" creationId="{EA59B9B8-E099-3CF0-7BC5-1C93F16FFB34}"/>
          </ac:inkMkLst>
        </pc:inkChg>
        <pc:inkChg chg="add mod">
          <ac:chgData name="Manash Ranjan Mahanand" userId="2e4d7e10920bb171" providerId="LiveId" clId="{BDE34B58-E2C9-41B1-A886-1D815322C81A}" dt="2025-09-29T22:33:29.693" v="6810"/>
          <ac:inkMkLst>
            <pc:docMk/>
            <pc:sldMk cId="0" sldId="290"/>
            <ac:inkMk id="17818" creationId="{17767A58-83C0-D083-6564-3CBD0210970F}"/>
          </ac:inkMkLst>
        </pc:inkChg>
        <pc:inkChg chg="add del mod">
          <ac:chgData name="Manash Ranjan Mahanand" userId="2e4d7e10920bb171" providerId="LiveId" clId="{BDE34B58-E2C9-41B1-A886-1D815322C81A}" dt="2025-09-29T22:33:19.597" v="6799"/>
          <ac:inkMkLst>
            <pc:docMk/>
            <pc:sldMk cId="0" sldId="290"/>
            <ac:inkMk id="17820" creationId="{1DF12F20-4095-9858-A208-DA5936AB7ED6}"/>
          </ac:inkMkLst>
        </pc:inkChg>
        <pc:inkChg chg="add del mod">
          <ac:chgData name="Manash Ranjan Mahanand" userId="2e4d7e10920bb171" providerId="LiveId" clId="{BDE34B58-E2C9-41B1-A886-1D815322C81A}" dt="2025-09-29T22:33:24.391" v="6805" actId="9405"/>
          <ac:inkMkLst>
            <pc:docMk/>
            <pc:sldMk cId="0" sldId="290"/>
            <ac:inkMk id="17822" creationId="{D50925A4-DF1B-73B2-20DF-B30DF2010528}"/>
          </ac:inkMkLst>
        </pc:inkChg>
        <pc:inkChg chg="add del mod">
          <ac:chgData name="Manash Ranjan Mahanand" userId="2e4d7e10920bb171" providerId="LiveId" clId="{BDE34B58-E2C9-41B1-A886-1D815322C81A}" dt="2025-09-29T22:33:24.036" v="6804"/>
          <ac:inkMkLst>
            <pc:docMk/>
            <pc:sldMk cId="0" sldId="290"/>
            <ac:inkMk id="17823" creationId="{83437DBF-960D-BC98-3D63-0FEB70CB2204}"/>
          </ac:inkMkLst>
        </pc:inkChg>
        <pc:inkChg chg="add del">
          <ac:chgData name="Manash Ranjan Mahanand" userId="2e4d7e10920bb171" providerId="LiveId" clId="{BDE34B58-E2C9-41B1-A886-1D815322C81A}" dt="2025-09-29T22:33:26.642" v="6807" actId="9405"/>
          <ac:inkMkLst>
            <pc:docMk/>
            <pc:sldMk cId="0" sldId="290"/>
            <ac:inkMk id="17825" creationId="{26A2E955-1D37-B1F2-2FCF-064CBC5B4A95}"/>
          </ac:inkMkLst>
        </pc:inkChg>
        <pc:inkChg chg="add mod">
          <ac:chgData name="Manash Ranjan Mahanand" userId="2e4d7e10920bb171" providerId="LiveId" clId="{BDE34B58-E2C9-41B1-A886-1D815322C81A}" dt="2025-09-29T22:33:29.693" v="6810"/>
          <ac:inkMkLst>
            <pc:docMk/>
            <pc:sldMk cId="0" sldId="290"/>
            <ac:inkMk id="17826" creationId="{FDDE3074-B8BB-C2A8-F4F9-942BE1338F0A}"/>
          </ac:inkMkLst>
        </pc:inkChg>
        <pc:inkChg chg="add mod">
          <ac:chgData name="Manash Ranjan Mahanand" userId="2e4d7e10920bb171" providerId="LiveId" clId="{BDE34B58-E2C9-41B1-A886-1D815322C81A}" dt="2025-09-29T22:33:29.693" v="6810"/>
          <ac:inkMkLst>
            <pc:docMk/>
            <pc:sldMk cId="0" sldId="290"/>
            <ac:inkMk id="17827" creationId="{943C324B-19AA-370C-0AD2-8001E4C06006}"/>
          </ac:inkMkLst>
        </pc:inkChg>
        <pc:inkChg chg="add mod">
          <ac:chgData name="Manash Ranjan Mahanand" userId="2e4d7e10920bb171" providerId="LiveId" clId="{BDE34B58-E2C9-41B1-A886-1D815322C81A}" dt="2025-09-29T22:34:22.891" v="6851"/>
          <ac:inkMkLst>
            <pc:docMk/>
            <pc:sldMk cId="0" sldId="290"/>
            <ac:inkMk id="17830" creationId="{3F87CC4D-84A7-A802-60F2-54822D4192DC}"/>
          </ac:inkMkLst>
        </pc:inkChg>
        <pc:inkChg chg="add del mod">
          <ac:chgData name="Manash Ranjan Mahanand" userId="2e4d7e10920bb171" providerId="LiveId" clId="{BDE34B58-E2C9-41B1-A886-1D815322C81A}" dt="2025-09-29T22:34:22.891" v="6851"/>
          <ac:inkMkLst>
            <pc:docMk/>
            <pc:sldMk cId="0" sldId="290"/>
            <ac:inkMk id="17831" creationId="{CB780184-039A-24F8-270E-01B7FC7515E2}"/>
          </ac:inkMkLst>
        </pc:inkChg>
        <pc:inkChg chg="add del">
          <ac:chgData name="Manash Ranjan Mahanand" userId="2e4d7e10920bb171" providerId="LiveId" clId="{BDE34B58-E2C9-41B1-A886-1D815322C81A}" dt="2025-09-29T22:34:25.045" v="6853" actId="9405"/>
          <ac:inkMkLst>
            <pc:docMk/>
            <pc:sldMk cId="0" sldId="290"/>
            <ac:inkMk id="17833" creationId="{231E0123-0319-C31B-BA69-87B88C48EB6D}"/>
          </ac:inkMkLst>
        </pc:inkChg>
        <pc:inkChg chg="add mod">
          <ac:chgData name="Manash Ranjan Mahanand" userId="2e4d7e10920bb171" providerId="LiveId" clId="{BDE34B58-E2C9-41B1-A886-1D815322C81A}" dt="2025-09-29T22:34:29.870" v="6858"/>
          <ac:inkMkLst>
            <pc:docMk/>
            <pc:sldMk cId="0" sldId="290"/>
            <ac:inkMk id="17834" creationId="{9D63875B-30E1-508C-291A-0905873F252B}"/>
          </ac:inkMkLst>
        </pc:inkChg>
        <pc:inkChg chg="add mod">
          <ac:chgData name="Manash Ranjan Mahanand" userId="2e4d7e10920bb171" providerId="LiveId" clId="{BDE34B58-E2C9-41B1-A886-1D815322C81A}" dt="2025-09-29T22:34:29.870" v="6858"/>
          <ac:inkMkLst>
            <pc:docMk/>
            <pc:sldMk cId="0" sldId="290"/>
            <ac:inkMk id="17835" creationId="{F21A3000-AF6A-5ECF-F392-393C0A9A725B}"/>
          </ac:inkMkLst>
        </pc:inkChg>
        <pc:inkChg chg="add mod">
          <ac:chgData name="Manash Ranjan Mahanand" userId="2e4d7e10920bb171" providerId="LiveId" clId="{BDE34B58-E2C9-41B1-A886-1D815322C81A}" dt="2025-09-29T22:34:29.870" v="6858"/>
          <ac:inkMkLst>
            <pc:docMk/>
            <pc:sldMk cId="0" sldId="290"/>
            <ac:inkMk id="17837" creationId="{49DD9E67-E9F5-B59E-9FF7-29280CFB0E6E}"/>
          </ac:inkMkLst>
        </pc:inkChg>
        <pc:cxnChg chg="add mod">
          <ac:chgData name="Manash Ranjan Mahanand" userId="2e4d7e10920bb171" providerId="LiveId" clId="{BDE34B58-E2C9-41B1-A886-1D815322C81A}" dt="2025-09-29T17:02:14.173" v="988" actId="13822"/>
          <ac:cxnSpMkLst>
            <pc:docMk/>
            <pc:sldMk cId="0" sldId="290"/>
            <ac:cxnSpMk id="22" creationId="{7DF9C6F5-662E-52F1-AE8B-9387F247FEDB}"/>
          </ac:cxnSpMkLst>
        </pc:cxnChg>
        <pc:cxnChg chg="add mod">
          <ac:chgData name="Manash Ranjan Mahanand" userId="2e4d7e10920bb171" providerId="LiveId" clId="{BDE34B58-E2C9-41B1-A886-1D815322C81A}" dt="2025-09-29T19:50:46.816" v="3505" actId="14100"/>
          <ac:cxnSpMkLst>
            <pc:docMk/>
            <pc:sldMk cId="0" sldId="290"/>
            <ac:cxnSpMk id="36" creationId="{41D56DC3-DA07-4447-635B-A15A6D3B9760}"/>
          </ac:cxnSpMkLst>
        </pc:cxnChg>
        <pc:cxnChg chg="add mod">
          <ac:chgData name="Manash Ranjan Mahanand" userId="2e4d7e10920bb171" providerId="LiveId" clId="{BDE34B58-E2C9-41B1-A886-1D815322C81A}" dt="2025-09-29T19:50:42.315" v="3504" actId="14100"/>
          <ac:cxnSpMkLst>
            <pc:docMk/>
            <pc:sldMk cId="0" sldId="290"/>
            <ac:cxnSpMk id="38" creationId="{8E91B342-F3F5-2CFB-367F-743489408F84}"/>
          </ac:cxnSpMkLst>
        </pc:cxnChg>
        <pc:cxnChg chg="add mod">
          <ac:chgData name="Manash Ranjan Mahanand" userId="2e4d7e10920bb171" providerId="LiveId" clId="{BDE34B58-E2C9-41B1-A886-1D815322C81A}" dt="2025-09-29T17:02:52.674" v="995" actId="13822"/>
          <ac:cxnSpMkLst>
            <pc:docMk/>
            <pc:sldMk cId="0" sldId="290"/>
            <ac:cxnSpMk id="40" creationId="{EF30F7E6-2538-D79D-E1A6-FF27AF2BBC50}"/>
          </ac:cxnSpMkLst>
        </pc:cxnChg>
        <pc:cxnChg chg="add mod">
          <ac:chgData name="Manash Ranjan Mahanand" userId="2e4d7e10920bb171" providerId="LiveId" clId="{BDE34B58-E2C9-41B1-A886-1D815322C81A}" dt="2025-09-29T17:02:52.674" v="995" actId="13822"/>
          <ac:cxnSpMkLst>
            <pc:docMk/>
            <pc:sldMk cId="0" sldId="290"/>
            <ac:cxnSpMk id="43" creationId="{6410F9AF-55C2-D426-BC59-7ECEA19485C1}"/>
          </ac:cxnSpMkLst>
        </pc:cxnChg>
        <pc:cxnChg chg="add mod">
          <ac:chgData name="Manash Ranjan Mahanand" userId="2e4d7e10920bb171" providerId="LiveId" clId="{BDE34B58-E2C9-41B1-A886-1D815322C81A}" dt="2025-09-29T19:50:38.159" v="3503" actId="14100"/>
          <ac:cxnSpMkLst>
            <pc:docMk/>
            <pc:sldMk cId="0" sldId="290"/>
            <ac:cxnSpMk id="44" creationId="{4CCA71F2-C44E-1B9A-3C6E-B222E4780E9E}"/>
          </ac:cxnSpMkLst>
        </pc:cxnChg>
        <pc:cxnChg chg="add mod">
          <ac:chgData name="Manash Ranjan Mahanand" userId="2e4d7e10920bb171" providerId="LiveId" clId="{BDE34B58-E2C9-41B1-A886-1D815322C81A}" dt="2025-09-29T17:51:41.230" v="1946" actId="1582"/>
          <ac:cxnSpMkLst>
            <pc:docMk/>
            <pc:sldMk cId="0" sldId="290"/>
            <ac:cxnSpMk id="45" creationId="{5E561974-5139-A19C-FC17-7DED98F1CAFF}"/>
          </ac:cxnSpMkLst>
        </pc:cxnChg>
        <pc:cxnChg chg="add mod">
          <ac:chgData name="Manash Ranjan Mahanand" userId="2e4d7e10920bb171" providerId="LiveId" clId="{BDE34B58-E2C9-41B1-A886-1D815322C81A}" dt="2025-09-29T17:12:49.775" v="1186" actId="1035"/>
          <ac:cxnSpMkLst>
            <pc:docMk/>
            <pc:sldMk cId="0" sldId="290"/>
            <ac:cxnSpMk id="47" creationId="{66E1DC4D-57C3-5AC0-0418-90CE53A0F5A0}"/>
          </ac:cxnSpMkLst>
        </pc:cxnChg>
        <pc:cxnChg chg="add del mod">
          <ac:chgData name="Manash Ranjan Mahanand" userId="2e4d7e10920bb171" providerId="LiveId" clId="{BDE34B58-E2C9-41B1-A886-1D815322C81A}" dt="2025-09-29T16:19:27.083" v="370" actId="478"/>
          <ac:cxnSpMkLst>
            <pc:docMk/>
            <pc:sldMk cId="0" sldId="290"/>
            <ac:cxnSpMk id="48" creationId="{3776022E-FF76-2373-92B0-C10927FE65A1}"/>
          </ac:cxnSpMkLst>
        </pc:cxnChg>
        <pc:cxnChg chg="add mod">
          <ac:chgData name="Manash Ranjan Mahanand" userId="2e4d7e10920bb171" providerId="LiveId" clId="{BDE34B58-E2C9-41B1-A886-1D815322C81A}" dt="2025-09-29T19:50:31.607" v="3502" actId="14100"/>
          <ac:cxnSpMkLst>
            <pc:docMk/>
            <pc:sldMk cId="0" sldId="290"/>
            <ac:cxnSpMk id="49" creationId="{BE5EAB9E-4C3C-C686-607D-105F6D676B33}"/>
          </ac:cxnSpMkLst>
        </pc:cxnChg>
        <pc:cxnChg chg="add mod">
          <ac:chgData name="Manash Ranjan Mahanand" userId="2e4d7e10920bb171" providerId="LiveId" clId="{BDE34B58-E2C9-41B1-A886-1D815322C81A}" dt="2025-09-29T17:03:12.480" v="998" actId="13822"/>
          <ac:cxnSpMkLst>
            <pc:docMk/>
            <pc:sldMk cId="0" sldId="290"/>
            <ac:cxnSpMk id="51" creationId="{4877F431-2EF9-199C-EA3D-52A434846DAD}"/>
          </ac:cxnSpMkLst>
        </pc:cxnChg>
        <pc:cxnChg chg="add mod">
          <ac:chgData name="Manash Ranjan Mahanand" userId="2e4d7e10920bb171" providerId="LiveId" clId="{BDE34B58-E2C9-41B1-A886-1D815322C81A}" dt="2025-09-29T20:04:12.010" v="3514" actId="1076"/>
          <ac:cxnSpMkLst>
            <pc:docMk/>
            <pc:sldMk cId="0" sldId="290"/>
            <ac:cxnSpMk id="52" creationId="{2BB97BBB-9383-05C4-519A-D00FAD7EB62C}"/>
          </ac:cxnSpMkLst>
        </pc:cxnChg>
        <pc:cxnChg chg="add mod">
          <ac:chgData name="Manash Ranjan Mahanand" userId="2e4d7e10920bb171" providerId="LiveId" clId="{BDE34B58-E2C9-41B1-A886-1D815322C81A}" dt="2025-09-29T22:10:40.025" v="6067" actId="1076"/>
          <ac:cxnSpMkLst>
            <pc:docMk/>
            <pc:sldMk cId="0" sldId="290"/>
            <ac:cxnSpMk id="58" creationId="{62C6A2BF-8126-C2A3-5B94-076BF718C259}"/>
          </ac:cxnSpMkLst>
        </pc:cxnChg>
        <pc:cxnChg chg="add del mod">
          <ac:chgData name="Manash Ranjan Mahanand" userId="2e4d7e10920bb171" providerId="LiveId" clId="{BDE34B58-E2C9-41B1-A886-1D815322C81A}" dt="2025-09-29T16:25:51.119" v="414" actId="11529"/>
          <ac:cxnSpMkLst>
            <pc:docMk/>
            <pc:sldMk cId="0" sldId="290"/>
            <ac:cxnSpMk id="1041" creationId="{C773B4FE-4750-DA9D-FFCF-9102CCAB3ADB}"/>
          </ac:cxnSpMkLst>
        </pc:cxnChg>
        <pc:cxnChg chg="add mod">
          <ac:chgData name="Manash Ranjan Mahanand" userId="2e4d7e10920bb171" providerId="LiveId" clId="{BDE34B58-E2C9-41B1-A886-1D815322C81A}" dt="2025-09-29T16:29:14.420" v="442" actId="14100"/>
          <ac:cxnSpMkLst>
            <pc:docMk/>
            <pc:sldMk cId="0" sldId="290"/>
            <ac:cxnSpMk id="1043" creationId="{A6CEE898-5E77-C157-CD7A-7A712A3C290F}"/>
          </ac:cxnSpMkLst>
        </pc:cxnChg>
        <pc:cxnChg chg="add del mod">
          <ac:chgData name="Manash Ranjan Mahanand" userId="2e4d7e10920bb171" providerId="LiveId" clId="{BDE34B58-E2C9-41B1-A886-1D815322C81A}" dt="2025-09-29T17:10:20.300" v="1086" actId="478"/>
          <ac:cxnSpMkLst>
            <pc:docMk/>
            <pc:sldMk cId="0" sldId="290"/>
            <ac:cxnSpMk id="1044" creationId="{20037ACD-4B65-FF63-D9D2-B8CE42D57E74}"/>
          </ac:cxnSpMkLst>
        </pc:cxnChg>
        <pc:cxnChg chg="add mod">
          <ac:chgData name="Manash Ranjan Mahanand" userId="2e4d7e10920bb171" providerId="LiveId" clId="{BDE34B58-E2C9-41B1-A886-1D815322C81A}" dt="2025-09-29T16:29:14.420" v="442" actId="14100"/>
          <ac:cxnSpMkLst>
            <pc:docMk/>
            <pc:sldMk cId="0" sldId="290"/>
            <ac:cxnSpMk id="1046" creationId="{261C9A6A-EC37-315A-9224-2BF675482801}"/>
          </ac:cxnSpMkLst>
        </pc:cxnChg>
        <pc:cxnChg chg="add del mod">
          <ac:chgData name="Manash Ranjan Mahanand" userId="2e4d7e10920bb171" providerId="LiveId" clId="{BDE34B58-E2C9-41B1-A886-1D815322C81A}" dt="2025-09-29T17:10:17.944" v="1085" actId="478"/>
          <ac:cxnSpMkLst>
            <pc:docMk/>
            <pc:sldMk cId="0" sldId="290"/>
            <ac:cxnSpMk id="1052" creationId="{86FDFF5E-2868-E8D7-29B9-81F28902DC75}"/>
          </ac:cxnSpMkLst>
        </pc:cxnChg>
        <pc:cxnChg chg="add del">
          <ac:chgData name="Manash Ranjan Mahanand" userId="2e4d7e10920bb171" providerId="LiveId" clId="{BDE34B58-E2C9-41B1-A886-1D815322C81A}" dt="2025-09-29T16:38:30.970" v="596" actId="11529"/>
          <ac:cxnSpMkLst>
            <pc:docMk/>
            <pc:sldMk cId="0" sldId="290"/>
            <ac:cxnSpMk id="1079" creationId="{F40CE13D-97E0-CF94-4D30-7CDDD51B8C5B}"/>
          </ac:cxnSpMkLst>
        </pc:cxnChg>
        <pc:cxnChg chg="add mod">
          <ac:chgData name="Manash Ranjan Mahanand" userId="2e4d7e10920bb171" providerId="LiveId" clId="{BDE34B58-E2C9-41B1-A886-1D815322C81A}" dt="2025-09-29T16:39:21.416" v="602" actId="13822"/>
          <ac:cxnSpMkLst>
            <pc:docMk/>
            <pc:sldMk cId="0" sldId="290"/>
            <ac:cxnSpMk id="1081" creationId="{9124ED5B-CED1-5499-F922-B5D325D1E9E0}"/>
          </ac:cxnSpMkLst>
        </pc:cxnChg>
        <pc:cxnChg chg="add mod">
          <ac:chgData name="Manash Ranjan Mahanand" userId="2e4d7e10920bb171" providerId="LiveId" clId="{BDE34B58-E2C9-41B1-A886-1D815322C81A}" dt="2025-09-29T17:31:51.065" v="1646" actId="14100"/>
          <ac:cxnSpMkLst>
            <pc:docMk/>
            <pc:sldMk cId="0" sldId="290"/>
            <ac:cxnSpMk id="1086" creationId="{BA1C9DE1-CFCA-9BAD-DF07-88F7D0840226}"/>
          </ac:cxnSpMkLst>
        </pc:cxnChg>
        <pc:cxnChg chg="add mod">
          <ac:chgData name="Manash Ranjan Mahanand" userId="2e4d7e10920bb171" providerId="LiveId" clId="{BDE34B58-E2C9-41B1-A886-1D815322C81A}" dt="2025-09-29T19:39:50.251" v="3349" actId="1076"/>
          <ac:cxnSpMkLst>
            <pc:docMk/>
            <pc:sldMk cId="0" sldId="290"/>
            <ac:cxnSpMk id="2084" creationId="{6E2A017F-D040-1F6B-9CC1-2CC1C9E8C8FC}"/>
          </ac:cxnSpMkLst>
        </pc:cxnChg>
        <pc:cxnChg chg="add mod">
          <ac:chgData name="Manash Ranjan Mahanand" userId="2e4d7e10920bb171" providerId="LiveId" clId="{BDE34B58-E2C9-41B1-A886-1D815322C81A}" dt="2025-09-29T19:39:55.629" v="3350" actId="1076"/>
          <ac:cxnSpMkLst>
            <pc:docMk/>
            <pc:sldMk cId="0" sldId="290"/>
            <ac:cxnSpMk id="2088" creationId="{839293A6-2BE0-10C4-1171-A91CD0825900}"/>
          </ac:cxnSpMkLst>
        </pc:cxnChg>
        <pc:cxnChg chg="add mod">
          <ac:chgData name="Manash Ranjan Mahanand" userId="2e4d7e10920bb171" providerId="LiveId" clId="{BDE34B58-E2C9-41B1-A886-1D815322C81A}" dt="2025-09-29T19:41:28.089" v="3360" actId="732"/>
          <ac:cxnSpMkLst>
            <pc:docMk/>
            <pc:sldMk cId="0" sldId="290"/>
            <ac:cxnSpMk id="2090" creationId="{0D7EB08E-981D-994C-4232-646CDB479977}"/>
          </ac:cxnSpMkLst>
        </pc:cxnChg>
        <pc:cxnChg chg="add mod">
          <ac:chgData name="Manash Ranjan Mahanand" userId="2e4d7e10920bb171" providerId="LiveId" clId="{BDE34B58-E2C9-41B1-A886-1D815322C81A}" dt="2025-09-29T19:42:33.372" v="3401" actId="13822"/>
          <ac:cxnSpMkLst>
            <pc:docMk/>
            <pc:sldMk cId="0" sldId="290"/>
            <ac:cxnSpMk id="2100" creationId="{B8D4EE0F-20C7-E068-FBAE-3184EDFEE698}"/>
          </ac:cxnSpMkLst>
        </pc:cxnChg>
        <pc:cxnChg chg="add mod">
          <ac:chgData name="Manash Ranjan Mahanand" userId="2e4d7e10920bb171" providerId="LiveId" clId="{BDE34B58-E2C9-41B1-A886-1D815322C81A}" dt="2025-09-29T19:45:52.096" v="3450" actId="13822"/>
          <ac:cxnSpMkLst>
            <pc:docMk/>
            <pc:sldMk cId="0" sldId="290"/>
            <ac:cxnSpMk id="2104" creationId="{95E068AF-AF40-AF65-0C7A-54121B1AE070}"/>
          </ac:cxnSpMkLst>
        </pc:cxnChg>
        <pc:cxnChg chg="add mod">
          <ac:chgData name="Manash Ranjan Mahanand" userId="2e4d7e10920bb171" providerId="LiveId" clId="{BDE34B58-E2C9-41B1-A886-1D815322C81A}" dt="2025-09-29T19:46:03.979" v="3452" actId="13822"/>
          <ac:cxnSpMkLst>
            <pc:docMk/>
            <pc:sldMk cId="0" sldId="290"/>
            <ac:cxnSpMk id="2106" creationId="{904207E7-5BED-C182-B9E1-75930026F116}"/>
          </ac:cxnSpMkLst>
        </pc:cxnChg>
        <pc:cxnChg chg="add mod">
          <ac:chgData name="Manash Ranjan Mahanand" userId="2e4d7e10920bb171" providerId="LiveId" clId="{BDE34B58-E2C9-41B1-A886-1D815322C81A}" dt="2025-09-29T19:48:01.802" v="3468" actId="14100"/>
          <ac:cxnSpMkLst>
            <pc:docMk/>
            <pc:sldMk cId="0" sldId="290"/>
            <ac:cxnSpMk id="2108" creationId="{940F9E6E-2962-D92B-A54C-0C164EB457E9}"/>
          </ac:cxnSpMkLst>
        </pc:cxnChg>
        <pc:cxnChg chg="add mod">
          <ac:chgData name="Manash Ranjan Mahanand" userId="2e4d7e10920bb171" providerId="LiveId" clId="{BDE34B58-E2C9-41B1-A886-1D815322C81A}" dt="2025-09-29T21:19:59.053" v="5051" actId="14100"/>
          <ac:cxnSpMkLst>
            <pc:docMk/>
            <pc:sldMk cId="0" sldId="290"/>
            <ac:cxnSpMk id="17420" creationId="{0B7B9527-8D3C-051F-D341-BEE781ED10F6}"/>
          </ac:cxnSpMkLst>
        </pc:cxnChg>
        <pc:cxnChg chg="add mod ord">
          <ac:chgData name="Manash Ranjan Mahanand" userId="2e4d7e10920bb171" providerId="LiveId" clId="{BDE34B58-E2C9-41B1-A886-1D815322C81A}" dt="2025-09-29T17:15:03.743" v="1218" actId="1076"/>
          <ac:cxnSpMkLst>
            <pc:docMk/>
            <pc:sldMk cId="0" sldId="290"/>
            <ac:cxnSpMk id="17425" creationId="{602F5808-2443-17B2-52D6-D831F7D20D4E}"/>
          </ac:cxnSpMkLst>
        </pc:cxnChg>
        <pc:cxnChg chg="add mod ord">
          <ac:chgData name="Manash Ranjan Mahanand" userId="2e4d7e10920bb171" providerId="LiveId" clId="{BDE34B58-E2C9-41B1-A886-1D815322C81A}" dt="2025-09-29T17:13:09.777" v="1203" actId="14100"/>
          <ac:cxnSpMkLst>
            <pc:docMk/>
            <pc:sldMk cId="0" sldId="290"/>
            <ac:cxnSpMk id="17433" creationId="{E37AE394-56F1-7F49-517C-0FB35672E23C}"/>
          </ac:cxnSpMkLst>
        </pc:cxnChg>
        <pc:cxnChg chg="add mod topLvl">
          <ac:chgData name="Manash Ranjan Mahanand" userId="2e4d7e10920bb171" providerId="LiveId" clId="{BDE34B58-E2C9-41B1-A886-1D815322C81A}" dt="2025-09-29T17:15:38.632" v="1220" actId="164"/>
          <ac:cxnSpMkLst>
            <pc:docMk/>
            <pc:sldMk cId="0" sldId="290"/>
            <ac:cxnSpMk id="17440" creationId="{0235A3C6-43D7-9B54-7D2E-3DE34CE53516}"/>
          </ac:cxnSpMkLst>
        </pc:cxnChg>
        <pc:cxnChg chg="add mod">
          <ac:chgData name="Manash Ranjan Mahanand" userId="2e4d7e10920bb171" providerId="LiveId" clId="{BDE34B58-E2C9-41B1-A886-1D815322C81A}" dt="2025-09-29T17:23:19.954" v="1442" actId="14100"/>
          <ac:cxnSpMkLst>
            <pc:docMk/>
            <pc:sldMk cId="0" sldId="290"/>
            <ac:cxnSpMk id="17450" creationId="{A24611F2-1856-94AF-BF95-62076B8CE2C1}"/>
          </ac:cxnSpMkLst>
        </pc:cxnChg>
        <pc:cxnChg chg="add mod">
          <ac:chgData name="Manash Ranjan Mahanand" userId="2e4d7e10920bb171" providerId="LiveId" clId="{BDE34B58-E2C9-41B1-A886-1D815322C81A}" dt="2025-09-29T21:20:10.909" v="5052" actId="14100"/>
          <ac:cxnSpMkLst>
            <pc:docMk/>
            <pc:sldMk cId="0" sldId="290"/>
            <ac:cxnSpMk id="17454" creationId="{0B846BA1-9C2B-BF9A-7FC6-94B0F6976E0F}"/>
          </ac:cxnSpMkLst>
        </pc:cxnChg>
        <pc:cxnChg chg="add mod">
          <ac:chgData name="Manash Ranjan Mahanand" userId="2e4d7e10920bb171" providerId="LiveId" clId="{BDE34B58-E2C9-41B1-A886-1D815322C81A}" dt="2025-09-29T17:24:45.507" v="1457" actId="164"/>
          <ac:cxnSpMkLst>
            <pc:docMk/>
            <pc:sldMk cId="0" sldId="290"/>
            <ac:cxnSpMk id="17456" creationId="{0DD90B13-5DE8-385C-EE61-768751462B36}"/>
          </ac:cxnSpMkLst>
        </pc:cxnChg>
        <pc:cxnChg chg="add mod">
          <ac:chgData name="Manash Ranjan Mahanand" userId="2e4d7e10920bb171" providerId="LiveId" clId="{BDE34B58-E2C9-41B1-A886-1D815322C81A}" dt="2025-09-29T17:24:45.507" v="1457" actId="164"/>
          <ac:cxnSpMkLst>
            <pc:docMk/>
            <pc:sldMk cId="0" sldId="290"/>
            <ac:cxnSpMk id="17459" creationId="{CC802EE0-3256-D5B9-C5CF-3B3882F3316F}"/>
          </ac:cxnSpMkLst>
        </pc:cxnChg>
        <pc:cxnChg chg="add mod">
          <ac:chgData name="Manash Ranjan Mahanand" userId="2e4d7e10920bb171" providerId="LiveId" clId="{BDE34B58-E2C9-41B1-A886-1D815322C81A}" dt="2025-09-29T17:24:45.507" v="1457" actId="164"/>
          <ac:cxnSpMkLst>
            <pc:docMk/>
            <pc:sldMk cId="0" sldId="290"/>
            <ac:cxnSpMk id="17462" creationId="{1488B596-9E46-3CD5-06E0-BE49F0C7840F}"/>
          </ac:cxnSpMkLst>
        </pc:cxnChg>
        <pc:cxnChg chg="add mod">
          <ac:chgData name="Manash Ranjan Mahanand" userId="2e4d7e10920bb171" providerId="LiveId" clId="{BDE34B58-E2C9-41B1-A886-1D815322C81A}" dt="2025-09-29T18:03:46.057" v="2251" actId="1076"/>
          <ac:cxnSpMkLst>
            <pc:docMk/>
            <pc:sldMk cId="0" sldId="290"/>
            <ac:cxnSpMk id="17529" creationId="{8DE99DBD-C554-2100-6F91-0012CD1AC2C5}"/>
          </ac:cxnSpMkLst>
        </pc:cxnChg>
        <pc:cxnChg chg="add mod">
          <ac:chgData name="Manash Ranjan Mahanand" userId="2e4d7e10920bb171" providerId="LiveId" clId="{BDE34B58-E2C9-41B1-A886-1D815322C81A}" dt="2025-09-29T22:18:01.002" v="6235" actId="1076"/>
          <ac:cxnSpMkLst>
            <pc:docMk/>
            <pc:sldMk cId="0" sldId="290"/>
            <ac:cxnSpMk id="17531" creationId="{8ADCE684-3AE0-1E0B-2A50-21E810E6C95E}"/>
          </ac:cxnSpMkLst>
        </pc:cxnChg>
        <pc:cxnChg chg="add mod">
          <ac:chgData name="Manash Ranjan Mahanand" userId="2e4d7e10920bb171" providerId="LiveId" clId="{BDE34B58-E2C9-41B1-A886-1D815322C81A}" dt="2025-09-29T22:17:56.137" v="6234" actId="1076"/>
          <ac:cxnSpMkLst>
            <pc:docMk/>
            <pc:sldMk cId="0" sldId="290"/>
            <ac:cxnSpMk id="17534" creationId="{FECA7139-F32B-3067-B55A-79DEE2195086}"/>
          </ac:cxnSpMkLst>
        </pc:cxnChg>
        <pc:cxnChg chg="add mod">
          <ac:chgData name="Manash Ranjan Mahanand" userId="2e4d7e10920bb171" providerId="LiveId" clId="{BDE34B58-E2C9-41B1-A886-1D815322C81A}" dt="2025-09-29T18:03:46.057" v="2251" actId="1076"/>
          <ac:cxnSpMkLst>
            <pc:docMk/>
            <pc:sldMk cId="0" sldId="290"/>
            <ac:cxnSpMk id="17536" creationId="{4E2AD2FC-A5AE-98C7-0C2A-F0569999FF4B}"/>
          </ac:cxnSpMkLst>
        </pc:cxnChg>
        <pc:cxnChg chg="add mod">
          <ac:chgData name="Manash Ranjan Mahanand" userId="2e4d7e10920bb171" providerId="LiveId" clId="{BDE34B58-E2C9-41B1-A886-1D815322C81A}" dt="2025-09-29T18:03:46.057" v="2251" actId="1076"/>
          <ac:cxnSpMkLst>
            <pc:docMk/>
            <pc:sldMk cId="0" sldId="290"/>
            <ac:cxnSpMk id="17537" creationId="{9C5235BA-5579-CDFB-BDFD-2889ECF68259}"/>
          </ac:cxnSpMkLst>
        </pc:cxnChg>
        <pc:cxnChg chg="add del mod">
          <ac:chgData name="Manash Ranjan Mahanand" userId="2e4d7e10920bb171" providerId="LiveId" clId="{BDE34B58-E2C9-41B1-A886-1D815322C81A}" dt="2025-09-29T18:00:48.969" v="2174" actId="478"/>
          <ac:cxnSpMkLst>
            <pc:docMk/>
            <pc:sldMk cId="0" sldId="290"/>
            <ac:cxnSpMk id="17538" creationId="{D5C4B006-3124-52B8-BEC7-959CB43E8883}"/>
          </ac:cxnSpMkLst>
        </pc:cxnChg>
        <pc:cxnChg chg="add mod">
          <ac:chgData name="Manash Ranjan Mahanand" userId="2e4d7e10920bb171" providerId="LiveId" clId="{BDE34B58-E2C9-41B1-A886-1D815322C81A}" dt="2025-09-29T22:17:51.708" v="6233" actId="1076"/>
          <ac:cxnSpMkLst>
            <pc:docMk/>
            <pc:sldMk cId="0" sldId="290"/>
            <ac:cxnSpMk id="17540" creationId="{1469868A-E450-A73F-2CB2-04CAC863897D}"/>
          </ac:cxnSpMkLst>
        </pc:cxnChg>
        <pc:cxnChg chg="add mod">
          <ac:chgData name="Manash Ranjan Mahanand" userId="2e4d7e10920bb171" providerId="LiveId" clId="{BDE34B58-E2C9-41B1-A886-1D815322C81A}" dt="2025-09-29T22:17:46.470" v="6232" actId="1076"/>
          <ac:cxnSpMkLst>
            <pc:docMk/>
            <pc:sldMk cId="0" sldId="290"/>
            <ac:cxnSpMk id="17542" creationId="{AAE5C026-36CE-4ECA-7C6B-D0406916280B}"/>
          </ac:cxnSpMkLst>
        </pc:cxnChg>
        <pc:cxnChg chg="add mod">
          <ac:chgData name="Manash Ranjan Mahanand" userId="2e4d7e10920bb171" providerId="LiveId" clId="{BDE34B58-E2C9-41B1-A886-1D815322C81A}" dt="2025-09-29T18:05:13.007" v="2313" actId="1076"/>
          <ac:cxnSpMkLst>
            <pc:docMk/>
            <pc:sldMk cId="0" sldId="290"/>
            <ac:cxnSpMk id="17547" creationId="{FECA9373-8234-9B25-1C93-1C66A096CB18}"/>
          </ac:cxnSpMkLst>
        </pc:cxnChg>
        <pc:cxnChg chg="add mod">
          <ac:chgData name="Manash Ranjan Mahanand" userId="2e4d7e10920bb171" providerId="LiveId" clId="{BDE34B58-E2C9-41B1-A886-1D815322C81A}" dt="2025-09-29T18:03:57.802" v="2253" actId="1076"/>
          <ac:cxnSpMkLst>
            <pc:docMk/>
            <pc:sldMk cId="0" sldId="290"/>
            <ac:cxnSpMk id="17552" creationId="{89D2FE6B-A31B-D084-8A59-84E324E6D5CC}"/>
          </ac:cxnSpMkLst>
        </pc:cxnChg>
        <pc:cxnChg chg="add mod">
          <ac:chgData name="Manash Ranjan Mahanand" userId="2e4d7e10920bb171" providerId="LiveId" clId="{BDE34B58-E2C9-41B1-A886-1D815322C81A}" dt="2025-09-29T18:05:20.345" v="2315" actId="1076"/>
          <ac:cxnSpMkLst>
            <pc:docMk/>
            <pc:sldMk cId="0" sldId="290"/>
            <ac:cxnSpMk id="17557" creationId="{B73853CE-ABBB-55D0-0CE4-580B3141737C}"/>
          </ac:cxnSpMkLst>
        </pc:cxnChg>
        <pc:cxnChg chg="add mod">
          <ac:chgData name="Manash Ranjan Mahanand" userId="2e4d7e10920bb171" providerId="LiveId" clId="{BDE34B58-E2C9-41B1-A886-1D815322C81A}" dt="2025-09-29T18:05:24.441" v="2317" actId="1076"/>
          <ac:cxnSpMkLst>
            <pc:docMk/>
            <pc:sldMk cId="0" sldId="290"/>
            <ac:cxnSpMk id="17558" creationId="{F3B364C7-DE4B-DB11-772D-2374E9B1F968}"/>
          </ac:cxnSpMkLst>
        </pc:cxnChg>
      </pc:sldChg>
      <pc:sldChg chg="modSp mod">
        <pc:chgData name="Manash Ranjan Mahanand" userId="2e4d7e10920bb171" providerId="LiveId" clId="{BDE34B58-E2C9-41B1-A886-1D815322C81A}" dt="2025-09-29T21:41:00.014" v="5391" actId="113"/>
        <pc:sldMkLst>
          <pc:docMk/>
          <pc:sldMk cId="0" sldId="291"/>
        </pc:sldMkLst>
        <pc:spChg chg="mod">
          <ac:chgData name="Manash Ranjan Mahanand" userId="2e4d7e10920bb171" providerId="LiveId" clId="{BDE34B58-E2C9-41B1-A886-1D815322C81A}" dt="2025-09-29T21:41:00.014" v="5391" actId="113"/>
          <ac:spMkLst>
            <pc:docMk/>
            <pc:sldMk cId="0" sldId="291"/>
            <ac:spMk id="10" creationId="{00000000-0000-0000-0000-000000000000}"/>
          </ac:spMkLst>
        </pc:spChg>
      </pc:sldChg>
      <pc:sldChg chg="del">
        <pc:chgData name="Manash Ranjan Mahanand" userId="2e4d7e10920bb171" providerId="LiveId" clId="{BDE34B58-E2C9-41B1-A886-1D815322C81A}" dt="2025-09-29T21:40:48.023" v="5390" actId="47"/>
        <pc:sldMkLst>
          <pc:docMk/>
          <pc:sldMk cId="3248383726" sldId="297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6:36:14.4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778 112 4457 0 0,'-4'-14'8256'0'0,"4"12"-8163"0"0,-1 1 0 0 0,0-1-1 0 0,0 0 1 0 0,0 1 0 0 0,0-1 0 0 0,-1 1-1 0 0,1 0 1 0 0,0-1 0 0 0,0 1-1 0 0,-3-2 1 0 0,-5-6 34 0 0,7 5-65 0 0,-2 1 1 0 0,1-1-1 0 0,0 1 0 0 0,-1-1 0 0 0,0 1 0 0 0,1 0 1 0 0,-1 0-1 0 0,0 1 0 0 0,-1-1 0 0 0,1 1 0 0 0,-7-3 0 0 0,4 3-35 0 0,-1-1-1 0 0,1 1 1 0 0,-1 0-1 0 0,1 1 0 0 0,-1 0 1 0 0,-11 0-1 0 0,8 1-71 0 0,0 1 0 0 0,0 1 0 0 0,0 0 0 0 0,0 1 0 0 0,0 0 0 0 0,1 0-1 0 0,-13 6 1 0 0,3 1-6 0 0,0 0-1 0 0,-29 21 0 0 0,31-17 103 0 0,0 0 0 0 0,0 1 1 0 0,-18 22-1 0 0,28-28-64 0 0,0 0 1 0 0,1 0 0 0 0,1 1 0 0 0,-1 0 0 0 0,2 0-1 0 0,-1 1 1 0 0,2 0 0 0 0,-6 14 0 0 0,9-20 8 0 0,0 0 1 0 0,1 0-1 0 0,-1 1 1 0 0,1-1-1 0 0,0 0 0 0 0,1 1 1 0 0,-1-1-1 0 0,1 0 1 0 0,0 0-1 0 0,0 1 1 0 0,1-1-1 0 0,-1 0 1 0 0,1 0-1 0 0,0 0 1 0 0,0-1-1 0 0,1 1 0 0 0,0 0 1 0 0,0-1-1 0 0,0 0 1 0 0,0 0-1 0 0,5 6 1 0 0,3 1-41 0 0,1 0-1 0 0,-1-1 1 0 0,2-1 0 0 0,-1 1 0 0 0,1-2 0 0 0,16 8 0 0 0,-25-14 104 0 0,0 0 1 0 0,1 0-1 0 0,-1-1 0 0 0,1 1 0 0 0,-1-1 1 0 0,1 0-1 0 0,0-1 0 0 0,0 1 1 0 0,5-1-1 0 0,-20-2 3994 0 0,-5-4-3281 0 0,9 3-915 0 0,0 0 0 0 0,0 1 0 0 0,-14-3 0 0 0,8 4 26 0 0,-1 1 0 0 0,0 0 0 0 0,0 1 0 0 0,1 0 0 0 0,-1 1 0 0 0,1 0 0 0 0,-1 1 0 0 0,1 1 0 0 0,-16 6 0 0 0,10-2 27 0 0,1 0 0 0 0,-1 1-1 0 0,2 1 1 0 0,-1 1-1 0 0,-20 18 1 0 0,27-20 44 0 0,0 0 0 0 0,1 0 0 0 0,1 1 0 0 0,0 1 0 0 0,0-1 0 0 0,1 1 0 0 0,0 0 0 0 0,1 1 0 0 0,0 0 0 0 0,-7 21 0 0 0,10-22 1 0 0,0-1-1 0 0,1 1 1 0 0,0-1-1 0 0,1 1 1 0 0,0 0-1 0 0,1 0 1 0 0,0-1-1 0 0,1 1 1 0 0,0 0-1 0 0,1-1 1 0 0,0 1-1 0 0,0-1 1 0 0,6 16-1 0 0,-2-12 46 0 0,0-1-1 0 0,1 0 0 0 0,0 0 0 0 0,1 0 0 0 0,16 19 1 0 0,-19-26-3 0 0,1 0 1 0 0,-1 0-1 0 0,1-1 1 0 0,0 0 0 0 0,1 0-1 0 0,-1 0 1 0 0,1-1-1 0 0,0 0 1 0 0,0 0-1 0 0,0-1 1 0 0,0 0 0 0 0,11 3-1 0 0,-14-5 80 0 0,1-1 0 0 0,-1 1 1 0 0,0-1-1 0 0,7-1 0 0 0,1 1 647 0 0,-14-1-540 0 0,1 0 0 0 0,-1 0 0 0 0,1 1 0 0 0,-1-1 0 0 0,0 1 0 0 0,0-1 0 0 0,1 1 0 0 0,-1-1 0 0 0,0 1 0 0 0,0 0 0 0 0,1 0 0 0 0,-4 0 0 0 0,-24 2-1404 0 0,24-1 1141 0 0,0 0 0 0 0,-1 1 0 0 0,1-1 1 0 0,0 1-1 0 0,0 0 0 0 0,0 1 0 0 0,0-1 0 0 0,0 1 1 0 0,0 0-1 0 0,-8 7 0 0 0,-3 4-106 0 0,-21 25 0 0 0,20-21 120 0 0,9-10 40 0 0,1 1 1 0 0,1-1 0 0 0,-1 1 0 0 0,1 1 0 0 0,1-1-1 0 0,0 1 1 0 0,0 0 0 0 0,1 0 0 0 0,0 0 0 0 0,1 0-1 0 0,0 1 1 0 0,1 0 0 0 0,0-1 0 0 0,0 1 0 0 0,1 0-1 0 0,1 0 1 0 0,0 0 0 0 0,0 0 0 0 0,1 0 0 0 0,0 0-1 0 0,1-1 1 0 0,0 1 0 0 0,1 0 0 0 0,1-1 0 0 0,-1 0-1 0 0,1 1 1 0 0,1-2 0 0 0,0 1 0 0 0,9 13-1 0 0,-5-10 28 0 0,1-2-1 0 0,0 1 0 0 0,1-1 0 0 0,0-1 0 0 0,1 0 0 0 0,0-1 0 0 0,25 15 0 0 0,-8-8-42 0 0,1-2 0 0 0,49 17 0 0 0,-60-25 138 0 0,36 8-1 0 0,-49-13-25 0 0,0 0 0 0 0,0-1 1 0 0,0 1-1 0 0,0-1 0 0 0,0-1 0 0 0,0 1 0 0 0,0-1 0 0 0,0 0 0 0 0,0 0 0 0 0,9-4 0 0 0,-15 5-3 0 0,1 0 0 0 0,0-1 0 0 0,0 1 1 0 0,-1-1-1 0 0,1 1 0 0 0,0-1 0 0 0,-1 0 0 0 0,1 1 1 0 0,-1-1-1 0 0,1 0 0 0 0,-1 1 0 0 0,1-1 1 0 0,-1 0-1 0 0,1 0 0 0 0,-1 1 0 0 0,0-1 1 0 0,1 0-1 0 0,-1 0 0 0 0,0 0 0 0 0,1 0 0 0 0,-1 1 1 0 0,0-1-1 0 0,0-1 0 0 0,0 1-49 0 0,0 1 0 0 0,0-1 0 0 0,0 1 0 0 0,0-1 1 0 0,0 1-1 0 0,0-1 0 0 0,0 1 0 0 0,0-1 0 0 0,0 1 0 0 0,-1-1 0 0 0,1 1 0 0 0,0-1 0 0 0,0 1 1 0 0,0-1-1 0 0,-1 1 0 0 0,1-1 0 0 0,0 1 0 0 0,-1 0 0 0 0,1-1 0 0 0,0 1 0 0 0,-1-1 0 0 0,1 1 1 0 0,-1 0-1 0 0,1-1 0 0 0,0 1 0 0 0,-1 0 0 0 0,1 0 0 0 0,-1-1 0 0 0,1 1 0 0 0,-1 0 0 0 0,1 0 0 0 0,-1 0 1 0 0,1 0-1 0 0,-1-1 0 0 0,1 1 0 0 0,-1 0 0 0 0,1 0 0 0 0,-2 0 0 0 0,2 0-91 0 0,0 0 0 0 0,0 0 0 0 0,0 0 0 0 0,0 0 0 0 0,0 0 0 0 0,-1 0 0 0 0,1 0 0 0 0,0 0 0 0 0,0 0 0 0 0,0 1 0 0 0,0-1 0 0 0,0 0 0 0 0,-1 0 0 0 0,1 0 0 0 0,0 0-1 0 0,0 0 1 0 0,0 0 0 0 0,0 0 0 0 0,0 0 0 0 0,0 0 0 0 0,0 1 0 0 0,0-1 0 0 0,-1 0 0 0 0,1 0 0 0 0,0 0 0 0 0,0 0 0 0 0,0 0 0 0 0,0 0 0 0 0,0 1 0 0 0,0-1 0 0 0,0 0 0 0 0,0 0 0 0 0,0 0 0 0 0,0 0 0 0 0,0 0 0 0 0,0 1-1 0 0,0-1 1 0 0,0 0 0 0 0,0 0 0 0 0,0 0 0 0 0,3 10-645 0 0,6 6 665 0 0,0-6 40 0 0,1 0-1 0 0,0-1 0 0 0,1-1 0 0 0,0 1 1 0 0,0-2-1 0 0,1 0 0 0 0,0 0 0 0 0,21 8 0 0 0,-5-4 26 0 0,1-1 0 0 0,54 10-1 0 0,-65-17-40 0 0,1-1 0 0 0,-1 0 0 0 0,1-1-1 0 0,-1-1 1 0 0,1-1 0 0 0,32-5 0 0 0,-40 3 137 0 0,1 0 0 0 0,-1 0 0 0 0,1-1 1 0 0,-1 0-1 0 0,-1-1 0 0 0,1-1 0 0 0,-1 1 0 0 0,1-2 0 0 0,-2 1 1 0 0,1-1-1 0 0,13-13 0 0 0,-18 14-25 0 0,0 0 0 0 0,0 0 0 0 0,-1 0-1 0 0,0-1 1 0 0,0 1 0 0 0,5-12 0 0 0,12-44-6 0 0,-12 37-41 0 0,-13 57-2103 0 0,5-22 2057 0 0,1 1 0 0 0,1-1 0 0 0,-1 0 1 0 0,1 0-1 0 0,1 0 0 0 0,0 0 0 0 0,9 15 1 0 0,4 3-19 0 0,23 28 0 0 0,-31-45 68 0 0,-1-1 0 0 0,2 0 0 0 0,-1-1 0 0 0,1 0 0 0 0,1-1 0 0 0,-1 0 0 0 0,2 0 0 0 0,-1-1 0 0 0,1-1 0 0 0,0 0 0 0 0,0-1 0 0 0,14 5-1 0 0,-19-8-29 0 0,0-1 0 0 0,1 0-1 0 0,-1 0 1 0 0,0-1 0 0 0,1 0-1 0 0,-1 0 1 0 0,1 0-1 0 0,-1-1 1 0 0,0 0 0 0 0,0-1-1 0 0,1 0 1 0 0,-1 0-1 0 0,0 0 1 0 0,10-6 0 0 0,-7 3 7 0 0,-1-1 0 0 0,1 0 1 0 0,-1-1-1 0 0,-1 0 0 0 0,1-1 1 0 0,-1 1-1 0 0,-1-1 0 0 0,14-18 1 0 0,-18 22-22 0 0,-1 0 1 0 0,1 0 0 0 0,-1-1 0 0 0,1 1 0 0 0,-1-1-1 0 0,2-6 1 0 0,-4 15-48 0 0,1 1 0 0 0,0-1-1 0 0,0 0 1 0 0,0 0 0 0 0,1 0 0 0 0,-1 0-1 0 0,1 0 1 0 0,0 0 0 0 0,0 0-1 0 0,1 0 1 0 0,-1-1 0 0 0,1 1 0 0 0,0-1-1 0 0,0 0 1 0 0,0 0 0 0 0,4 4-1 0 0,10 7-21 0 0,34 22-1 0 0,-49-34 4 0 0,9 4 107 0 0,-1-1 1 0 0,1 0-1 0 0,0 0 1 0 0,0-1-1 0 0,0-1 1 0 0,1 0-1 0 0,-1 0 1 0 0,1-1-1 0 0,0 0 1 0 0,18-1-1 0 0,-12-1 17 0 0,0-1-1 0 0,-1 0 0 0 0,1-2 1 0 0,0 0-1 0 0,-1-1 0 0 0,24-8 1 0 0,-36 10-40 0 0,0 0 1 0 0,0 0-1 0 0,0-1 0 0 0,0 0 1 0 0,-1 0-1 0 0,1 0 0 0 0,-1 0 0 0 0,0 0 1 0 0,0-1-1 0 0,5-6 0 0 0,-6 7 7 0 0,-1-1 1 0 0,0 1-1 0 0,0-1 0 0 0,0 0 0 0 0,0 1 0 0 0,0-1 0 0 0,-1 0 0 0 0,0 0 0 0 0,0 0 0 0 0,0 0 0 0 0,0-1 0 0 0,-1 1 0 0 0,1-8 0 0 0,-3 3 18 0 0,1 7-326 0 0,1 5-868 0 0,0-1 1135 0 0,0 0 0 0 0,1 0 1 0 0,-1-1-1 0 0,1 1 0 0 0,-1 0 0 0 0,1-1 0 0 0,0 1 1 0 0,0-1-1 0 0,-1 1 0 0 0,1-1 0 0 0,0 1 1 0 0,3 2-1 0 0,16 17-257 0 0,-13-15 239 0 0,12 14 77 0 0,1-2-1 0 0,39 29 1 0 0,-51-41-31 0 0,1-1 1 0 0,0-1 0 0 0,0 1 0 0 0,0-1 0 0 0,1-1 0 0 0,0 0 0 0 0,-1 0-1 0 0,1-1 1 0 0,0 0 0 0 0,18 1 0 0 0,-15-3 24 0 0,-1 0 1 0 0,1-1-1 0 0,-1-1 1 0 0,1 0-1 0 0,-1-1 1 0 0,0 0-1 0 0,22-10 0 0 0,-13 4-144 0 0,-1-2-1 0 0,0 0 0 0 0,26-20 0 0 0,-41 27 10 0 0,-1 1 1 0 0,1-1-1 0 0,-1 0 1 0 0,0-1-1 0 0,0 1 1 0 0,-1 0-1 0 0,1-1 0 0 0,-1 0 1 0 0,0 0-1 0 0,-1 0 1 0 0,1 0-1 0 0,-1-1 1 0 0,0 1-1 0 0,0 0 1 0 0,0-1-1 0 0,-1 0 0 0 0,0 1 1 0 0,0-1-1 0 0,0 0 1 0 0,-1-7-1 0 0,0 5 14 0 0,-1 1 38 0 0,1 7 39 0 0,0 0 0 0 0,0 0 0 0 0,0 0 1 0 0,0 0-1 0 0,0 0 0 0 0,0 0 0 0 0,0 0 0 0 0,0 0 0 0 0,0 0 1 0 0,0-1-1 0 0,0 1 0 0 0,0 0 0 0 0,0 0 0 0 0,0 0 1 0 0,0 0-1 0 0,1 0 0 0 0,-1 0 0 0 0,0 0 0 0 0,0 0 0 0 0,0 0 1 0 0,0 0-1 0 0,0 0 0 0 0,0 0 0 0 0,0 0 0 0 0,0 0 0 0 0,0 0 1 0 0,0 0-1 0 0,0 0 0 0 0,0 0 0 0 0,0 0 0 0 0,0 0 0 0 0,0 0 1 0 0,0 0-1 0 0,0 0 0 0 0,1 0 0 0 0,-1 0 0 0 0,0 0 0 0 0,0 0 1 0 0,0 0-1 0 0,0 0 0 0 0,0 0 0 0 0,0 0 0 0 0,0 0 1 0 0,0 0-1 0 0,0 0 0 0 0,0 0 0 0 0,0 0 0 0 0,0 0 0 0 0,0 0 1 0 0,0 0-1 0 0,0 0 0 0 0,0 0 0 0 0,1 0 0 0 0,-1 0 0 0 0,0 0 1 0 0,0 0-1 0 0,0 0 0 0 0,0 0 0 0 0,0 0 0 0 0,0 0 0 0 0,0 0 1 0 0,0 0-1 0 0,0 1 0 0 0,0-1 0 0 0,0 0 0 0 0,0 0 1 0 0,0 0-1 0 0,0 0 0 0 0,0 0 0 0 0,4 4-4 0 0,-1-1-1 0 0,1 0 1 0 0,0 0-1 0 0,0 0 1 0 0,1 0-1 0 0,-1 0 1 0 0,0-1-1 0 0,1 0 1 0 0,0 0-1 0 0,0 0 1 0 0,-1-1-1 0 0,1 1 1 0 0,0-1-1 0 0,0 0 1 0 0,7 0-1 0 0,0-1-15 0 0,-1-1 0 0 0,1 0-1 0 0,-1 0 1 0 0,0-1 0 0 0,20-7 0 0 0,2 0 75 0 0,3-1 247 0 0,0-1 0 0 0,45-22 0 0 0,-72 29-246 0 0,1-1 1 0 0,-1 0-1 0 0,0-1 1 0 0,-1 0-1 0 0,1-1 1 0 0,-1 0-1 0 0,0 0 1 0 0,-1 0-1 0 0,0-1 1 0 0,0 0-1 0 0,-1-1 1 0 0,0 0-1 0 0,5-9 1 0 0,-9 13-78 0 0,0-1 1 0 0,-1 1-1 0 0,0-1 0 0 0,0 1 1 0 0,0-1-1 0 0,-1 1 0 0 0,1-1 1 0 0,-1 0-1 0 0,-1 1 0 0 0,1-1 1 0 0,-1 1-1 0 0,0-1 0 0 0,0 1 1 0 0,-1-1-1 0 0,1 1 0 0 0,-1 0 0 0 0,-1-1 1 0 0,1 1-1 0 0,-1 0 0 0 0,1 1 1 0 0,-1-1-1 0 0,-1 0 0 0 0,-3-4 1 0 0,4 7 171 0 0,1 0 0 0 0,-1 0 0 0 0,0 1 0 0 0,0-1 0 0 0,-5-2 0 0 0,7 4-144 0 0,0-1 0 0 0,0 1 0 0 0,0-1 0 0 0,0 1 1 0 0,0 0-1 0 0,0-1 0 0 0,0 1 0 0 0,0 0 1 0 0,0 0-1 0 0,0 0 0 0 0,0 0 0 0 0,0 0 1 0 0,0 0-1 0 0,0 0 0 0 0,0 0 0 0 0,0 0 1 0 0,0 0-1 0 0,0 1 0 0 0,0-1 0 0 0,0 0 1 0 0,0 1-1 0 0,-1 0 0 0 0,35-1-1498 0 0,-22-3 1594 0 0,0 0 0 0 0,0-1 0 0 0,-1-1 0 0 0,1 1-1 0 0,-1-2 1 0 0,0 1 0 0 0,-1-2 0 0 0,18-13 0 0 0,-9 4 348 0 0,-1-1-1 0 0,0-1 1 0 0,17-23 0 0 0,-29 34-282 0 0,1-2 0 0 0,-1 1 0 0 0,0 0 0 0 0,0-1 0 0 0,-1 0 0 0 0,-1 0 0 0 0,1-1 1 0 0,-2 1-1 0 0,1-1 0 0 0,1-12 0 0 0,-3 11-203 0 0,-1-1 1 0 0,0 1-1 0 0,0 0 0 0 0,-1-1 1 0 0,-1 1-1 0 0,0 0 0 0 0,0 0 1 0 0,-8-18-1 0 0,6 17-157 0 0,-1 0 0 0 0,0 1 0 0 0,-1 0 0 0 0,-1 0 0 0 0,0 1 0 0 0,-16-20 0 0 0,19 25 176 0 0,-1 0 1 0 0,0 1-1 0 0,0-1 1 0 0,-1 1-1 0 0,1 0 1 0 0,-1 0-1 0 0,0 0 1 0 0,0 1-1 0 0,0 0 1 0 0,0 0-1 0 0,-1 1 1 0 0,1 0-1 0 0,-1 0 1 0 0,-9-1-1 0 0,5 6-41 0 0,7 0-264 0 0,6-2-758 0 0,3-1 1169 0 0,-1-1 0 0 0,0 1-1 0 0,1-1 1 0 0,-1 0-1 0 0,0 0 1 0 0,1 0 0 0 0,-1-1-1 0 0,0 1 1 0 0,0-1-1 0 0,0 0 1 0 0,0 0 0 0 0,5-5-1 0 0,-3 3-28 0 0,0-1 0 0 0,0-1 0 0 0,-1 1 0 0 0,0-1 0 0 0,0 0-1 0 0,8-13 1 0 0,-7 9 19 0 0,-1-1 0 0 0,1 0 0 0 0,-2 0 0 0 0,0 0-1 0 0,0-1 1 0 0,-1 0 0 0 0,0 1 0 0 0,-1-1 0 0 0,1-16 0 0 0,-3 13 119 0 0,-1 1 1 0 0,0 0 0 0 0,0 0 0 0 0,-1 0 0 0 0,-1 0-1 0 0,-1 0 1 0 0,0 1 0 0 0,0-1 0 0 0,-2 1 0 0 0,1 0-1 0 0,-2 1 1 0 0,0-1 0 0 0,0 1 0 0 0,-1 1-1 0 0,-13-16 1 0 0,11 18-197 0 0,1 1 1 0 0,-1 0-1 0 0,-1 0 0 0 0,0 1 0 0 0,0 1 0 0 0,0 0 0 0 0,-1 0 1 0 0,1 1-1 0 0,-1 1 0 0 0,-1 0 0 0 0,1 0 0 0 0,0 1 0 0 0,-1 1 1 0 0,0 0-1 0 0,-21 0 0 0 0,30 2-12 0 0,0 0 0 0 0,1 0-1 0 0,-1 1 1 0 0,0-1 0 0 0,0 1 0 0 0,-4 1 0 0 0,9-3 25 0 0,-1 1 1 0 0,1-1 0 0 0,-1 0 0 0 0,1 0-1 0 0,-1 0 1 0 0,1 0 0 0 0,-1 0-1 0 0,0 0 1 0 0,1 0 0 0 0,-1 1 0 0 0,0-1-1 0 0,0 0 1 0 0,0 0 0 0 0,0 0 0 0 0,0 0-1 0 0,0 0 1 0 0,0 0 0 0 0,0-1-1 0 0,-3-26-288 0 0,2 19 367 0 0,0-2-76 0 0,-1 0 1 0 0,-1 0-1 0 0,0 0 1 0 0,-1 1 0 0 0,1-1-1 0 0,-2 1 1 0 0,0 0-1 0 0,0 0 1 0 0,-1 1-1 0 0,0-1 1 0 0,0 1-1 0 0,-1 0 1 0 0,-10-9-1 0 0,7 8 10 0 0,0 1 0 0 0,0 0 0 0 0,-1 0-1 0 0,-1 1 1 0 0,0 0 0 0 0,0 1 0 0 0,0 0-1 0 0,-1 1 1 0 0,0 0 0 0 0,-15-4 0 0 0,15 7-8 0 0,0 1 0 0 0,-1 0 0 0 0,1 0 1 0 0,-1 1-1 0 0,1 1 0 0 0,-1 0 0 0 0,1 1 1 0 0,-1 1-1 0 0,1 0 0 0 0,-19 5 0 0 0,11-1-74 0 0,1 2 0 0 0,0 0-1 0 0,1 1 1 0 0,0 1 0 0 0,-33 22-1 0 0,33-16-111 0 0,14-12 86 0 0,0 1-1 0 0,0-1 1 0 0,-9 5 0 0 0,14-12 233 0 0,0 0 0 0 0,-1 0 1 0 0,1 0-1 0 0,-1 0 0 0 0,1 0 1 0 0,-3-5-1 0 0,2 1-209 0 0,-1 0 63 0 0,0-1 0 0 0,0 1-1 0 0,-1 0 1 0 0,1 0 0 0 0,-1 0-1 0 0,-1 0 1 0 0,0 1 0 0 0,0-1 0 0 0,0 1-1 0 0,0 0 1 0 0,-1 0 0 0 0,0 0-1 0 0,-1 1 1 0 0,1 0 0 0 0,-1 0-1 0 0,0 0 1 0 0,0 1 0 0 0,0 0-1 0 0,-1 0 1 0 0,0 0 0 0 0,0 1-1 0 0,0 0 1 0 0,0 0 0 0 0,0 1 0 0 0,0 0-1 0 0,-1 0 1 0 0,1 1 0 0 0,0 0-1 0 0,-1 0 1 0 0,0 0 0 0 0,1 1-1 0 0,-1 1 1 0 0,1-1 0 0 0,-11 3-1 0 0,2 1-13 0 0,1 0-1 0 0,0 2 1 0 0,0-1-1 0 0,1 2 1 0 0,-1 0-1 0 0,1 1 0 0 0,-16 12 1 0 0,6-2-369 0 0,0 2 0 0 0,-37 41 1 0 0,60-61 404 0 0,1 1 1 0 0,-1 0-1 0 0,0 0 0 0 0,1 0 1 0 0,-1-1-1 0 0,0 1 1 0 0,1 0-1 0 0,-1-1 1 0 0,0 1-1 0 0,0 0 0 0 0,0-1 1 0 0,0 1-1 0 0,0-1 1 0 0,1 0-1 0 0,-1 1 1 0 0,0-1-1 0 0,0 0 1 0 0,0 1-1 0 0,0-1 0 0 0,0 0 1 0 0,0 0-1 0 0,0 0 1 0 0,0 0-1 0 0,-2 0 0 0 0,1-1 42 0 0,1 0 0 0 0,-1 0 0 0 0,0-1 0 0 0,0 1 0 0 0,1-1 0 0 0,-1 1 0 0 0,1-1 0 0 0,-1 1 0 0 0,-2-5 0 0 0,3 5-61 0 0,-2-3-4 0 0,-14-17 49 0 0,0 1 1 0 0,-41-36-1 0 0,52 51-39 0 0,-1 0 0 0 0,0 0 0 0 0,0 1 0 0 0,-1 0 0 0 0,1 0 0 0 0,-1 1 0 0 0,0 0 0 0 0,0 0 0 0 0,0 1 0 0 0,0 0 0 0 0,0 0 0 0 0,0 1 0 0 0,-16 0 0 0 0,6 1-63 0 0,1 1 1 0 0,-1 2 0 0 0,1-1-1 0 0,-1 2 1 0 0,-19 7 0 0 0,24-7 9 0 0,1 1 0 0 0,0 0 0 0 0,0 1 1 0 0,0 0-1 0 0,0 1 0 0 0,1 0 0 0 0,-15 14 1 0 0,2 1-373 0 0,24-22 538 0 0,-13-34 855 0 0,10 28-980 0 0,0 0-1 0 0,-1 1 0 0 0,1-1 1 0 0,-1 0-1 0 0,0 1 1 0 0,0 0-1 0 0,-1 0 0 0 0,0 0 1 0 0,0 1-1 0 0,0 0 0 0 0,0-1 1 0 0,-1 2-1 0 0,1-1 0 0 0,-1 1 1 0 0,0 0-1 0 0,-11-5 0 0 0,6 5-3 0 0,0 0 0 0 0,0 0 0 0 0,-1 1-1 0 0,1 0 1 0 0,0 1 0 0 0,-1 0 0 0 0,1 1-1 0 0,-23 2 1 0 0,25-1-31 0 0,1 1-1 0 0,-1-1 1 0 0,1 1 0 0 0,0 1-1 0 0,0 0 1 0 0,0 0 0 0 0,0 0-1 0 0,0 1 1 0 0,1 0 0 0 0,-1 1-1 0 0,1-1 1 0 0,0 2 0 0 0,1-1-1 0 0,-1 1 1 0 0,-6 7 0 0 0,9-8 215 0 0,4-5-149 0 0,0 0 1 0 0,0 0 0 0 0,0 0-1 0 0,0 1 1 0 0,0-1-1 0 0,0 0 1 0 0,0 0 0 0 0,0 0-1 0 0,0 0 1 0 0,0 0 0 0 0,0 1-1 0 0,-1-1 1 0 0,1 0 0 0 0,0 0-1 0 0,0 0 1 0 0,0 0-1 0 0,0 0 1 0 0,0 1 0 0 0,0-1-1 0 0,-1 0 1 0 0,1 0 0 0 0,0 0-1 0 0,0 0 1 0 0,0 0-1 0 0,0 0 1 0 0,0 0 0 0 0,-1 0-1 0 0,1 0 1 0 0,0 0 0 0 0,0 0-1 0 0,0 0 1 0 0,0 0-1 0 0,-1 1 1 0 0,1-1 0 0 0,0 0-1 0 0,0 0 1 0 0,0-1 0 0 0,-1 1-1 0 0,0-5-43 0 0,-1 1 1 0 0,0-1-1 0 0,0 0 0 0 0,-1 1 0 0 0,1-1 0 0 0,-1 1 1 0 0,0 0-1 0 0,0-1 0 0 0,-1 1 0 0 0,1 1 0 0 0,-8-8 1 0 0,8 10 6 0 0,1-1 1 0 0,0 1 0 0 0,-1 0 0 0 0,1-1 0 0 0,-1 1 0 0 0,0 0 0 0 0,1 1 0 0 0,-1-1 0 0 0,0 0 0 0 0,0 1-1 0 0,1-1 1 0 0,-1 1 0 0 0,0 0 0 0 0,0 0 0 0 0,1 0 0 0 0,-1 1 0 0 0,0-1 0 0 0,0 0 0 0 0,1 1 0 0 0,-1 0-1 0 0,0 0 1 0 0,1 0 0 0 0,-5 2 0 0 0,-4 2-56 0 0,2 0 0 0 0,-1 1 0 0 0,1 0-1 0 0,0 0 1 0 0,0 1 0 0 0,0 1 0 0 0,1-1 0 0 0,0 2-1 0 0,1-1 1 0 0,-7 10 0 0 0,9-4-2443 0 0,5-14 2079 0 0,0 0 0 0 0,0 1 0 0 0,0-1 0 0 0,0 1 0 0 0,0-1 0 0 0,0 0 1 0 0,0 1-1 0 0,0-1 0 0 0,0 1 0 0 0,0-1 0 0 0,1 0 0 0 0,-1 1 0 0 0,0-1 0 0 0,0 1 1 0 0,0-1-1 0 0,1 0 0 0 0,-1 1 0 0 0,0-1 0 0 0,0 0 0 0 0,1 0 0 0 0,-1 1 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7:10:34.691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30 694 3777 0 0,'-4'2'487'0'0,"-1"0"-1"0"0,0 0 1 0 0,0-1 0 0 0,-6 2 0 0 0,18-5 2089 0 0,-2 0-2524 0 0,-1 1 0 0 0,1-1 0 0 0,-1 1 0 0 0,1 0 0 0 0,6-1 0 0 0,99 3 208 0 0,-81-2 107 0 0,0-1-1 0 0,0-2 1 0 0,52-12-1 0 0,-33 1-123 0 0,64-27-1 0 0,-15 4-62 0 0,38-17 139 0 0,91-53 39 0 0,12-4-90 0 0,-151 75 191 0 0,141-40 1 0 0,56 5 140 0 0,42-3 110 0 0,-258 61-662 0 0,-20 5 166 0 0,-1 1-1 0 0,1 3 1 0 0,0 2-1 0 0,0 2 0 0 0,0 2 1 0 0,57 9-1 0 0,-11-2-150 0 0,-22-2 34 0 0,-63-5-31 0 0,-1 1 0 0 0,15 4 0 0 0,-11-3 1386 0 0,-9-3-5290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7:10:41.740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74 20 5121 0 0,'-13'-13'7964'0'0,"7"6"-3440"0"0,38 57-5447 0 0,-26-42 948 0 0,-1 0-1 0 0,11 9 0 0 0,6 11 67 0 0,0 7 76 0 0,-18-30 293 0 0,-6-6 650 0 0,-4 3-728 0 0,1 0 0 0 0,0 0 0 0 0,-1 1 0 0 0,-8 5 1 0 0,-20 15-190 0 0,30-19-194 0 0,0-1 1 0 0,-1 1-1 0 0,1-1 0 0 0,-1 0 1 0 0,-7 4-1 0 0,8-5 38 0 0,0 0 1 0 0,0 1-1 0 0,1 0 0 0 0,-6 5 1 0 0,-2-2 533 0 0,-9 11-429 0 0,20-18-605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7:10:43.464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132 9 6657 0 0,'0'-1'363'0'0,"0"1"-1"0"0,0-1 0 0 0,-1 1 0 0 0,1 0 1 0 0,0-1-1 0 0,0 1 0 0 0,0-1 0 0 0,0 1 1 0 0,-1 0-1 0 0,1-1 0 0 0,0 1 0 0 0,0 0 1 0 0,-1-1-1 0 0,1 1 0 0 0,0 0 0 0 0,-1-1 1 0 0,1 1-1 0 0,0 0 0 0 0,-1 0 0 0 0,1-1 1 0 0,0 1-1 0 0,-1 0 0 0 0,1 0 0 0 0,0 0 1 0 0,-1-1-1 0 0,0 1 0 0 0,-3 3-326 0 0,0 0-1 0 0,0 0 1 0 0,0 1-1 0 0,0-1 1 0 0,-3 6 0 0 0,-1 1 4 0 0,-1 0 1 0 0,-13 13 0 0 0,12-13-49 0 0,9-8-16 0 0,0-1 32 0 0,1-1-1 0 0,0 1 1 0 0,0-1 0 0 0,0 1-1 0 0,0-1 1 0 0,-1 1-1 0 0,1-1 1 0 0,0 1-1 0 0,-1-1 1 0 0,1 0-1 0 0,0 1 1 0 0,-1-1-1 0 0,1 0 1 0 0,0 1-1 0 0,-1-1 1 0 0,1 0-1 0 0,-1 1 1 0 0,1-1-1 0 0,-1 0 1 0 0,1 0 0 0 0,-1 1-1 0 0,0-1 1 0 0,-14 22 202 0 0,10-16-216 0 0,3-3 4 0 0,-1-1 0 0 0,1 1 0 0 0,0 0 1 0 0,0 0-1 0 0,0 0 0 0 0,1 0 0 0 0,-2 4 0 0 0,6-6-18 0 0,1 1 0 0 0,-1 0 1 0 0,0-1-1 0 0,0 1 0 0 0,0 0 0 0 0,0 0 1 0 0,0 1-1 0 0,0-1 0 0 0,-1 1 0 0 0,4 3 1 0 0,79 68-279 0 0,-81-71-282 0 0,12 8 1377 0 0,-4-8-8913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7:10:46.044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6 446 5705 0 0,'0'0'262'0'0,"0"0"-1"0"0,-1 0 0 0 0,1 0 1 0 0,0 0-1 0 0,0 0 1 0 0,-1 0-1 0 0,1 0 1 0 0,0-1-1 0 0,0 1 0 0 0,-1 0 1 0 0,1 0-1 0 0,0 0 1 0 0,0 0-1 0 0,-1-1 0 0 0,1 1 1 0 0,0 0-1 0 0,0 0 1 0 0,0 0-1 0 0,-1-1 1 0 0,1 1-1 0 0,0 0 0 0 0,0-1 1 0 0,0 1-1 0 0,0 0 1 0 0,0 0-1 0 0,0-1 1 0 0,-1 1-1 0 0,1 0-86 0 0,0 1-292 0 0,0-1 49 0 0,25 11-406 0 0,-20-9 508 0 0,1 0 0 0 0,0-1 0 0 0,-1 1-1 0 0,1-1 1 0 0,0-1 0 0 0,0 1 0 0 0,0-1 0 0 0,10 0-1 0 0,-4-2 45 0 0,-1 0 0 0 0,0 0 0 0 0,17-6 0 0 0,121-42 740 0 0,-106 35-418 0 0,77-38 0 0 0,27-30 143 0 0,-27 9-63 0 0,-102 62-413 0 0,133-71 211 0 0,-42 38 122 0 0,-87 37-201 0 0,-7 3-188 0 0,-1 0 0 0 0,1 1 0 0 0,0 0 0 0 0,-1 2 1 0 0,2 0-1 0 0,20-1 0 0 0,-15 4-36 0 0,0 0 0 0 0,33 8 0 0 0,-37-5 9 0 0,-1 1 0 0 0,1 1 0 0 0,-1 1 0 0 0,-1 0 0 0 0,16 10 0 0 0,-20-10 96 0 0,-1 0 1 0 0,0 1-1 0 0,-1 0 0 0 0,0 0 1 0 0,0 1-1 0 0,11 15 1 0 0,-13-14 4 0 0,0 1 0 0 0,0-1 1 0 0,-1 1-1 0 0,5 13 0 0 0,0-1 6 0 0,-3-4 205 0 0,8 25 0 0 0,-12-28-249 0 0,-3-12-16 0 0,0 0-1 0 0,0 0 0 0 0,0-1 1 0 0,1 1-1 0 0,2 5 1 0 0,4 13-796 0 0,-7-13-4310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7:10:46.584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 1 5473 0 0,'11'3'7798'0'0,"42"11"-4368"0"0,-26-6-2902 0 0,-24-6-481 0 0,1-1 0 0 0,-1 1 0 0 0,1-1 0 0 0,-1 0 0 0 0,1-1 0 0 0,5 2 0 0 0,5 5-1403 0 0,-10-4-1963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7:10:46.927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65 1 5241 0 0,'0'1'7496'0'0,"-2"3"-4381"0"0,-2 5-1998 0 0,-7 18-877 0 0,-17 26-1 0 0,19-37-3833 0 0,-1 1-3477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7:10:51.902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93 6 5129 0 0,'0'0'54'0'0,"0"0"-1"0"0,0-1 1 0 0,0 1-1 0 0,0 0 1 0 0,0 0 0 0 0,0 0-1 0 0,0 0 1 0 0,-1 0-1 0 0,1 0 1 0 0,0 0-1 0 0,0 0 1 0 0,0-1 0 0 0,0 1-1 0 0,0 0 1 0 0,0 0-1 0 0,0 0 1 0 0,0 0-1 0 0,0 0 1 0 0,0 0 0 0 0,0-1-1 0 0,0 1 1 0 0,0 0-1 0 0,0 0 1 0 0,0 0-1 0 0,0 0 1 0 0,0 0 0 0 0,0 0-1 0 0,0-1 1 0 0,0 1-1 0 0,0 0 1 0 0,0 0-1 0 0,0 0 1 0 0,0 0 0 0 0,1 0-1 0 0,-1 0 1 0 0,0 0-1 0 0,0 0 1 0 0,0-1 0 0 0,0 1-1 0 0,0 0 1 0 0,0 0-1 0 0,0 0 1 0 0,0 0-1 0 0,0 0 1 0 0,1 0 0 0 0,-1 0-1 0 0,0 0 1 0 0,0 0-1 0 0,0 0 1 0 0,0 0-1 0 0,0 0 1 0 0,0 0 0 0 0,0 0-1 0 0,1 0 1 0 0,-1 0-1 0 0,0 0 1 0 0,0 0-1 0 0,0 0 1 0 0,0 0 0 0 0,0 0-1 0 0,1 0 1 0 0,-2 0 357 0 0,1 0-442 0 0,-4 3 4700 0 0,-7 6-3715 0 0,-11 9-1125 0 0,-14 15 243 0 0,22-16 273 0 0,8-8-30 0 0,5-6-2902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7:10:52.786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0 1 5241 0 0,'1'1'3519'0'0,"2"4"-3213"0"0,2 2-120 0 0,0-1 0 0 0,1 1 0 0 0,10 9 0 0 0,-10-10-117 0 0,0 0 0 0 0,0 1 0 0 0,-1-1-1 0 0,9 14 1 0 0,-1-2 219 0 0,7 11-18 0 0,-18-25-190 0 0,-2-4-95 0 0,0 0 0 0 0,0 0 0 0 0,0 0 0 0 0,0 0 0 0 0,0 0-1 0 0,0 0 1 0 0,0-1 0 0 0,0 1 0 0 0,0 0 0 0 0,0 0 0 0 0,0 0 0 0 0,0 0 0 0 0,0 0-1 0 0,0 0 1 0 0,0 0 0 0 0,0 0 0 0 0,0 0 0 0 0,0 0 0 0 0,0 0 0 0 0,1 0 0 0 0,-1 0-1 0 0,0 0 1 0 0,0 0 0 0 0,0 0 0 0 0,0 0 0 0 0,0 0 0 0 0,0 0 0 0 0,0 0 0 0 0,0 0-1 0 0,0 0 1 0 0,0 0 0 0 0,0 0 0 0 0,0 0 0 0 0,0 0 0 0 0,0 0 0 0 0,0 0 0 0 0,0 0-1 0 0,0 0 1 0 0,0 0 0 0 0,0 0 0 0 0,0 0 0 0 0,0 0 0 0 0,0 0 0 0 0,1 0 0 0 0,-1 0-1 0 0,0 0 1 0 0,0 0 0 0 0,0 0 0 0 0,0 0 0 0 0,0 0 0 0 0,0 0 0 0 0,0 0 0 0 0,0 0-1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7:12:15.691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 43 3553 0 0,'45'-4'3478'0'0,"32"-14"-2912"0"0,-14 4 420 0 0,-49 12-940 0 0,-1 0 0 0 0,25 2 0 0 0,-25 0 16 0 0,44-2-287 0 0,-51 3 656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7:12:16.250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0 1 3945 0 0,'0'0'3358'0'0,"21"9"-2051"0"0,23 9 0 0 0,-57-8 1695 0 0,-13 17-5632 0 0,12-9-3822 0 0,12-15 2623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7:12:17.498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0 80 3577 0 0,'0'0'345'0'0,"18"3"1005"0"0,0-6-888 0 0,0-1-1 0 0,-1 0 1 0 0,0-1 0 0 0,25-11-1 0 0,11-3-446 0 0,32-5 388 0 0,-42 17-381 0 0,-38 7-99 0 0,-1-1-1248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7:12:22.151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5 3 3993 0 0,'-4'-2'6032'0'0,"6"2"-5439"0"0,9 6-1229 0 0,40 19 1176 0 0,-50-24-632 0 0,2 2 2428 0 0,-4-3-1386 0 0,-7 8-1335 0 0,0 0 0 0 0,-8 12 1 0 0,13-15-1509 0 0,0 1 1 0 0,0-1-1 0 0,-4 9 1 0 0,6-9 413 0 0,-1-1-2026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9:24:59.4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18 371 3897 0 0,'-2'-4'4051'0'0,"-4"-13"-3477"0"0,2-1-572 0 0,2 0 1 0 0,0 0 0 0 0,1 0-1 0 0,2-31 1 0 0,0 37 32 0 0,1 0 0 0 0,1 0 0 0 0,0 0 1 0 0,0 0-1 0 0,1 0 0 0 0,0 0 0 0 0,12-19 1 0 0,-1 9-18 0 0,-11 17 34 0 0,-1 1 0 0 0,1-1 0 0 0,-1 0 0 0 0,-1 0-1 0 0,1 0 1 0 0,3-9 0 0 0,-4 6 225 0 0,-1-1 1 0 0,0 0-1 0 0,-1-13 1 0 0,-1 21-1188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9:25:08.7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44 3689 0 0,'-19'-15'5336'0'0,"-4"-2"-3965"0"0,8 6-7985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9:25:19.8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70 2240 0 0,'0'0'95'0'0,"0"0"0"0"0,0 0 0 0 0,-1 0 0 0 0,1 0-1 0 0,0 0 1 0 0,0 0 0 0 0,0 0 0 0 0,-1 0 0 0 0,1 0 0 0 0,0 0-1 0 0,0 0 1 0 0,0 0 0 0 0,0 0 0 0 0,-1 0 0 0 0,1 0-1 0 0,0-1 1 0 0,0 1 0 0 0,0 0 0 0 0,0 0 0 0 0,-1 0-1 0 0,1 0 1 0 0,0 0 0 0 0,0 0 0 0 0,0-1 0 0 0,0 1-1 0 0,0 0 1 0 0,0 0 0 0 0,0 0 0 0 0,0 0 0 0 0,-1-1-1 0 0,1 1 1 0 0,0 0 0 0 0,0 0 0 0 0,0 0 0 0 0,0-1-1 0 0,2-9 822 0 0,9-12-1604 0 0,-9 18 1040 0 0,0 0-379 0 0,1-1-1 0 0,0 1 1 0 0,0 0-1 0 0,0 0 1 0 0,4-4-1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9:25:26.6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 3753 0 0,'1'-1'173'0'0,"-1"0"1"0"0,0 0 0 0 0,1 1-1 0 0,-1-1 1 0 0,0 0 0 0 0,1 1-1 0 0,-1-1 1 0 0,1 0 0 0 0,-1 1 0 0 0,1-1-1 0 0,-1 1 1 0 0,1-1 0 0 0,0 1-1 0 0,-1-1 1 0 0,1 1 0 0 0,0-1-1 0 0,0 0 1 0 0,15-9-477 0 0,-11 9 282 0 0,0 0-1 0 0,0 0 1 0 0,1 1-1 0 0,-1-1 1 0 0,0 1-1 0 0,0 1 1 0 0,0-1-1 0 0,1 1 1 0 0,-1-1-1 0 0,0 1 1 0 0,0 1-1 0 0,0-1 1 0 0,7 4-1 0 0,6 3-76 0 0,0 1-1 0 0,18 11 1 0 0,-11-4 161 0 0,-17-10-15 0 0,1 0 0 0 0,-1-1 0 0 0,2 0 1 0 0,-1 0-1 0 0,0-1 0 0 0,14 4 0 0 0,-15-7 84 0 0,0 0 1 0 0,0 0-1 0 0,-1-1 1 0 0,1 0-1 0 0,0 0 1 0 0,0-1-1 0 0,0 0 1 0 0,13-4-1 0 0,-4 0 134 0 0,0-2 1 0 0,27-12-1 0 0,2-12 72 0 0,-5 12-357 0 0,-39 19 154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9:25:27.0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2152 0 0,'0'0'-320'0'0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9:25:27.5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6 3265 0 0,'0'0'51'0'0,"0"-1"1"0"0,0 1-1 0 0,0 0 1 0 0,0 0 0 0 0,0 0-1 0 0,0 0 1 0 0,0 0-1 0 0,0 0 1 0 0,1 0 0 0 0,-1-1-1 0 0,0 1 1 0 0,0 0-1 0 0,0 0 1 0 0,0 0-1 0 0,0 0 1 0 0,0 0 0 0 0,0-1-1 0 0,0 1 1 0 0,-1 0-1 0 0,1 0 1 0 0,0 0 0 0 0,0 0-1 0 0,0 0 1 0 0,0 0-1 0 0,0-1 1 0 0,0 1-1 0 0,0 0 1 0 0,0 0 0 0 0,0 0-1 0 0,0 0 1 0 0,0 0-1 0 0,0 0 1 0 0,0 0 0 0 0,-1 0-1 0 0,1 0 1 0 0,0-1-1 0 0,0 1 1 0 0,0 0-1 0 0,0 0 1 0 0,0 0 0 0 0,0 0-1 0 0,0 0 1 0 0,-1 0-1 0 0,1 0 1 0 0,0 0 0 0 0,0 0-1 0 0,0 0 1 0 0,0 0-1 0 0,0 0 1 0 0,0 0-121 0 0,25 9-265 0 0,-19-8 338 0 0,-4 0 63 0 0,0 0 0 0 0,0-1 0 0 0,0 1 0 0 0,0-1 0 0 0,0 1 0 0 0,0-1 0 0 0,0 0 0 0 0,0 0 0 0 0,2 0 0 0 0,-5 2 59 0 0,-1-1 1 0 0,0 1-1 0 0,1 0 1 0 0,0 0-1 0 0,-1 0 0 0 0,1 0 1 0 0,0 0-1 0 0,0 0 1 0 0,0 0-1 0 0,0 0 1 0 0,0 1-1 0 0,0 1 1 0 0,-7 33-3609 0 0,7-29 2148 0 0,0-4-1601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9:25:30.4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296 700 3849 0 0,'0'-4'5020'0'0,"1"-10"-3051"0"0,0-7-1769 0 0,0 3 346 0 0,7-130 1652 0 0,-8 128-1944 0 0,-1-1 0 0 0,-1 1 1 0 0,-1-1-1 0 0,-1 1 0 0 0,-7-22 0 0 0,5 26-194 0 0,0 1-1 0 0,-1 1 1 0 0,-1-1-1 0 0,0 1 1 0 0,-1 0-1 0 0,-1 1 1 0 0,-14-16-1 0 0,-61-70 104 0 0,9 28 393 0 0,72 67-540 0 0,-32-25 530 0 0,31 25-792 0 0,4 7-908 0 0,4 15-1218 0 0,0-5 2812 0 0,3 19-1013 0 0,-6-32 559 0 0,-3-20 2511 0 0,-1-3-2673 0 0,4 14 201 0 0,0 6-12 0 0,0-1 1 0 0,0 1-1 0 0,-1-1 1 0 0,1 1-1 0 0,-1 0 0 0 0,-1-5 1 0 0,7 11-756 0 0,1-1 0 0 0,-1 1 1 0 0,0-1-1 0 0,1 0 1 0 0,-1-1-1 0 0,11 2 0 0 0,-7 0 142 0 0,12 1-3668 0 0,-16-3 535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9:25:45.2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29 2937 0 0,'3'71'2057'0'0,"-5"-86"1453"0"0,-4-14-3276 0 0,-1 0-325 0 0,9 12-18 0 0,-1 7-2180 0 0,14 25 664 0 0,-7 0 904 0 0,9 25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9:25:45.5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 4441 0 0,'1'-1'-28'0'0,"0"-1"0"0"0,0 1 0 0 0,0 0 0 0 0,0 0 0 0 0,1-1 0 0 0,-1 1 0 0 0,0 0 0 0 0,1 0 0 0 0,-1 0 0 0 0,2 0 0 0 0,1-2-836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9:25:46.2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2 2713 0 0,'-1'-1'5619'0'0,"1"3"-7735"0"0,0 0 2086 0 0,1 0 0 0 0,0 0 0 0 0,0 0-1 0 0,1-1 1 0 0,-1 1 0 0 0,3 3-1 0 0,2 3-17 0 0,7 18-48 0 0,-13-26 144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9:25:46.6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31 3681 0 0,'0'0'56'0'0,"0"0"0"0"0,-1 0 0 0 0,1-1 0 0 0,0 1-1 0 0,0 0 1 0 0,0 0 0 0 0,0 0 0 0 0,0 0 0 0 0,0-1 0 0 0,0 1 0 0 0,0 0 0 0 0,0 0 0 0 0,0 0 0 0 0,0 0 0 0 0,0-1 0 0 0,0 1 0 0 0,0 0 0 0 0,0 0 0 0 0,0 0 0 0 0,0 0 0 0 0,0-1-1 0 0,0 1 1 0 0,0 0 0 0 0,0 0 0 0 0,0 0 0 0 0,0-1 0 0 0,0 1 0 0 0,0 0 0 0 0,0 0 0 0 0,0 0 0 0 0,1 0 0 0 0,-1 0 0 0 0,0-1 0 0 0,0 1 0 0 0,0 0 0 0 0,0 0 0 0 0,0 0 0 0 0,1 0-1 0 0,9-10 263 0 0,-8 8-597 0 0,0 0 0 0 0,0 1 0 0 0,0-1-1 0 0,0 1 1 0 0,0 0 0 0 0,0 0 0 0 0,0 0 0 0 0,1 0 0 0 0,4-1 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9:25:47.0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47 1912 0 0,'1'-2'183'0'0,"0"0"-1"0"0,1 0 0 0 0,-1 1 1 0 0,1-1-1 0 0,-1 1 0 0 0,1-1 1 0 0,0 1-1 0 0,-1 0 0 0 0,1-1 1 0 0,2 0-1 0 0,-1 0 9 0 0,28-24 282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9:26:09.1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3489 0 0,'0'9'2398'0'0,"3"38"-2517"0"0,0-33-297 0 0,-4-26-270 0 0,0 4 617 0 0,0 4 28 0 0,0 0 0 0 0,0 0 0 0 0,1 0 0 0 0,-1 0 0 0 0,1-1 0 0 0,0 1 0 0 0,0 0 0 0 0,1 0 0 0 0,-1 0 0 0 0,1 0 0 0 0,1-6 0 0 0,2 14 17 0 0,-1-1 0 0 0,0 0 0 0 0,-1 1 0 0 0,1-1 0 0 0,-1 1 0 0 0,3 5 0 0 0,2 2-20 0 0,-6-9 30 0 0,1 1 0 0 0,-1-1 0 0 0,1 0 0 0 0,-1 0 0 0 0,0 1-1 0 0,0-1 1 0 0,0 0 0 0 0,0 5 0 0 0,-1-7-2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9:26:09.4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44 3553 0 0,'2'-3'211'0'0,"0"1"0"0"0,0-1 0 0 0,0 1 0 0 0,0-1 1 0 0,0 1-1 0 0,4-3 0 0 0,2-3-390 0 0,8-7-1595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9:26:10.8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17 2937 0 0,'-9'-8'5602'0'0,"-1"4"-5315"0"0,10 4-374 0 0,0-1-1 0 0,-1 1 0 0 0,1 0 0 0 0,-1 0 0 0 0,1 0 1 0 0,0 0-1 0 0,-1 0 0 0 0,1 0 0 0 0,0 0 0 0 0,-1 0 1 0 0,1 0-1 0 0,-1 1 0 0 0,1-1 0 0 0,0 0 0 0 0,-1 0 1 0 0,1 0-1 0 0,0 0 0 0 0,-1 0 0 0 0,1 1 0 0 0,0-1 1 0 0,-1 0-1 0 0,1 1 0 0 0,-1-1-6 0 0,1 1 0 0 0,-1 0 0 0 0,1 0 0 0 0,-1-1 0 0 0,1 1 0 0 0,0 0 0 0 0,-1 0 0 0 0,1 0 0 0 0,0 0 0 0 0,0 0 0 0 0,-1 0 0 0 0,1 0 0 0 0,0 1 0 0 0,0-1 73 0 0,0 0 0 0 0,0 0 0 0 0,0 1 0 0 0,0-1 0 0 0,0 0 1 0 0,1 1-1 0 0,-1-1 0 0 0,0 0 0 0 0,1 0 0 0 0,-1 0 0 0 0,1 1 1 0 0,-1-1-1 0 0,1 0 0 0 0,0 0 0 0 0,-1 0 0 0 0,1 0 0 0 0,0 0 1 0 0,0 0-1 0 0,0 0 0 0 0,0 0 0 0 0,0 0 0 0 0,0-1 0 0 0,1 2 1 0 0,-2-2 80 0 0,1 1 0 0 0,0-1 0 0 0,-1 0 1 0 0,1 0-1 0 0,-1 1 0 0 0,1-1 0 0 0,0 0 0 0 0,-1 0 1 0 0,1 0-1 0 0,0 0 0 0 0,0 0 0 0 0,-1 0 1 0 0,1 0-1 0 0,0 0 0 0 0,-1 0 0 0 0,1 0 0 0 0,0 0 1 0 0,-1 0-1 0 0,1 0 0 0 0,0-1 0 0 0,-1 1 1 0 0,1 0-1 0 0,0 0 0 0 0,-1-1 0 0 0,1 1 0 0 0,-1 0 1 0 0,1-1-1 0 0,-1 1 0 0 0,1-1 0 0 0,-1 1 1 0 0,1-1-1 0 0,-1 1 0 0 0,1-1 0 0 0,-1 1 0 0 0,1-1 1 0 0,-1 1-1 0 0,0-1 0 0 0,1 0 0 0 0,-1 1 1 0 0,0-1-1 0 0,0 0 0 0 0,1 0 0 0 0,-1-1 74 0 0,0 0 0 0 0,0 0 0 0 0,1 1 0 0 0,-1-1 0 0 0,-1 0 0 0 0,1 0 0 0 0,0 0 0 0 0,0 0 0 0 0,-1 1 0 0 0,1-1 0 0 0,-1 0 0 0 0,0 0 0 0 0,1 1 0 0 0,-1-1 0 0 0,0 1 0 0 0,0-1 0 0 0,0 0 0 0 0,0 1 0 0 0,-2-3 0 0 0,8 10-4350 0 0,5 12 4040 0 0,-2-4 201 0 0,-4-7-11 0 0,0-1 0 0 0,-1 1 0 0 0,0 0 1 0 0,0 0-1 0 0,0 0 0 0 0,0 0 0 0 0,-1 0 0 0 0,2 14 0 0 0,-4-21 21 0 0,0 0 0 0 0,0 0 0 0 0,0 0 0 0 0,0 0 0 0 0,0 1 0 0 0,0-1 0 0 0,0 0 0 0 0,0 0 0 0 0,0 0 0 0 0,0 0 0 0 0,0 0 0 0 0,0 1 0 0 0,0-1 0 0 0,0 0 0 0 0,0 0 0 0 0,0 0 0 0 0,0 0 0 0 0,0 1 0 0 0,0-1 0 0 0,0 0 0 0 0,0 0 0 0 0,0 0 0 0 0,0 0 0 0 0,0 0 0 0 0,0 0 0 0 0,0 1 0 0 0,0-1 0 0 0,-1 0-1 0 0,1 0 1 0 0,0 0 0 0 0,0 0 0 0 0,0 0 0 0 0,0 0 0 0 0,0 0 0 0 0,0 1 0 0 0,-1-1 0 0 0,1 0 0 0 0,0 0 0 0 0,0 0 0 0 0,0 0 0 0 0,0 0 0 0 0,0 0 0 0 0,-1 0 0 0 0,1 0 0 0 0,0 0 0 0 0,0 0 0 0 0,0 0 0 0 0,0 0 0 0 0,0 0 0 0 0,-1 0 0 0 0,1 0 0 0 0,0 0 0 0 0,0 0 0 0 0,0 0 0 0 0,0 0 0 0 0,-1 0 0 0 0,-9-10-94 0 0,-7-16-690 0 0,16 23 658 0 0,0 0 1 0 0,0 0 0 0 0,1 1 0 0 0,-1-1 0 0 0,1 0 0 0 0,0 0 0 0 0,0 0 0 0 0,0 1 0 0 0,0-1 0 0 0,0 0 0 0 0,1 0 0 0 0,-1 0 0 0 0,1 0-1 0 0,0 1 1 0 0,0-1 0 0 0,0 0 0 0 0,0 1 0 0 0,3-6 0 0 0,2-5-1623 0 0,-6 12 1029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9:26:22.0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26 3737 0 0,'-2'0'4449'0'0,"2"2"-7234"0"0,0-2 2750 0 0,0 0 1 0 0,1 0-1 0 0,-1 0 0 0 0,0 1 1 0 0,0-1-1 0 0,0 0 0 0 0,1 0 1 0 0,-1 0-1 0 0,0 0 0 0 0,0 0 0 0 0,0 1 1 0 0,1-1-1 0 0,-1 0 0 0 0,0 0 1 0 0,0 0-1 0 0,1 0 0 0 0,-1 0 1 0 0,0 0-1 0 0,0 0 0 0 0,1 0 1 0 0,-1 0-1 0 0,0 0 0 0 0,0 0 1 0 0,1 0-1 0 0,-1 0 0 0 0,0 0 1 0 0,0 0-1 0 0,0 0 0 0 0,1 0 0 0 0,-1-1 1 0 0,0 1-1 0 0,0 0 0 0 0,1 0 1 0 0,-1 0-1 0 0,0 0 0 0 0,0 0 1 0 0,0 0-1 0 0,1-1 0 0 0,-1 1 1 0 0,0 0-1 0 0,0-1 0 0 0,12-6 976 0 0,-12 6-878 0 0,0 1-1 0 0,0 0 1 0 0,1-1 0 0 0,-1 1-1 0 0,0-1 1 0 0,0 1 0 0 0,0-1 0 0 0,0 1-1 0 0,1-1 1 0 0,-1 1 0 0 0,0-1-1 0 0,0 1 1 0 0,0-1 0 0 0,0 1-1 0 0,0-1 1 0 0,-1 1 0 0 0,1-1-1 0 0,0 1 1 0 0,0-1 0 0 0,0 1-1 0 0,0-1 1 0 0,0 1 0 0 0,-1-1-1 0 0,1 1 1 0 0,0-1 0 0 0,0 1-1 0 0,-1-1 1 0 0,1 1 0 0 0,0 0 0 0 0,-1-1-1 0 0,1 1 1 0 0,-1 0 0 0 0,1-1-1 0 0,0 1 1 0 0,-1 0 0 0 0,1-1-1 0 0,-1 1 1 0 0,1 0 0 0 0,-1 0-1 0 0,0-1 1 0 0,0 1-158 0 0,1 0 0 0 0,-1-1 0 0 0,0 1 0 0 0,1 0-1 0 0,-1 0 1 0 0,0 0 0 0 0,1-1 0 0 0,-1 1 0 0 0,0 0 0 0 0,1 0 0 0 0,-1 0 0 0 0,0 0-1 0 0,0 0 1 0 0,1 0 0 0 0,-1 0 0 0 0,0 1 0 0 0,1-1 0 0 0,-1 0 0 0 0,0 0 0 0 0,1 1-1 0 0,-1-1 1 0 0,0 0 0 0 0,1 1 0 0 0,-1-1 0 0 0,1 0 0 0 0,-1 1 0 0 0,0-1 0 0 0,1 1 0 0 0,-1-1-1 0 0,1 1 1 0 0,-1-1 0 0 0,1 1 0 0 0,-1 0 0 0 0,0 1 91 0 0,1-1 0 0 0,0 0 0 0 0,-1 0 0 0 0,1 0-1 0 0,0 0 1 0 0,0 0 0 0 0,-1 1 0 0 0,1-1 0 0 0,0 0 0 0 0,0 0 0 0 0,0 0 0 0 0,0 1 0 0 0,1-1 0 0 0,-1 0 0 0 0,0 0-1 0 0,0 0 1 0 0,1 0 0 0 0,-1 1 0 0 0,1-1 0 0 0,-1 0 0 0 0,1 0 0 0 0,-1 0 0 0 0,1 0 0 0 0,0 0 0 0 0,-1 0 0 0 0,1 0-1 0 0,0-1 1 0 0,0 1 0 0 0,0 0 0 0 0,0 0 0 0 0,0 0 0 0 0,0-1 0 0 0,0 1 0 0 0,0-1 0 0 0,0 1 0 0 0,0 0 0 0 0,0-1-1 0 0,0 0 1 0 0,0 1 0 0 0,0-1 0 0 0,1 0 0 0 0,-1 0 0 0 0,0 1 0 0 0,0-1 0 0 0,0 0 0 0 0,1 0 0 0 0,-1 0 0 0 0,0 0 0 0 0,0-1-1 0 0,0 1 1 0 0,0 0 0 0 0,1 0 0 0 0,-1-1 0 0 0,0 1 0 0 0,0-1 0 0 0,0 1 0 0 0,0-1 0 0 0,0 1 0 0 0,1-2 0 0 0,11-10-891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9:26:22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 3449 0 0,'13'28'1359'0'0,"-14"-33"1001"0"0,0 0-2435 0 0,-1 0 1 0 0,1 0 0 0 0,0 0-1 0 0,0-5 1 0 0,0 10 21 0 0,1-1 0 0 0,0 1 0 0 0,0-1 0 0 0,0 0 0 0 0,0 1 0 0 0,0-1 0 0 0,0 1 0 0 0,0-1 0 0 0,0 1 0 0 0,0-1 0 0 0,0 1 0 0 0,1-1 0 0 0,-1 0 0 0 0,0 1 0 0 0,0-1 0 0 0,0 1 0 0 0,1-1 0 0 0,-1 1 0 0 0,0-1 0 0 0,1 1 0 0 0,-1 0 1 0 0,0-1-1 0 0,1 1 0 0 0,-1-1 0 0 0,1 1 0 0 0,-1 0 0 0 0,0-1 0 0 0,1 1 0 0 0,-1 0 0 0 0,1-1 0 0 0,-1 1 0 0 0,1 0 0 0 0,-1 0 0 0 0,1-1 0 0 0,0 1 0 0 0,-1 0 0 0 0,1 0 0 0 0,-1 0 0 0 0,1 0 0 0 0,-1 0 0 0 0,1 0 0 0 0,-1 0 0 0 0,1 0 0 0 0,0 0 0 0 0,-1 0 0 0 0,1 0 0 0 0,0 1 36 0 0,0-1-1 0 0,0 0 0 0 0,0 0 1 0 0,0 1-1 0 0,0-1 0 0 0,0 1 1 0 0,0-1-1 0 0,0 1 1 0 0,0-1-1 0 0,-1 1 0 0 0,1 0 1 0 0,0-1-1 0 0,0 1 0 0 0,-1 0 1 0 0,1 0-1 0 0,-1-1 1 0 0,1 1-1 0 0,0 2 0 0 0,7 16-922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9:26:23.3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2929 0 0,'12'26'1241'0'0,"-9"-20"-1326"0"0,-1-2-145 0 0,0 0-1 0 0,0 0 0 0 0,0-1 0 0 0,5 7 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9:26:23.5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33 2809 0 0,'4'-4'2377'0'0,"9"-14"-2363"0"0,-5 8-2260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9:26:26.7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77 3081 0 0,'1'-2'5348'0'0,"0"1"-4699"0"0,2-1-607 0 0,-1 1 1 0 0,1-1-1 0 0,0 0 1 0 0,-1 0 0 0 0,0 0-1 0 0,1-1 1 0 0,2-4-1 0 0,10-8 227 0 0,25-22-1725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9:26:27.2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3801 0 0,'26'42'1683'0'0,"-9"-6"-1214"0"0,-13-27-295 0 0,0 0 0 0 0,7 11 0 0 0,-11-20-203 0 0,0 0 0 0 0,0-1 0 0 0,0 1 0 0 0,0 0 0 0 0,0 0 0 0 0,0 0 0 0 0,0 0-1 0 0,0 0 1 0 0,0 0 0 0 0,0 0 0 0 0,0 0 0 0 0,0 0 0 0 0,0 0 0 0 0,0 0 0 0 0,0 0 0 0 0,1 0 0 0 0,-1 0 0 0 0,0 0 0 0 0,0 0 0 0 0,0 0 0 0 0,0 0 0 0 0,0 0 0 0 0,0 0 0 0 0,0 0 0 0 0,0 0 0 0 0,0 0 0 0 0,0 0 0 0 0,0-1 0 0 0,0 1 0 0 0,0 0 0 0 0,0 0 0 0 0,0 0 0 0 0,0 0 0 0 0,0 0 0 0 0,0 0 0 0 0,1 0 0 0 0,-1 0 0 0 0,0 0 0 0 0,0 0 0 0 0,0 1 0 0 0,0-1 0 0 0,0 0-1 0 0,0 0 1 0 0,0 0 0 0 0,0 0 0 0 0,0 0 0 0 0,0 0 0 0 0,0 0 0 0 0,0 0 0 0 0,0 0 0 0 0,0 0 0 0 0,0 0 0 0 0,0 0 0 0 0,0 0 0 0 0,0 0 0 0 0,0 0 0 0 0,0 0 0 0 0,0 0 0 0 0,1 0 0 0 0,-1 0 0 0 0,0 0 0 0 0,0 0 0 0 0,0 0 0 0 0,0 0 0 0 0,0 0 0 0 0,0 1 0 0 0,0-1 0 0 0,0 0 0 0 0,0-1-1453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9:26:29.3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4 4001 0 0,'-4'-4'5355'0'0,"8"10"-6299"0"0,11 15 1020 0 0,4 5-684 0 0,-19-26 350 0 0,3 3 76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9:26:29.8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 2521 0 0,'1'-1'53'0'0,"-1"0"0"0"0,1 0 0 0 0,0 0 0 0 0,-1 0 1 0 0,1 0-1 0 0,0 1 0 0 0,0-1 0 0 0,0 0 0 0 0,0 0 1 0 0,0 1-1 0 0,0-1 0 0 0,0 1 0 0 0,0-1 0 0 0,0 1 0 0 0,0-1 1 0 0,0 1-1 0 0,0 0 0 0 0,0-1 0 0 0,0 1 0 0 0,0 0 1 0 0,0 0-1 0 0,1 0 0 0 0,0 0 0 0 0,1-1-56 0 0,-1 1 0 0 0,0 0-1 0 0,0 0 1 0 0,0 1-1 0 0,1-1 1 0 0,-1 0 0 0 0,0 1-1 0 0,0-1 1 0 0,0 1 0 0 0,0 0-1 0 0,3 0 1 0 0,-4 1 59 0 0,1-1-1 0 0,-1 0 1 0 0,1 1 0 0 0,-1-1 0 0 0,0 1 0 0 0,1-1 0 0 0,-1 1-1 0 0,0-1 1 0 0,0 1 0 0 0,0 0 0 0 0,0 0 0 0 0,-1 0-1 0 0,1-1 1 0 0,0 1 0 0 0,-1 0 0 0 0,1 0 0 0 0,-1 0 0 0 0,0 0-1 0 0,0 0 1 0 0,1 0 0 0 0,-1 0 0 0 0,0 0 0 0 0,-1 0-1 0 0,1 0 1 0 0,0 0 0 0 0,-1 3 0 0 0,0-1-251 0 0,-1-1-1 0 0,1 1 1 0 0,0 0 0 0 0,-1 0 0 0 0,0-1 0 0 0,0 1-1 0 0,0-1 1 0 0,0 1 0 0 0,0-1 0 0 0,-1 0-1 0 0,1 0 1 0 0,-5 4 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9:26:31.2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94 3113 0 0,'-9'-18'538'0'0,"8"17"-495"0"0,1 0-1 0 0,-1 1 0 0 0,0-1 1 0 0,1 0-1 0 0,-1 0 1 0 0,0 0-1 0 0,1 0 1 0 0,-1 1-1 0 0,0-1 1 0 0,0 0-1 0 0,0 0 0 0 0,0 1 1 0 0,0-1-1 0 0,0 1 1 0 0,-1-1-1 0 0,1 1-65 0 0,1 0-1 0 0,-1 1 1 0 0,1-1 0 0 0,-1 0-1 0 0,1 1 1 0 0,-1-1 0 0 0,1 1-1 0 0,-1-1 1 0 0,1 1-1 0 0,0-1 1 0 0,-1 1 0 0 0,1-1-1 0 0,0 1 1 0 0,0-1 0 0 0,-1 1-1 0 0,1 0 1 0 0,0-1-1 0 0,0 1 1 0 0,0-1 0 0 0,0 1-1 0 0,-1 0 1 0 0,1-1 0 0 0,0 1-1 0 0,0-1 1 0 0,0 1-1 0 0,0 0 1 0 0,1-1 0 0 0,-1 1-1 0 0,0 0 1 0 0,2 21 129 0 0,-2-21-90 0 0,1 1-1 0 0,-1 0 0 0 0,1-1 0 0 0,-1 1 0 0 0,1-1 0 0 0,-1 1 0 0 0,1 0 0 0 0,0-1 0 0 0,0 0 0 0 0,0 1 0 0 0,0-1 0 0 0,0 1 0 0 0,0-1 0 0 0,0 0 0 0 0,2 2 0 0 0,-3-3 15 0 0,1 0-1 0 0,-1 1 0 0 0,1-1 0 0 0,-1 0 1 0 0,0 0-1 0 0,1 0 0 0 0,-1 0 0 0 0,1 0 0 0 0,-1 0 1 0 0,1 0-1 0 0,-1 0 0 0 0,0 0 0 0 0,1 0 0 0 0,-1 0 1 0 0,1 0-1 0 0,-1 0 0 0 0,1 0 0 0 0,-1 0 0 0 0,0 0 1 0 0,1-1-1 0 0,-1 1 0 0 0,1 0 0 0 0,0-1 48 0 0,1 0 0 0 0,-1 0-1 0 0,0 0 1 0 0,0 0 0 0 0,0 0-1 0 0,0 0 1 0 0,0-1 0 0 0,-1 1-1 0 0,1 0 1 0 0,1-2 0 0 0,-1 1-4 0 0,-1 0 1 0 0,1 0-1 0 0,0 0 1 0 0,-1 0-1 0 0,1 0 0 0 0,-1 0 1 0 0,0 0-1 0 0,0-1 1 0 0,0 1-1 0 0,0-4 1 0 0,0 5-28 0 0,0 0 0 0 0,0 0 1 0 0,0 0-1 0 0,0 0 0 0 0,-1-1 0 0 0,1 1 1 0 0,0 0-1 0 0,-1 0 0 0 0,1 0 1 0 0,-1 0-1 0 0,0 0 0 0 0,1 0 1 0 0,-1 0-1 0 0,0 0 0 0 0,1 0 1 0 0,-1 0-1 0 0,0 0 0 0 0,0 1 1 0 0,0-1-1 0 0,-1-1 0 0 0,2 2-71 0 0,0 0 0 0 0,-1 0 0 0 0,1 0 0 0 0,0 0 0 0 0,0-1 0 0 0,0 1 0 0 0,0 0 0 0 0,0 0 0 0 0,0 0 0 0 0,0 0 0 0 0,0 0 0 0 0,0 0 0 0 0,0 0 0 0 0,0 0 0 0 0,0 0 0 0 0,0 0 0 0 0,0 0 0 0 0,0 0 0 0 0,0 0 0 0 0,-1 0 0 0 0,1 0 0 0 0,0 0 0 0 0,0 0 0 0 0,0 0 0 0 0,0 0 0 0 0,0 0 0 0 0,0 0 0 0 0,0 0 0 0 0,0 0 0 0 0,0 0 0 0 0,0 0 0 0 0,0 0 0 0 0,0 0 0 0 0,0 0 0 0 0,0 0 0 0 0,0 0 0 0 0,-1 0 0 0 0,1 0 0 0 0,0 1 0 0 0,0-1 0 0 0,0 0 0 0 0,0 0 0 0 0,0 0 0 0 0,0 0 0 0 0,0 0 0 0 0,0 0 0 0 0,0 0 0 0 0,0 0 0 0 0,0 0 0 0 0,0 0 0 0 0,0 0 0 0 0,0 0 0 0 0,0 0 0 0 0,0 0 0 0 0,0 0 0 0 0,0 0 0 0 0,0 1 0 0 0,0-1 0 0 0,0 0 0 0 0,0 0 0 0 0,0 0 0 0 0,0 0 0 0 0,2 7-283 0 0,6 5 504 0 0,-8-11-190 0 0,1-1 0 0 0,-1 1-1 0 0,1-1 1 0 0,-1 1 0 0 0,1-1-1 0 0,-1 0 1 0 0,1 1 0 0 0,0-1-1 0 0,-1 0 1 0 0,1 1 0 0 0,-1-1-1 0 0,1 0 1 0 0,0 0 0 0 0,-1 0-1 0 0,1 1 1 0 0,-1-1 0 0 0,1 0-1 0 0,0 0 1 0 0,-1 0 0 0 0,1 0-1 0 0,0 0 1 0 0,-1 0 0 0 0,1 0-1 0 0,0-1 1 0 0,-1 1 0 0 0,2 0-1 0 0,-2-1-12 0 0,1 1 0 0 0,0-1-1 0 0,0 0 1 0 0,-1 1-1 0 0,1-1 1 0 0,-1 0-1 0 0,1 0 1 0 0,0 1-1 0 0,-1-1 1 0 0,1 0 0 0 0,-1 0-1 0 0,0 0 1 0 0,1 0-1 0 0,-1 0 1 0 0,1-1-1 0 0,0-2-114 0 0,0 1-1 0 0,-1-1 1 0 0,1 0-1 0 0,-1 0 1 0 0,0 0 0 0 0,0 0-1 0 0,-1-7 1 0 0,1 8 178 0 0,-1 0 0 0 0,0 0 0 0 0,0-1 1 0 0,0 1-1 0 0,0 0 0 0 0,-1 0 0 0 0,1 0 1 0 0,-1 0-1 0 0,0 0 0 0 0,-2-3 0 0 0,30 43-19 0 0,-17-23-354 0 0,-9-11-1752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9:26:32.0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64 1504 0 0,'15'-20'2395'0'0,"-10"15"-2243"0"0,0 0-1 0 0,0 0 0 0 0,0 0 1 0 0,1 1-1 0 0,0 0 0 0 0,10-6 0 0 0,-13 8-1 0 0,-5 2 97 0 0,1 0-5 0 0,0 0-227 0 0,0 0-1 0 0,0 0 1 0 0,0 0-1 0 0,0 0 0 0 0,0 0 1 0 0,0 1-1 0 0,0-1 1 0 0,-1 0-1 0 0,1 1 1 0 0,1-1-1 0 0,-1 0 0 0 0,0 1 1 0 0,0 0-1 0 0,0-1 1 0 0,0 1-1 0 0,-1 0 1 0 0,2 2-4 0 0,0-1 0 0 0,0 1 0 0 0,1-1 0 0 0,-1 0 1 0 0,0 1-1 0 0,1-1 0 0 0,-1 1 0 0 0,1-1 0 0 0,0 0 1 0 0,0 0-1 0 0,0 1 0 0 0,0-1 0 0 0,0 0 0 0 0,3 3 1 0 0,-4-5 37 0 0,0 0-1 0 0,1 0 1 0 0,-1 1 0 0 0,0-1 0 0 0,0 0 0 0 0,0 0 0 0 0,1 0 0 0 0,-1 0 0 0 0,0 0 0 0 0,0 0 0 0 0,0 0-1 0 0,1 0 1 0 0,-1 0 0 0 0,0 0 0 0 0,0 0 0 0 0,0 0 0 0 0,1 0 0 0 0,-1 0 0 0 0,0 0 0 0 0,0-1 0 0 0,0 1 0 0 0,1 0-1 0 0,-1 0 1 0 0,0 0 0 0 0,0 0 0 0 0,0 0 0 0 0,0 0 0 0 0,1 0 0 0 0,-1-1 0 0 0,0 1 0 0 0,0 0 0 0 0,0 0-1 0 0,0 0 1 0 0,0 0 0 0 0,0 0 0 0 0,1-1 0 0 0,2-9 420 0 0,-1-12-745 0 0,-2 22 287 0 0,-2-11 171 0 0,2 9-1076 0 0,4 6 273 0 0,0-1 705 0 0,-3-2-106 0 0,14 12-51 0 0,-15-13 7 0 0,1 0 0 0 0,-1 1 0 0 0,1-1-1 0 0,0 0 1 0 0,-1 1 0 0 0,1-1 0 0 0,-1 0-1 0 0,1 0 1 0 0,0 0 0 0 0,-1 0 0 0 0,1 0-1 0 0,0 0 1 0 0,-1 0 0 0 0,1 0-1 0 0,0 0 1 0 0,-1 0 0 0 0,1 0 0 0 0,-1 0-1 0 0,1 0 1 0 0,0 0 0 0 0,-1-1 0 0 0,1 1-1 0 0,-1 0 1 0 0,1 0 0 0 0,0-1 0 0 0,-1 1-1 0 0,1-1 1 0 0,2-6-1968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9:26:33.0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3265 0 0,'16'33'2375'0'0,"11"11"-2062"0"0,-27-45-166 0 0,0-1-1 0 0,0 0 0 0 0,1 0 1 0 0,-1 0-1 0 0,0 1 0 0 0,1-1 1 0 0,-1 0-1 0 0,1 0 1 0 0,0 1-1 0 0,0-1 0 0 0,1-2 1 0 0,-2 4-177 0 0,0-1 0 0 0,0 1 0 0 0,0-1 0 0 0,1 1 0 0 0,-1-1 0 0 0,0 1 0 0 0,0-1 0 0 0,1 1 0 0 0,-1-1 0 0 0,0 1 0 0 0,1 0 0 0 0,-1-1 0 0 0,1 1 0 0 0,-1-1 0 0 0,0 1 0 0 0,1 0 0 0 0,-1-1 0 0 0,1 1 0 0 0,-1 0 0 0 0,1 0 0 0 0,-1-1 0 0 0,1 1 0 0 0,-1 0 0 0 0,1 0-1 0 0,-1 0 1 0 0,1 0 0 0 0,0 0 0 0 0,-1 0 0 0 0,1-1 0 0 0,-1 1 0 0 0,1 1 0 0 0,-1-1 0 0 0,1 0 0 0 0,-1 0 0 0 0,1 0 0 0 0,0 0 0 0 0,-1 0 0 0 0,1 0 0 0 0,-1 1 0 0 0,1-1 0 0 0,-1 0 0 0 0,1 0 0 0 0,-1 1 0 0 0,1-1 0 0 0,-1 0 0 0 0,0 1 0 0 0,2 0 0 0 0,-2-1 56 0 0,0 1 0 0 0,1-1 0 0 0,-1 1 0 0 0,0 0 0 0 0,0-1 0 0 0,0 1 0 0 0,1-1 0 0 0,-1 1 0 0 0,0 0 0 0 0,0-1 0 0 0,0 1 0 0 0,0-1-1 0 0,0 1 1 0 0,0 0 0 0 0,0-1 0 0 0,0 1 0 0 0,0 0 0 0 0,-1-1 0 0 0,1 1 0 0 0,0-1 0 0 0,0 1 0 0 0,0 0 0 0 0,-1-1 0 0 0,1 1 0 0 0,0-1 0 0 0,-1 1 0 0 0,-6 10-817 0 0,10-13 606 0 0,-1 2 161 0 0,-1-1 1 0 0,0 0-1 0 0,0 0 0 0 0,1 1 1 0 0,-1-1-1 0 0,1 1 1 0 0,-1-1-1 0 0,1 1 1 0 0,-1 0-1 0 0,3-1 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9:26:35.1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72 2793 0 0,'-3'-5'1884'0'0,"-6"-7"276"0"0,9 12-2149 0 0,-1-1 0 0 0,1 1 0 0 0,0 0 0 0 0,0 0 0 0 0,0 0 0 0 0,-1-1 0 0 0,1 1 0 0 0,0 0 0 0 0,0 0 1 0 0,0 0-1 0 0,-1-1 0 0 0,1 1 0 0 0,0 0 0 0 0,0 0 0 0 0,-1 0 0 0 0,1 0 0 0 0,0 0 0 0 0,0 0 0 0 0,-1-1 0 0 0,1 1 1 0 0,0 0-1 0 0,-1 0 0 0 0,1 0 0 0 0,0 0 0 0 0,0 0 0 0 0,-1 0 0 0 0,1 0 0 0 0,0 0 0 0 0,-1 0 0 0 0,1 0 0 0 0,0 1 0 0 0,0-1 1 0 0,-1 0-1 0 0,1 0 0 0 0,0 0 0 0 0,-1 0 0 0 0,0 2-149 0 0,1-1 1 0 0,-1 0-1 0 0,1 1 0 0 0,-1-1 0 0 0,1 0 1 0 0,-1 1-1 0 0,1-1 0 0 0,0 1 1 0 0,0-1-1 0 0,0 1 0 0 0,0-1 1 0 0,0 0-1 0 0,0 1 0 0 0,0-1 1 0 0,1 3-1 0 0,-1-3 133 0 0,0 0 0 0 0,0 1 1 0 0,0-1-1 0 0,0 0 0 0 0,1 0 0 0 0,-1 0 1 0 0,0 0-1 0 0,1 0 0 0 0,-1 0 0 0 0,1 0 0 0 0,-1 0 1 0 0,1 0-1 0 0,0 0 0 0 0,-1 0 0 0 0,1 0 1 0 0,0 0-1 0 0,0 0 0 0 0,0 0 0 0 0,0-1 0 0 0,1 2 1 0 0,-2-2 69 0 0,1 0-1 0 0,-1 1 1 0 0,1-1 0 0 0,-1 0 0 0 0,1 0 0 0 0,-1 0 0 0 0,1 0 0 0 0,-1 0-1 0 0,1 0 1 0 0,-1 0 0 0 0,0 0 0 0 0,1 0 0 0 0,-1 0 0 0 0,1 0 0 0 0,-1 0-1 0 0,1-1 1 0 0,-1 1 0 0 0,1 0 0 0 0,-1 0 0 0 0,1 0 0 0 0,-1-1 0 0 0,1 1-1 0 0,-1 0 1 0 0,0-1 0 0 0,1 1 0 0 0,-1 0 0 0 0,0-1 0 0 0,1 1 0 0 0,-1 0-1 0 0,0-1 1 0 0,1 1 0 0 0,-1-1 0 0 0,0 1 0 0 0,0 0 0 0 0,1-1 0 0 0,-1 1-1 0 0,0-1 1 0 0,0 1 0 0 0,0-1 0 0 0,0 1 0 0 0,0-1 0 0 0,0 1 0 0 0,0-1-1 0 0,0 1 1 0 0,0-1 0 0 0,0 1 0 0 0,0-1 0 0 0,0 1 0 0 0,0-1 0 0 0,0 1-1 0 0,0-1 1 0 0,0-2 96 0 0,-1 1 0 0 0,1-1 1 0 0,0 1-1 0 0,-1 0 0 0 0,1-1 0 0 0,-1 1 0 0 0,0 0 0 0 0,0 0 0 0 0,-2-4 0 0 0,5 7-2722 0 0,-2 0 2471 0 0,1-1 0 0 0,0 1 0 0 0,-1-1 0 0 0,1 1 0 0 0,0-1 0 0 0,-1 1 0 0 0,1-1 0 0 0,0 1 0 0 0,0-1 0 0 0,0 0 0 0 0,-1 1 0 0 0,1-1 0 0 0,0 0 0 0 0,0 0 0 0 0,0 0 0 0 0,0 1 0 0 0,0-1 0 0 0,0 0 0 0 0,-1 0 0 0 0,1 0 0 0 0,0 0 0 0 0,0-1 0 0 0,0 1 0 0 0,0 0 0 0 0,0 0 0 0 0,0-1 0 0 0,-1 1 0 0 0,1 0 0 0 0,0-1 0 0 0,0 1 0 0 0,-1 0 0 0 0,1-1 0 0 0,0 1 0 0 0,0-1 0 0 0,-1 0 0 0 0,1 1 0 0 0,0-1 0 0 0,-1 1 0 0 0,1-1 0 0 0,-1 0 0 0 0,1 0 0 0 0,-1 1 0 0 0,1-1 0 0 0,-1 0 0 0 0,1-1 0 0 0,-1-1 118 0 0,1 0 0 0 0,-1 1 0 0 0,0-1-1 0 0,0 0 1 0 0,0 0 0 0 0,0 0 0 0 0,-1 0 0 0 0,1 0 0 0 0,-1 0 0 0 0,0 1-1 0 0,0-1 1 0 0,0 0 0 0 0,0 1 0 0 0,0-1 0 0 0,0 0 0 0 0,-4-4-1 0 0,4 13 363 0 0,1-5-405 0 0,1 0 0 0 0,-1 0 0 0 0,0 0 0 0 0,0 0 0 0 0,0 0 0 0 0,0-1 0 0 0,1 1 0 0 0,-1 0 0 0 0,0 0 0 0 0,1 0 0 0 0,-1-1 0 0 0,0 1 0 0 0,1 0 0 0 0,-1-1 0 0 0,1 1 0 0 0,-1 0 0 0 0,1-1 0 0 0,0 1 0 0 0,-1 0 0 0 0,1-1 0 0 0,0 1 0 0 0,1 0 62 0 0,0-1 0 0 0,0 1-1 0 0,-1-1 1 0 0,1 0-1 0 0,0 0 1 0 0,0 0-1 0 0,-1 0 1 0 0,1 0-1 0 0,3-1 1 0 0,-4 1-51 0 0,0 0 0 0 0,1-1 0 0 0,-1 1 0 0 0,0 0-1 0 0,0 0 1 0 0,0 0 0 0 0,0 0 0 0 0,1 0 0 0 0,-1 0 0 0 0,0 0 0 0 0,0 1-1 0 0,0-1 1 0 0,0 0 0 0 0,0 0 0 0 0,1 1 0 0 0,-1-1 0 0 0,0 1 0 0 0,0-1-1 0 0,0 1 1 0 0,1 1 0 0 0,-2-2 34 0 0,1 1-1 0 0,-1 0 0 0 0,0-1 0 0 0,1 1 1 0 0,-1 0-1 0 0,0 0 0 0 0,0-1 1 0 0,0 1-1 0 0,0 0 0 0 0,0 0 1 0 0,0 0-1 0 0,0-1 0 0 0,0 1 1 0 0,0 0-1 0 0,0 0 0 0 0,0-1 1 0 0,0 1-1 0 0,0 0 0 0 0,-1 0 1 0 0,1-1-1 0 0,0 1 0 0 0,-1 0 1 0 0,1 0-1 0 0,0-1 0 0 0,-1 1 1 0 0,1 0-1 0 0,-1-1 0 0 0,1 1 0 0 0,-1-1 1 0 0,0 2-1 0 0,-5 7-1163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9:26:35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2184 0 0,'0'0'50'0'0,"0"1"-1"0"0,0 0 0 0 0,0-1 0 0 0,0 1 1 0 0,0-1-1 0 0,0 1 0 0 0,0 0 0 0 0,0-1 1 0 0,0 1-1 0 0,0-1 0 0 0,1 1 0 0 0,-1-1 0 0 0,0 1 1 0 0,1-1-1 0 0,-1 1 0 0 0,0-1 0 0 0,1 1 1 0 0,-1-1-1 0 0,0 1 0 0 0,1-1 0 0 0,-1 1 1 0 0,1-1-1 0 0,-1 0 0 0 0,1 1 0 0 0,-1-1 0 0 0,1 0 1 0 0,-1 0-1 0 0,1 1 0 0 0,-1-1 0 0 0,1 0 1 0 0,-1 0-1 0 0,1 1 0 0 0,-1-1 0 0 0,1 0 1 0 0,0 0-1 0 0,-1 0 0 0 0,1 0 0 0 0,0 0 0 0 0,0 0 42 0 0,0 0 1 0 0,0-1-1 0 0,-1 1 0 0 0,1 0 0 0 0,0 0 0 0 0,-1-1 0 0 0,1 1 0 0 0,0 0 0 0 0,-1-1 0 0 0,1 1 0 0 0,0 0 0 0 0,-1-1 0 0 0,1 1 0 0 0,-1-1 0 0 0,1 1 0 0 0,-1-1 0 0 0,1 0 0 0 0,-1 1 0 0 0,1-1 0 0 0,-1 1 1 0 0,0-1-1 0 0,1 0 0 0 0,-1 1 0 0 0,0-1 0 0 0,0 0 0 0 0,1 1 0 0 0,-1-1 0 0 0,0 0 0 0 0,0 0 0 0 0,0 1 0 0 0,0-1 0 0 0,0 0 0 0 0,0 0 0 0 0,-2-14 582 0 0,2 15-696 0 0,0-1 0 0 0,0 1 0 0 0,0-1 0 0 0,0 1-1 0 0,-1-1 1 0 0,1 1 0 0 0,0-1 0 0 0,0 1 0 0 0,0 0 0 0 0,-1-1 0 0 0,1 1 0 0 0,0-1 0 0 0,-1 1-1 0 0,1-1 1 0 0,0 1 0 0 0,-1 0 0 0 0,1-1 0 0 0,0 1 0 0 0,-1 0 0 0 0,1 0 0 0 0,-1-1 0 0 0,1 1 0 0 0,-1 0-1 0 0,1 0 1 0 0,-1-1 0 0 0,0 1-41 0 0,1 1 0 0 0,0-1-1 0 0,-1 0 1 0 0,1 0 0 0 0,0 1-1 0 0,0-1 1 0 0,-1 0 0 0 0,1 1 0 0 0,0-1-1 0 0,0 0 1 0 0,0 1 0 0 0,0-1-1 0 0,-1 1 1 0 0,1-1 0 0 0,0 0 0 0 0,0 1-1 0 0,0-1 1 0 0,0 0 0 0 0,0 1-1 0 0,0-1 1 0 0,0 1 0 0 0,0-1 0 0 0,0 0-1 0 0,0 1 1 0 0,0-1 0 0 0,0 1-1 0 0,0-1 1 0 0,0 0 0 0 0,0 1-1 0 0,1-1 1 0 0,-1 0 0 0 0,0 1 0 0 0,0 0-1 0 0,5 13 188 0 0,-4-13-68 0 0,-1 1-1 0 0,1-1 1 0 0,0 0 0 0 0,0 0-1 0 0,0 0 1 0 0,0 0 0 0 0,0 0 0 0 0,0 0-1 0 0,0 0 1 0 0,0 0 0 0 0,0-1-1 0 0,0 1 1 0 0,0 0 0 0 0,1 0-1 0 0,-1-1 1 0 0,0 1 0 0 0,0-1-1 0 0,1 0 1 0 0,-1 1 0 0 0,0-1-1 0 0,1 0 1 0 0,-1 1 0 0 0,1-1-1 0 0,-1 0 1 0 0,0 0 0 0 0,1 0-1 0 0,-1-1 1 0 0,1 1 0 0 0,-1 0-1 0 0,0 0 1 0 0,1-1 0 0 0,-1 1-1 0 0,0-1 1 0 0,0 1 0 0 0,1-1-1 0 0,-1 1 1 0 0,0-1 0 0 0,2-1-1 0 0,-2 1-308 0 0,0 0-1 0 0,0 0 1 0 0,-1 0-1 0 0,1 0 0 0 0,0 0 1 0 0,0 0-1 0 0,-1 0 0 0 0,1 0 1 0 0,-1-1-1 0 0,1 1 0 0 0,-1 0 1 0 0,0 0-1 0 0,1 0 0 0 0,-1-1 1 0 0,0 1-1 0 0,0 0 1 0 0,0-3-1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0:20:15.7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9 5681 0 0,'-4'-8'10481'0'0,"4"8"-10385"0"0,1 22 53 0 0,7 33 1 0 0,-6-44-114 0 0,9 56 284 0 0,-11-67-322 0 0,0 1-1 0 0,0-1 1 0 0,0 1-1 0 0,0 0 1 0 0,0-1 0 0 0,0 1-1 0 0,1-1 1 0 0,-1 1-1 0 0,0-1 1 0 0,0 1-1 0 0,0-1 1 0 0,1 1 0 0 0,-1-1-1 0 0,0 1 1 0 0,1-1-1 0 0,-1 1 1 0 0,0-1 0 0 0,1 1-1 0 0,-1-1 1 0 0,0 0-1 0 0,1 1 1 0 0,-1-1 0 0 0,1 0-1 0 0,-1 1 1 0 0,1-1-1 0 0,-1 0 1 0 0,1 0 0 0 0,0 1-1 0 0,1-1 18 0 0,-1 0 1 0 0,1-1-1 0 0,-1 1 1 0 0,1-1-1 0 0,-1 1 0 0 0,1-1 1 0 0,-1 1-1 0 0,1-1 0 0 0,1-1 1 0 0,8-4 152 0 0,46-22-233 0 0,-53 27 856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0:20:16.7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8 4337 0 0,'-1'-5'6376'0'0,"1"3"-3405"0"0,2 11-2089 0 0,6 25 149 0 0,-1 18-293 0 0,-2-18-555 0 0,-5-33-188 0 0,0 0 1 0 0,0 0-1 0 0,0 1 0 0 0,0-1 0 0 0,1 0 0 0 0,-1 0 0 0 0,1 0 0 0 0,-1 0 1 0 0,1 0-1 0 0,-1 0 0 0 0,1 0 0 0 0,0 0 0 0 0,1 2 0 0 0,-2-3 18 0 0,1 1 0 0 0,-1-1 0 0 0,1 0 0 0 0,-1 1 0 0 0,1-1 0 0 0,-1 0 0 0 0,1 0 0 0 0,0 1 0 0 0,-1-1-1 0 0,1 0 1 0 0,0 0 0 0 0,-1 0 0 0 0,1 0 0 0 0,-1 0 0 0 0,1 0 0 0 0,0 0 0 0 0,-1 0 0 0 0,1 0 0 0 0,0 0 0 0 0,3-1 47 0 0,1-1 1 0 0,-1 1-1 0 0,0-1 1 0 0,0 0-1 0 0,-1 0 1 0 0,6-4-1 0 0,3-1-302 0 0,-8 4-301 0 0,4-1-531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0:20:18.2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58 5097 0 0,'2'16'8180'0'0,"7"17"-5371"0"0,3 13-2519 0 0,-17-68 3289 0 0,0 3-4044 0 0,-3-28 0 0 0,8 45 416 0 0,-1 0-20 0 0,1 1 1 0 0,0-1-1 0 0,-1 0 1 0 0,1 1-1 0 0,0-1 1 0 0,0 0-1 0 0,0 1 1 0 0,1-1-1 0 0,-1 0 1 0 0,0 1-1 0 0,1-1 1 0 0,0-2-1 0 0,1 4 50 0 0,1 1 0 0 0,-1-1-1 0 0,0 1 1 0 0,1 0 0 0 0,-1 0 0 0 0,0 0-1 0 0,0 0 1 0 0,1 0 0 0 0,-1 0 0 0 0,0 1-1 0 0,0-1 1 0 0,0 1 0 0 0,-1-1 0 0 0,1 1-1 0 0,3 3 1 0 0,22 31 273 0 0,-27-36-257 0 0,7 12 26 0 0,5 7-169 0 0,-11-23 352 0 0,1 0 1 0 0,-1 0-1 0 0,-1-1 0 0 0,1 1 0 0 0,0-8 1 0 0,-3-21-418 0 0,2 25 216 0 0,-1 1 0 0 0,1 0 0 0 0,0 0 0 0 0,1-1 0 0 0,1-11-1 0 0,-2 19-19 0 0,0 0 0 0 0,0-1 0 0 0,0 1 0 0 0,0 0-1 0 0,0 0 1 0 0,1 0 0 0 0,-1-1 0 0 0,0 1-1 0 0,0 0 1 0 0,0 0 0 0 0,0 0 0 0 0,0-1 0 0 0,0 1-1 0 0,0 0 1 0 0,1 0 0 0 0,-1 0 0 0 0,0 0-1 0 0,0 0 1 0 0,0-1 0 0 0,0 1 0 0 0,1 0 0 0 0,-1 0-1 0 0,0 0 1 0 0,0 0 0 0 0,0 0 0 0 0,0 0-1 0 0,1 0 1 0 0,-1 0 0 0 0,0-1 0 0 0,0 1 0 0 0,1 0-1 0 0,-1 0 1 0 0,0 0 0 0 0,0 0 0 0 0,0 0 0 0 0,1 0-1 0 0,-1 0 1 0 0,0 0 0 0 0,0 0 0 0 0,0 1-1 0 0,1-1 1 0 0,-1 0 0 0 0,0 0 0 0 0,0 0 0 0 0,0 0-1 0 0,1 0 1 0 0,-1 0 0 0 0,0 0 0 0 0,0 0-1 0 0,0 0 1 0 0,1 1 0 0 0,12 12-17 0 0,8 22 374 0 0,9 19 1016 0 0,-15-27-3171 0 0,-1 0-8793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0:20:22.5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100 181 6153 0 0,'-4'-3'9179'0'0,"-13"-8"-6332"0"0,16 10-2825 0 0,0 1 0 0 0,0-1 0 0 0,0 0 0 0 0,0 1 0 0 0,0-1 0 0 0,0 1 0 0 0,0-1 0 0 0,0 1 0 0 0,-1-1 0 0 0,1 1 0 0 0,0 0 0 0 0,0 0 0 0 0,-1-1 0 0 0,1 1 0 0 0,0 0 0 0 0,0 0 0 0 0,-1 0 0 0 0,1 0 0 0 0,0 1 0 0 0,0-1 0 0 0,0 0 0 0 0,-1 0 0 0 0,0 1 0 0 0,0 0-32 0 0,1 0 1 0 0,-1 1-1 0 0,1-1 1 0 0,0 0-1 0 0,-1 0 0 0 0,1 1 1 0 0,0-1-1 0 0,0 0 1 0 0,0 1-1 0 0,0-1 0 0 0,0 1 1 0 0,0 0-1 0 0,0-1 1 0 0,0 3-1 0 0,-1 1-45 0 0,1-1 1 0 0,-1 1-1 0 0,1-1 0 0 0,1 1 0 0 0,-1 0 1 0 0,1 0-1 0 0,-1-1 0 0 0,1 1 1 0 0,1 0-1 0 0,-1 0 0 0 0,2 7 0 0 0,-2-12 19 0 0,1 1-1 0 0,-1 0 1 0 0,1 0-1 0 0,-1 0 1 0 0,1 0-1 0 0,-1 0 1 0 0,1-1-1 0 0,-1 1 1 0 0,1 0-1 0 0,0-1 1 0 0,-1 1-1 0 0,1 0 1 0 0,0-1-1 0 0,0 1 1 0 0,0-1-1 0 0,-1 1 0 0 0,1-1 1 0 0,0 1-1 0 0,0-1 1 0 0,0 0-1 0 0,0 1 1 0 0,1-1 182 0 0,-20 16 330 0 0,15-11-511 0 0,-1 1 0 0 0,1-1 0 0 0,1 1 0 0 0,-1 0 0 0 0,1 0-1 0 0,0 0 1 0 0,0 1 0 0 0,1-1 0 0 0,0 0 0 0 0,0 1 0 0 0,0 7 0 0 0,0-11 18 0 0,1 0 0 0 0,1 1 0 0 0,-1-1 0 0 0,0 0 0 0 0,1 0 0 0 0,0 1 0 0 0,0-1 0 0 0,-1 0 0 0 0,2 0 0 0 0,-1 0 0 0 0,0 0 0 0 0,1 0 0 0 0,-1 0 0 0 0,1-1 0 0 0,0 1 1 0 0,0 0-1 0 0,0-1 0 0 0,0 1 0 0 0,1-1 0 0 0,-1 0 0 0 0,1 0 0 0 0,-1 0 0 0 0,6 3 0 0 0,3 3-379 0 0,-14 3 116 0 0,-1-2 317 0 0,2-6-40 0 0,1 0-1 0 0,0 0 1 0 0,1 0 0 0 0,-1 1-1 0 0,0-1 1 0 0,1 0-1 0 0,0 0 1 0 0,0 0 0 0 0,0 0-1 0 0,0 1 1 0 0,0-1 0 0 0,1 0-1 0 0,-1 0 1 0 0,1 0-1 0 0,0 0 1 0 0,0 0 0 0 0,0 0-1 0 0,0 0 1 0 0,1 0-1 0 0,2 5 1 0 0,-3-7 25 0 0,1 1 0 0 0,-1 0 0 0 0,1 0 1 0 0,-1-1-1 0 0,1 1 0 0 0,0-1 0 0 0,0 0 0 0 0,-1 1 0 0 0,1-1 0 0 0,0 0 0 0 0,0 0 1 0 0,0 0-1 0 0,0 0 0 0 0,0 0 0 0 0,1-1 0 0 0,-1 1 0 0 0,0-1 0 0 0,0 1 0 0 0,0-1 1 0 0,1 0-1 0 0,-1 0 0 0 0,0 0 0 0 0,0 0 0 0 0,1 0 0 0 0,-1 0 0 0 0,0-1 0 0 0,0 1 1 0 0,0-1-1 0 0,0 0 0 0 0,3-1 0 0 0,5-3 38 0 0,-3 1-196 0 0,-7 4 133 0 0,0 0 0 0 0,0 0 0 0 0,0 0-1 0 0,0 0 1 0 0,0 0 0 0 0,0 0-1 0 0,1 0 1 0 0,-1 0 0 0 0,0 0-1 0 0,0 0 1 0 0,0 0 0 0 0,0 0 0 0 0,0 0-1 0 0,0 0 1 0 0,0 0 0 0 0,0 0-1 0 0,0 0 1 0 0,1 0 0 0 0,-1 0-1 0 0,0 0 1 0 0,0 0 0 0 0,0 0-1 0 0,0 0 1 0 0,0 0 0 0 0,0 0 0 0 0,0 0-1 0 0,0 1 1 0 0,0-1 0 0 0,0 0-1 0 0,0 0 1 0 0,0 0 0 0 0,1 0-1 0 0,-1 0 1 0 0,0 0 0 0 0,0 0-1 0 0,0 0 1 0 0,0 0 0 0 0,0 0 0 0 0,0 1-1 0 0,0-1 1 0 0,0 0 0 0 0,0 0-1 0 0,0 0 1 0 0,0 0 0 0 0,0 0-1 0 0,0 0 1 0 0,0 0 0 0 0,0 0-1 0 0,0 0 1 0 0,0 1 0 0 0,0-1 0 0 0,0 0-1 0 0,0 2 19 0 0,0 0-1 0 0,0-1 0 0 0,0 1 0 0 0,1 0 1 0 0,-1 0-1 0 0,1 0 0 0 0,-1-1 1 0 0,1 1-1 0 0,0 0 0 0 0,0-1 0 0 0,0 1 1 0 0,0 0-1 0 0,0-1 0 0 0,0 1 1 0 0,0-1-1 0 0,0 1 0 0 0,0-1 1 0 0,1 0-1 0 0,-1 0 0 0 0,1 0 0 0 0,-1 1 1 0 0,1-1-1 0 0,-1 0 0 0 0,1-1 1 0 0,0 1-1 0 0,-1 0 0 0 0,1 0 0 0 0,0-1 1 0 0,0 1-1 0 0,-1-1 0 0 0,4 1 1 0 0,-1 0 27 0 0,1-1 0 0 0,0 1 0 0 0,0-1 1 0 0,-1 0-1 0 0,1 0 0 0 0,0 0 0 0 0,0-1 0 0 0,-1 0 1 0 0,1 0-1 0 0,0 0 0 0 0,4-2 0 0 0,-4 1-53 0 0,-1 0-1 0 0,1 0 1 0 0,-1-1-1 0 0,5-3 1 0 0,-8 5 30 0 0,1 0 1 0 0,-1 0-1 0 0,0 0 1 0 0,0-1-1 0 0,0 1 1 0 0,0 0-1 0 0,0-1 0 0 0,0 1 1 0 0,0-1-1 0 0,0 1 1 0 0,0-1-1 0 0,0 1 1 0 0,-1-1-1 0 0,1 0 0 0 0,0-2 1 0 0,-2 0 512 0 0,1 4-533 0 0,0 0 1 0 0,0 1-1 0 0,1-1 1 0 0,-1 1-1 0 0,0-1 0 0 0,1 0 1 0 0,-1 1-1 0 0,0-1 1 0 0,1 0-1 0 0,-1 0 0 0 0,0 1 1 0 0,1-1-1 0 0,-1 0 1 0 0,1 0-1 0 0,-1 1 1 0 0,1-1-1 0 0,-1 0 0 0 0,0 0 1 0 0,1 0-1 0 0,-1 0 1 0 0,1 0-1 0 0,-1 0 0 0 0,1 0 1 0 0,0 0-1 0 0,2 1 1 0 0,0-1 1 0 0,1 0-1 0 0,-1 0 0 0 0,0-1 0 0 0,0 1 0 0 0,0-1 0 0 0,1 1 1 0 0,-1-1-1 0 0,0 0 0 0 0,0 0 0 0 0,0-1 0 0 0,0 1 1 0 0,0-1-1 0 0,-1 1 0 0 0,1-1 0 0 0,3-2 0 0 0,-2 1 16 0 0,0-1 1 0 0,0 1-1 0 0,0-1 0 0 0,0 0 0 0 0,-1 0 1 0 0,0 0-1 0 0,1 0 0 0 0,-1 0 0 0 0,3-7 1 0 0,-6 3 319 0 0,0 8-314 0 0,0 0 0 0 0,0 0 0 0 0,0 0 0 0 0,0 0 0 0 0,0 0 0 0 0,0 0 0 0 0,0-1 0 0 0,0 1 0 0 0,0 0 0 0 0,0 0 0 0 0,0 0 0 0 0,0 0 0 0 0,0 0 0 0 0,0 0 0 0 0,0 0 0 0 0,0 0 0 0 0,0 0-1 0 0,0-1 1 0 0,0 1 0 0 0,0 0 0 0 0,0 0 0 0 0,0 0 0 0 0,0 0 0 0 0,0 0 0 0 0,0 0 0 0 0,0 0 0 0 0,0 0 0 0 0,-1 0 0 0 0,1 0 0 0 0,0 0 0 0 0,0 0 0 0 0,0-1 0 0 0,0 1 0 0 0,0 0 0 0 0,0 0 0 0 0,0 0 0 0 0,0 0 0 0 0,0 0 0 0 0,0 0 0 0 0,-1 0 0 0 0,1 0 0 0 0,0 0 0 0 0,0 0 0 0 0,0 0 0 0 0,0 0 0 0 0,0 0 0 0 0,0 0 0 0 0,0 0 0 0 0,0 0 0 0 0,0 0 0 0 0,-1 0 0 0 0,1 0 0 0 0,0 0 0 0 0,0 0 0 0 0,0 0 0 0 0,0 1 0 0 0,0-1 0 0 0,0 0 0 0 0,0 0 0 0 0,0 0 0 0 0,0 0 0 0 0,0 0 0 0 0,-1 0 0 0 0,18 15-1020 0 0,-13-14 1013 0 0,-1-1-1 0 0,1 0 1 0 0,0 0-1 0 0,-1 0 1 0 0,1 0-1 0 0,0-1 1 0 0,-1 1-1 0 0,1-1 1 0 0,0 0-1 0 0,-1 0 1 0 0,1 0-1 0 0,-1-1 1 0 0,6-2-1 0 0,-6 2-17 0 0,-1 1 0 0 0,1 0 0 0 0,-1-1 0 0 0,1 0 0 0 0,-1 1-1 0 0,0-1 1 0 0,0 0 0 0 0,0 0 0 0 0,0 0 0 0 0,0 0 0 0 0,-1-1 0 0 0,1 1 0 0 0,0 0 0 0 0,-1-1 0 0 0,0 1-1 0 0,0-1 1 0 0,1 0 0 0 0,0-4 0 0 0,10 19 39 0 0,-10-11-29 0 0,0 0 1 0 0,0 0-1 0 0,1 0 0 0 0,-1-1 0 0 0,0 1 1 0 0,1-1-1 0 0,-1 1 0 0 0,0-1 0 0 0,1 0 0 0 0,-1 0 1 0 0,1 0-1 0 0,-1 0 0 0 0,1 0 0 0 0,-1-1 1 0 0,0 1-1 0 0,1-1 0 0 0,3-1 0 0 0,-3 1 23 0 0,0 0 0 0 0,0 0 0 0 0,0-1 0 0 0,0 1 0 0 0,0-1-1 0 0,-1 0 1 0 0,1 1 0 0 0,0-1 0 0 0,-1 0 0 0 0,0-1 0 0 0,1 1 0 0 0,-1 0-1 0 0,2-3 1 0 0,-4 5-32 0 0,0 0 0 0 0,0 0 0 0 0,0 0 0 0 0,0 1 0 0 0,0-1 0 0 0,0 0 0 0 0,0 0 0 0 0,0 0 0 0 0,0 0 0 0 0,0 1 0 0 0,0-1 1 0 0,0 0-1 0 0,0 0 0 0 0,0 0 0 0 0,0 1 0 0 0,0-1 0 0 0,0 0 0 0 0,0 0 0 0 0,1 0 0 0 0,-1 0 0 0 0,0 1 0 0 0,0-1 0 0 0,0 0 0 0 0,0 0 0 0 0,0 0 0 0 0,0 0 0 0 0,1 0 0 0 0,-1 0 0 0 0,0 1 0 0 0,0-1 0 0 0,0 0 0 0 0,0 0 0 0 0,1 0 0 0 0,-1 0 0 0 0,0 0 0 0 0,0 0 0 0 0,0 0 0 0 0,0 0 0 0 0,1 0 0 0 0,13 4 172 0 0,-10-3-91 0 0,1 0 1 0 0,0-1-1 0 0,-1 0 1 0 0,9 0-1 0 0,-6-2 22 0 0,-1 0-1 0 0,1 0 0 0 0,-1 0 0 0 0,0-1 0 0 0,1 0 0 0 0,9-6 0 0 0,-14 8-39 0 0,1-1-1 0 0,-1 0 0 0 0,0 1 0 0 0,1-1 0 0 0,-1 0 0 0 0,0-1 0 0 0,0 1 0 0 0,0 0 0 0 0,0 0 1 0 0,-1-1-1 0 0,1 1 0 0 0,-1-1 0 0 0,1 0 0 0 0,-1 1 0 0 0,0-1 0 0 0,0 0 0 0 0,1-5 0 0 0,-2 7-45 0 0,0 1-1 0 0,0-1 1 0 0,0 1-1 0 0,0-1 0 0 0,0 0 1 0 0,0 1-1 0 0,0-1 0 0 0,0 1 1 0 0,0-1-1 0 0,0 1 0 0 0,0-1 1 0 0,0 1-1 0 0,0-1 1 0 0,-1 1-1 0 0,1-1 0 0 0,0 1 1 0 0,-1-2-1 0 0,1 0-1048 0 0,7-2 891 0 0,-3 0 162 0 0,0 0 0 0 0,0 1 0 0 0,0-1 0 0 0,-1-1 0 0 0,1 1 0 0 0,-1 0 0 0 0,0-1 0 0 0,-1 0 0 0 0,1 0 0 0 0,-1 0 0 0 0,1 0 0 0 0,-1 0 0 0 0,1-7 0 0 0,-1 6-45 0 0,0-1 1 0 0,-1 0 0 0 0,0 1 0 0 0,0-1 0 0 0,-1 0 0 0 0,1 0 0 0 0,-2 1-1 0 0,1-1 1 0 0,-1 0 0 0 0,-2-9 0 0 0,2 12 94 0 0,-1 0 0 0 0,1 0 0 0 0,-1 0 0 0 0,0 1 0 0 0,0-1 0 0 0,-1 0 0 0 0,-2-2 0 0 0,4 4-52 0 0,0 1 1 0 0,0-1-1 0 0,-1 1 0 0 0,1 0 0 0 0,-1-1 1 0 0,1 1-1 0 0,-1 0 0 0 0,1 0 0 0 0,-1 0 1 0 0,0 0-1 0 0,1 1 0 0 0,-1-1 0 0 0,0 0 1 0 0,0 1-1 0 0,0-1 0 0 0,1 1 0 0 0,-4-1 1 0 0,5 0-41 0 0,1 1 1 0 0,-1-1-1 0 0,1 0 1 0 0,-1 1-1 0 0,1-1 1 0 0,-1 0 0 0 0,1 0-1 0 0,-1 1 1 0 0,1-1-1 0 0,-1 0 1 0 0,0 0-1 0 0,0 0 1 0 0,1 0-1 0 0,-1 1 1 0 0,0-1-1 0 0,0 0 1 0 0,0 0 0 0 0,0-1-1 0 0,2-19 206 0 0,-2 17-169 0 0,0 1 0 0 0,-1-1 0 0 0,1 0 0 0 0,-1 0 0 0 0,0 1 0 0 0,0-1 0 0 0,-1 1 0 0 0,1-1 0 0 0,-1 1 0 0 0,1-1 0 0 0,-1 1 0 0 0,0 0 0 0 0,0 0 0 0 0,0 0 0 0 0,-1 0 0 0 0,1 0 0 0 0,-1 1 0 0 0,0-1 0 0 0,0 1 0 0 0,0-1 0 0 0,0 1 0 0 0,0 0 0 0 0,0 0 0 0 0,0 0 0 0 0,-1 1 0 0 0,1-1 0 0 0,-1 1 0 0 0,1 0 0 0 0,-1 0 0 0 0,0 0 0 0 0,1 0 0 0 0,-1 1 0 0 0,0-1 0 0 0,0 1 0 0 0,1 0 0 0 0,-1 0 0 0 0,0 1 0 0 0,-6 0 0 0 0,3 0-24 0 0,1 1-1 0 0,-1 0 0 0 0,1 0 0 0 0,-9 4 0 0 0,15-6 15 0 0,0 0 1 0 0,0 0-1 0 0,0-1 1 0 0,0 1-1 0 0,0 0 1 0 0,0 0-1 0 0,0 0 1 0 0,0 0-1 0 0,0 0 1 0 0,0 0-1 0 0,0 0 1 0 0,0 0-1 0 0,0 0 1 0 0,0-1-1 0 0,0 1 1 0 0,1 0-1 0 0,-1 0 1 0 0,0 0-1 0 0,0 0 1 0 0,0 0-1 0 0,0 0 1 0 0,0 0-1 0 0,0 0 1 0 0,0-1-1 0 0,0 1 1 0 0,-1 0-1 0 0,1 0 1 0 0,0 0-1 0 0,0 0 1 0 0,0 0-1 0 0,0 0 1 0 0,0 0-1 0 0,0-1 1 0 0,0 1-1 0 0,0 0 1 0 0,0 0-1 0 0,0 0 1 0 0,0 0-1 0 0,0 0 1 0 0,0 0-1 0 0,0 0 1 0 0,0 0-1 0 0,-1 0 1 0 0,1 0-1 0 0,-7-7-33 0 0,-8-2-99 0 0,11 7 118 0 0,-1 1 0 0 0,0 0-1 0 0,1 0 1 0 0,-1 0 0 0 0,0 1-1 0 0,1 0 1 0 0,-1-1 0 0 0,0 2-1 0 0,0-1 1 0 0,1 0 0 0 0,-1 1-1 0 0,0 0 1 0 0,1 0 0 0 0,-8 3-1 0 0,8-2-2 0 0,0-1 0 0 0,-1 1-1 0 0,1 0 1 0 0,0 0-1 0 0,0 1 1 0 0,0-1-1 0 0,0 1 1 0 0,1 0 0 0 0,-1 0-1 0 0,1 0 1 0 0,0 0-1 0 0,0 1 1 0 0,0 0-1 0 0,-5 7 1 0 0,6-3-335 0 0,2-8 334 0 0,1 0 0 0 0,-1 0 0 0 0,0 0 1 0 0,0 0-1 0 0,0 0 0 0 0,0 0 0 0 0,0 0 0 0 0,0 0 0 0 0,0 0 1 0 0,0 0-1 0 0,0 0 0 0 0,0 0 0 0 0,1 0 0 0 0,-1 0 0 0 0,0 0 1 0 0,0 0-1 0 0,0 0 0 0 0,0 0 0 0 0,0 0 0 0 0,0 0 0 0 0,0 0 1 0 0,0 0-1 0 0,0 0 0 0 0,1 0 0 0 0,-1 0 0 0 0,0 0 0 0 0,0 0 1 0 0,0 0-1 0 0,0 0 0 0 0,0 0 0 0 0,0 0 0 0 0,0 0 0 0 0,0 0 1 0 0,0 1-1 0 0,0-1 0 0 0,0 0 0 0 0,0 0 0 0 0,0 0 0 0 0,0 0 1 0 0,0 0-1 0 0,0 0 0 0 0,0 0 0 0 0,1 0 0 0 0,-1 0 0 0 0,0 0 1 0 0,0 1-1 0 0,0-1 0 0 0,0 0 0 0 0,0 0 0 0 0,0 0 0 0 0,0 0 1 0 0,0 0-1 0 0,0 0 0 0 0,0 0 0 0 0,-1 0 0 0 0,1 0 0 0 0,0 1 1 0 0,0-1-1 0 0,0 0 0 0 0,0 0 0 0 0,0 0 0 0 0,0 0 0 0 0,0 0 0 0 0,0-1 71 0 0,1 1 0 0 0,-1-1 0 0 0,0 0 0 0 0,1 1 0 0 0,-1-1 0 0 0,0 0 0 0 0,0 0 0 0 0,0 1 0 0 0,0-1 0 0 0,0 0 0 0 0,0 0 0 0 0,0 1 0 0 0,0-1 0 0 0,0 0 0 0 0,0 0 0 0 0,0 1 0 0 0,0-1 0 0 0,0 0 0 0 0,-1 0 0 0 0,1 1 0 0 0,0-1 0 0 0,-1 0 0 0 0,1 1 0 0 0,0-1 0 0 0,-1 0 0 0 0,1 1 0 0 0,-1-2-1 0 0,-14-16-96 0 0,13 17 20 0 0,0 0-1 0 0,0 0 0 0 0,1 0 1 0 0,-1 0-1 0 0,0 0 0 0 0,0 0 0 0 0,0 0 1 0 0,0 0-1 0 0,0 1 0 0 0,0-1 1 0 0,-1 1-1 0 0,1-1 0 0 0,0 1 0 0 0,0 0 1 0 0,0 0-1 0 0,0 0 0 0 0,-1 0 1 0 0,1 1-1 0 0,0-1 0 0 0,0 0 0 0 0,0 1 1 0 0,0 0-1 0 0,0-1 0 0 0,-3 2 1 0 0,1 0 5 0 0,1 0 1 0 0,-1 0 0 0 0,0 0-1 0 0,1 1 1 0 0,0-1 0 0 0,0 1-1 0 0,0 0 1 0 0,0 0 0 0 0,0 0 0 0 0,0 0-1 0 0,-3 6 1 0 0,4-6-67 0 0,-7 13 37 0 0,9-16 2 0 0,-1 1-1 0 0,1-1 0 0 0,0 1 0 0 0,-1-1 0 0 0,1 1 0 0 0,0 0 1 0 0,0-1-1 0 0,0 1 0 0 0,-1-1 0 0 0,1 1 0 0 0,0 0 0 0 0,0-1 1 0 0,0 1-1 0 0,0-1 0 0 0,0 1 0 0 0,0 0 0 0 0,0-1 0 0 0,0 1 1 0 0,0-1-1 0 0,1 1 0 0 0,-1 1 0 0 0,0-2 31 0 0,-22-2 1549 0 0,18 1-1571 0 0,-1 0 1 0 0,0 1 0 0 0,0 0 0 0 0,0 0 0 0 0,0 0 0 0 0,-7 1-1 0 0,6 1 18 0 0,1-1 1 0 0,-1 1-1 0 0,1 0 0 0 0,-1 1 0 0 0,1-1 0 0 0,-6 5 0 0 0,10-6-29 0 0,-1 0 0 0 0,0 0 0 0 0,0 0-1 0 0,1 1 1 0 0,-1-1 0 0 0,1 0 0 0 0,-1 1 0 0 0,1 0-1 0 0,0-1 1 0 0,0 1 0 0 0,-1 0 0 0 0,1 0 0 0 0,0-1-1 0 0,1 1 1 0 0,-1 0 0 0 0,0 0 0 0 0,0 0 0 0 0,1 0 0 0 0,-1 0-1 0 0,1 3 1 0 0,1 1-416 0 0,2-7 1078 0 0,-3 1-589 0 0,0-1 0 0 0,0 1 0 0 0,0-1 0 0 0,1 1 0 0 0,-1-1 1 0 0,0 1-1 0 0,0-1 0 0 0,0 1 0 0 0,0-1 0 0 0,0 1 0 0 0,0-1 0 0 0,0 1 0 0 0,0-1 0 0 0,0 1 0 0 0,0-1 0 0 0,-1 1 0 0 0,1-1 0 0 0,0 1 0 0 0,0 0 0 0 0,0-1 0 0 0,-1 1 0 0 0,1-1 0 0 0,0 1 1 0 0,0 0-1 0 0,-1-1 0 0 0,1 0 0 0 0,-1 0-43 0 0,0 0 1 0 0,0 0 0 0 0,0 0-1 0 0,1 0 1 0 0,-1 0 0 0 0,0 0 0 0 0,0 1-1 0 0,-1-1 1 0 0,1 0 0 0 0,0 0-1 0 0,0 1 1 0 0,0-1 0 0 0,0 1-1 0 0,-1-1 1 0 0,1 1 0 0 0,0-1 0 0 0,0 1-1 0 0,-1 0 1 0 0,1 0 0 0 0,0-1-1 0 0,-1 1 1 0 0,-1 0 0 0 0,1 1 122 0 0,-1-1 1 0 0,1 1-1 0 0,0-1 0 0 0,0 1 1 0 0,-1 0-1 0 0,1 0 1 0 0,0 0-1 0 0,0 0 0 0 0,0 0 1 0 0,0 1-1 0 0,0-1 1 0 0,-2 3-1 0 0,1-2-420 0 0,0 1 0 0 0,0 1 0 0 0,1-1 0 0 0,-1 0-1 0 0,1 0 1 0 0,-4 8 0 0 0,5-9-543 0 0,0 0 1 0 0,0 0-1 0 0,0 0 0 0 0,0 0 1 0 0,1 0-1 0 0,-1 1 0 0 0,1-1 0 0 0,0 0 1 0 0,-1 0-1 0 0,1 0 0 0 0,0 1 0 0 0,1 2 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0:20:29.7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93 5233 0 0,'0'0'468'0'0,"-7"-6"6419"0"0,-5-5-4120 0 0,-9-5-1231 0 0,5 4-667 0 0,-29-17 0 0 0,39 26-838 0 0,0 0 0 0 0,0 1 0 0 0,-1-1 0 0 0,1 1 0 0 0,0 1 1 0 0,-1-1-1 0 0,1 1 0 0 0,-1 0 0 0 0,-7 0 0 0 0,13 1-90 0 0,-15 2-1880 0 0,6 2-6756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0:20:30.9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14 5553 0 0,'0'0'218'0'0,"0"0"0"0"0,-1 0 0 0 0,1 0 0 0 0,0 1 0 0 0,0-1 0 0 0,0 0 0 0 0,0 0 0 0 0,-1 0 1 0 0,1 0-1 0 0,0 0 0 0 0,0 0 0 0 0,0 0 0 0 0,0 0 0 0 0,0 0 0 0 0,-1 0 0 0 0,1 0 0 0 0,0 0 0 0 0,0 0 0 0 0,0 0 0 0 0,0 0 0 0 0,-1 0 0 0 0,1-1 0 0 0,-1 0 2180 0 0,1 1-2180 0 0,0 0 1 0 0,0 0-1 0 0,0 0 0 0 0,-1 0 0 0 0,1 0 0 0 0,0-1 0 0 0,0 1 0 0 0,0 0 0 0 0,0 0 0 0 0,0 0 0 0 0,0 0 0 0 0,0 0 0 0 0,0-1 0 0 0,7-3 717 0 0,2 2-1053 0 0,0 0 0 0 0,-1 1 0 0 0,12-1 0 0 0,-1 5-9061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0:20:31.4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5489 0 0,'1'5'5047'0'0,"3"14"-4691"0"0,-1-7-74 0 0,5 28-1652 0 0,-6-33-1974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0:20:33.3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10 155 3961 0 0,'-10'-7'8498'0'0,"16"12"-6443"0"0,-3-3-2066 0 0,-1 0 1 0 0,1-1 0 0 0,-1 0-1 0 0,1 1 1 0 0,-1-1 0 0 0,1 0 0 0 0,0 0-1 0 0,-1-1 1 0 0,1 1 0 0 0,0-1-1 0 0,0 1 1 0 0,0-1 0 0 0,-1 0-1 0 0,6 0 1 0 0,-3-1 24 0 0,-1 0 1 0 0,1 0 0 0 0,0 0-1 0 0,-1 0 1 0 0,1-1-1 0 0,-1 0 1 0 0,9-5-1 0 0,1-2 61 0 0,-1-1 0 0 0,1-1 1 0 0,20-21-1 0 0,-33 31-76 0 0,19-21-46 0 0,-10 10 94 0 0,21-17 0 0 0,-28 27-50 0 0,1-1 1 0 0,-1 0-1 0 0,1 1 1 0 0,0 0 0 0 0,0 0-1 0 0,0 0 1 0 0,0 0-1 0 0,1 1 1 0 0,-1-1 0 0 0,6 0-1 0 0,6 3-404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0:20:34.1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4 4617 0 0,'-7'-4'10128'0'0,"14"9"-9470"0"0,5 5-1093 0 0,11 7 1121 0 0,-16-12-4182 0 0,2-1-3694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0:20:37.4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92 3305 0 0,'0'-2'6554'0'0,"1"-3"-3401"0"0,10-31-3313 0 0,3 7-202 0 0,-5 10-7418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0:20:57.5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3 6073 0 0,'0'0'80'0'0,"0"0"-1"0"0,0 0 0 0 0,0 0 1 0 0,0 0-1 0 0,0 0 0 0 0,0-1 0 0 0,0 1 1 0 0,0 0-1 0 0,0 0 0 0 0,0 0 1 0 0,0 0-1 0 0,0 0 0 0 0,-1 0 1 0 0,1 0-1 0 0,0 0 0 0 0,0 0 0 0 0,0-1 1 0 0,0 1-1 0 0,0 0 0 0 0,0 0 1 0 0,0 0-1 0 0,0 0 0 0 0,0 0 1 0 0,-1 0-1 0 0,1 0 0 0 0,0 0 0 0 0,0 0 1 0 0,0 0-1 0 0,0 0 0 0 0,0 0 1 0 0,0 0-1 0 0,0 0 0 0 0,-1 0 1 0 0,1 0-1 0 0,0 0 0 0 0,0 0 0 0 0,0 0 1 0 0,0 0-1 0 0,0 0 0 0 0,0 0 1 0 0,0 0-1 0 0,-1 0 0 0 0,1 0 1 0 0,0 0-1 0 0,0 0 0 0 0,0 0 0 0 0,0 0 1 0 0,0 0-1 0 0,0 0 0 0 0,0 0 1 0 0,0 0-1 0 0,-1 0 0 0 0,1 0 1 0 0,0 1-1 0 0,0-1 0 0 0,0 0 0 0 0,0 0 1 0 0,0 0-1 0 0,0 0 0 0 0,0 0 1 0 0,0 0-1 0 0,0 0 0 0 0,0 0 1 0 0,0 1-1 0 0,0-1 0 0 0,0 0 0 0 0,0 0 1 0 0,0 0-1 0 0,0 0 0 0 0,-4 16 531 0 0,3-10-820 0 0,0 0-1 0 0,1 0 0 0 0,0 0 1 0 0,0 8-1 0 0,1-13 162 0 0,-1 0 0 0 0,0 1 0 0 0,0-1 1 0 0,0 0-1 0 0,1 0 0 0 0,-1 0 0 0 0,0 0 0 0 0,1 0 0 0 0,-1 0 0 0 0,1 0 0 0 0,0 0 1 0 0,-1 0-1 0 0,1 0 0 0 0,0 0 0 0 0,-1-1 0 0 0,1 1 0 0 0,0 0 0 0 0,0 0 0 0 0,0-1 0 0 0,0 1 1 0 0,0 0-1 0 0,0-1 0 0 0,0 1 0 0 0,0-1 0 0 0,0 1 0 0 0,1 0 0 0 0,2-1-7 0 0,-1 0 0 0 0,0 0 0 0 0,0-1 0 0 0,1 1 0 0 0,-1 0 0 0 0,0-1 0 0 0,6-2 0 0 0,-6 2 101 0 0,-2 1-27 0 0,0 0 0 0 0,-1-1 0 0 0,1 1-1 0 0,0 0 1 0 0,-1 0 0 0 0,1-1 0 0 0,0 1 0 0 0,0 0 0 0 0,-1 0-1 0 0,1 0 1 0 0,0 0 0 0 0,-1 0 0 0 0,1 0 0 0 0,0 0 0 0 0,0 1 0 0 0,-1-1-1 0 0,1 0 1 0 0,0 0 0 0 0,-1 0 0 0 0,1 1 0 0 0,0-1 0 0 0,-1 0-1 0 0,1 1 1 0 0,-1-1 0 0 0,1 0 0 0 0,0 1 0 0 0,0 0 41 0 0,-1 0-1 0 0,0 0 1 0 0,0 0 0 0 0,1 0 0 0 0,-1-1 0 0 0,0 1-1 0 0,0 0 1 0 0,0 0 0 0 0,0 0 0 0 0,0 0 0 0 0,0 0-1 0 0,0 0 1 0 0,0 0 0 0 0,0-1 0 0 0,-1 1 0 0 0,1 0-1 0 0,-1 1 1 0 0,0 2 108 0 0,-1 0-1 0 0,1 0 1 0 0,-1 0 0 0 0,0-1-1 0 0,-1 1 1 0 0,1-1-1 0 0,-1 1 1 0 0,-2 2-1 0 0,1-2 126 0 0,0-1-1 0 0,0 0 1 0 0,-1-1-1 0 0,-6 5 1 0 0,10-7-396 0 0,0 1-1 0 0,0-1 1 0 0,0 1 0 0 0,-1-1 0 0 0,1 0 0 0 0,0 1 0 0 0,0-1-1 0 0,0 0 1 0 0,0 0 0 0 0,0 0 0 0 0,0 1 0 0 0,-1-1 0 0 0,1 0-1 0 0,0-1 1 0 0,0 1 0 0 0,0 0 0 0 0,0 0 0 0 0,-1 0 0 0 0,1-1-1 0 0,0 1 1 0 0,0-1 0 0 0,0 1 0 0 0,0-1 0 0 0,0 1 0 0 0,-2-2-1 0 0,2-2-4728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0:20:58.0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6273 0 0,'25'43'3685'0'0,"-2"5"-3989"0"0,-15-27-4394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0:20:58.2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43 5881 0 0,'0'-2'0'0'0,"1"0"0"0"0,-1 0 0 0 0,1 0-1 0 0,0 0 1 0 0,0 0 0 0 0,0 0 0 0 0,0 0-1 0 0,0 1 1 0 0,0-1 0 0 0,1 0 0 0 0,2-2-1 0 0,-2 0-2 0 0,7-8-788 0 0,-7 10-2469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0:20:58.6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5809 0 0,'0'0'494'0'0,"0"5"5790"0"0,2 12-6298 0 0,-2-15 16 0 0,1 0-1 0 0,0 0 1 0 0,0 0-1 0 0,0-1 1 0 0,0 1-1 0 0,0 0 1 0 0,0-1-1 0 0,0 1 1 0 0,2 1-1 0 0,-2-2 3 0 0,-1 0-1 0 0,1-1 0 0 0,-1 1 1 0 0,1 0-1 0 0,0-1 0 0 0,0 1 1 0 0,-1-1-1 0 0,1 1 1 0 0,0-1-1 0 0,0 1 0 0 0,0-1 1 0 0,0 1-1 0 0,-1-1 0 0 0,1 0 1 0 0,0 0-1 0 0,0 1 0 0 0,0-1 1 0 0,0 0-1 0 0,0 0 0 0 0,1 0 1 0 0,-1 0 62 0 0,-1 0 0 0 0,0 0-1 0 0,0 0 1 0 0,1 0 0 0 0,-1 0 0 0 0,0-1 0 0 0,0 1 0 0 0,1 0 0 0 0,-1 0 0 0 0,0 0 0 0 0,0 0 0 0 0,1 0 0 0 0,-1-1 0 0 0,0 1-1 0 0,0 0 1 0 0,0 0 0 0 0,0-1 0 0 0,0 1 0 0 0,1 0 0 0 0,-1 0 0 0 0,0 0 0 0 0,0-1 0 0 0,0 1 0 0 0,0 0 0 0 0,0 0-1 0 0,0-1 1 0 0,0 1 0 0 0,0 0 0 0 0,0-1 0 0 0,0 1 0 0 0,0-1 0 0 0,-3-10 654 0 0,-9-9-31 0 0,11 19-653 0 0,0 0 0 0 0,0 0 1 0 0,0 1-1 0 0,0-1 0 0 0,0 0 1 0 0,0 0-1 0 0,0 1 0 0 0,0-1 1 0 0,0 1-1 0 0,0-1 0 0 0,-2 0 1 0 0,-3 0-4838 0 0,11 4-1336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0:20:59.3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34 6465 0 0,'0'-1'210'0'0,"0"1"-1"0"0,-1 0 0 0 0,1 0 1 0 0,0 0-1 0 0,0 0 1 0 0,-1 0-1 0 0,1 0 0 0 0,0 0 1 0 0,-1 0-1 0 0,1 0 0 0 0,0 0 1 0 0,0 0-1 0 0,-1 0 1 0 0,1 0-1 0 0,0 0 0 0 0,0 0 1 0 0,-1 1-1 0 0,1-1 0 0 0,0 0 1 0 0,0 0-1 0 0,-1 0 1 0 0,1 0-1 0 0,0 0 0 0 0,0 1 1 0 0,0-1-1 0 0,-1 0 0 0 0,1 0 1 0 0,0 0-1 0 0,0 1 1 0 0,0-1-1 0 0,-1 0 0 0 0,5 9-270 0 0,0-2 247 0 0,14 21-285 0 0,-27-38 3189 0 0,8 9-3190 0 0,-1 0 0 0 0,1-1 0 0 0,-1 0 0 0 0,1 1 0 0 0,-1-1 0 0 0,1 0 0 0 0,0 1 0 0 0,0-1 0 0 0,0 0 0 0 0,0 0 0 0 0,0 0 0 0 0,0 0 0 0 0,0 0 0 0 0,0-3-1 0 0,4-1-198 0 0,0 1 0 0 0,1 0 0 0 0,-1 0 0 0 0,1 0 0 0 0,1 1 0 0 0,5-6 0 0 0,-10 9 323 0 0,0 2 21 0 0,-1-1 0 0 0,1 1 0 0 0,0 0 0 0 0,-1-1-1 0 0,1 1 1 0 0,0 0 0 0 0,-1 0 0 0 0,1-1 0 0 0,0 1 0 0 0,0 0 0 0 0,-1 0 0 0 0,1 0 0 0 0,0-1 0 0 0,0 1 0 0 0,0 0 0 0 0,0 0 0 0 0,0 0 0 0 0,0 0 0 0 0,0-1 0 0 0,1 1 0 0 0,-1 0 0 0 0,0 0 0 0 0,0-1 0 0 0,1 1 0 0 0,-1 0 0 0 0,0 0 0 0 0,1-1-1 0 0,-1 1 1 0 0,1 0 0 0 0,-1-1 0 0 0,1 1 0 0 0,-1 0 0 0 0,1-1 0 0 0,-1 1 0 0 0,1-1 0 0 0,1 2 0 0 0,-1-1-162 0 0,0-1-1 0 0,0 1 1 0 0,0 0 0 0 0,0 0-1 0 0,0-1 1 0 0,0 1-1 0 0,0-1 1 0 0,0 1 0 0 0,0-1-1 0 0,1 1 1 0 0,-1-1 0 0 0,0 0-1 0 0,0 1 1 0 0,0-1 0 0 0,1 0-1 0 0,-1 0 1 0 0,0 0-1 0 0,0 0 1 0 0,1 0 0 0 0,-1 0-1 0 0,0 0 1 0 0,0-1 0 0 0,1 1-1 0 0,-1 0 1 0 0,0-1-1 0 0,0 1 1 0 0,2-1 0 0 0,10-8-5655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0:21:00.2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16 129 5889 0 0,'0'-1'65'0'0,"0"1"-1"0"0,0 0 1 0 0,0-1 0 0 0,-1 1-1 0 0,1 0 1 0 0,0 0 0 0 0,0-1-1 0 0,0 1 1 0 0,-1 0-1 0 0,1 0 1 0 0,0 0 0 0 0,0-1-1 0 0,-1 1 1 0 0,1 0 0 0 0,0 0-1 0 0,-1 0 1 0 0,1 0-1 0 0,0-1 1 0 0,-1 1 0 0 0,1 0-1 0 0,0 0 1 0 0,0 0-1 0 0,-1 0 1 0 0,1 0 0 0 0,0 0-1 0 0,-1 0 1 0 0,1 0 0 0 0,0 0-1 0 0,-1 0 1 0 0,1 0-1 0 0,0 0 1 0 0,-1 0 0 0 0,1 1-1 0 0,0-1 1 0 0,-1 0 0 0 0,1 0-1 0 0,0 0 1 0 0,0 0-1 0 0,-1 0 1 0 0,1 1 0 0 0,0-1-1 0 0,-1 0 1 0 0,1 0-1 0 0,0 1 1 0 0,0-1 0 0 0,0 0-1 0 0,-1 0 1 0 0,1 1 0 0 0,0-1-1 0 0,0 0 1 0 0,0 0-1 0 0,0 1 1 0 0,-1-1 0 0 0,1 2 157 0 0,0-1 1 0 0,-1 0 0 0 0,1 0 0 0 0,0 0-1 0 0,0 0 1 0 0,-1 0 0 0 0,1 0 0 0 0,0 0 0 0 0,0 1-1 0 0,1-1 1 0 0,-1 0 0 0 0,0 0 0 0 0,0 0-1 0 0,1 2 1 0 0,-1-2-211 0 0,0-1-1 0 0,0 1 1 0 0,0-1 0 0 0,1 1 0 0 0,-1 0-1 0 0,0-1 1 0 0,0 1 0 0 0,1-1-1 0 0,-1 1 1 0 0,0-1 0 0 0,1 1-1 0 0,-1-1 1 0 0,0 1 0 0 0,1-1-1 0 0,-1 0 1 0 0,1 1 0 0 0,-1-1 0 0 0,1 1-1 0 0,-1-1 1 0 0,1 0 0 0 0,-1 0-1 0 0,1 1 1 0 0,-1-1 0 0 0,1 0-1 0 0,-1 0 1 0 0,1 1 0 0 0,-1-1-1 0 0,1 0 1 0 0,0 0 0 0 0,-1 0 0 0 0,1 0-1 0 0,-1 0 1 0 0,1 0 0 0 0,0 0-1 0 0,-1 0 1 0 0,1 0 0 0 0,-1 0-1 0 0,1 0 1 0 0,1-1 0 0 0,-2 0 5 0 0,1 1 1 0 0,0-1-1 0 0,-1 0 0 0 0,1 1 1 0 0,-1-1-1 0 0,1 0 1 0 0,-1 1-1 0 0,1-1 0 0 0,-1 0 1 0 0,1 0-1 0 0,-1 0 1 0 0,0 0-1 0 0,1 1 0 0 0,-1-1 1 0 0,0 0-1 0 0,0 0 1 0 0,0 0-1 0 0,0 0 0 0 0,1 0 1 0 0,-1 0-1 0 0,-1 0 1 0 0,1 0-1 0 0,0 1 0 0 0,0-1 1 0 0,0 0-1 0 0,-1-1 1 0 0,1 1 15 0 0,0 0 1 0 0,0 0 0 0 0,0 0-1 0 0,-1 0 1 0 0,1 0 0 0 0,0 0-1 0 0,-1 1 1 0 0,1-1 0 0 0,-1 0-1 0 0,1 0 1 0 0,-1 0 0 0 0,1 1 0 0 0,-1-1-1 0 0,1 0 1 0 0,-1 1 0 0 0,0-1-1 0 0,1 0 1 0 0,-1 1 0 0 0,0-1-1 0 0,0 1 1 0 0,0-1 0 0 0,0 1-36 0 0,1 0-1 0 0,0 0 1 0 0,0 0 0 0 0,-1 0 0 0 0,1 0 0 0 0,0 0 0 0 0,0 0 0 0 0,-1 0-1 0 0,1 0 1 0 0,0 0 0 0 0,0 0 0 0 0,-1 0 0 0 0,1 0 0 0 0,0 1 0 0 0,0-1-1 0 0,-1 0 1 0 0,1 0 0 0 0,0 0 0 0 0,0 0 0 0 0,0 0 0 0 0,-1 1 0 0 0,1-1-1 0 0,0 0 1 0 0,0 0 0 0 0,0 0 0 0 0,0 1 0 0 0,-4 12-303 0 0,4-11 283 0 0,0 0-1 0 0,0 0 0 0 0,0 0 0 0 0,0-1 0 0 0,0 1 0 0 0,0 0 1 0 0,1 0-1 0 0,-1 0 0 0 0,1 0 0 0 0,-1 0 0 0 0,1 0 0 0 0,0-1 1 0 0,0 1-1 0 0,0 0 0 0 0,0-1 0 0 0,0 1 0 0 0,0 0 0 0 0,0-1 1 0 0,0 0-1 0 0,1 1 0 0 0,1 1 0 0 0,-2-2-60 0 0,1-1 0 0 0,-1 1 0 0 0,0-1 1 0 0,0 1-1 0 0,0-1 0 0 0,1 1 0 0 0,-1-1 0 0 0,0 0 0 0 0,0 0 0 0 0,1 0 0 0 0,-1 0 0 0 0,0 0 1 0 0,0 0-1 0 0,1 0 0 0 0,-1 0 0 0 0,0 0 0 0 0,0 0 0 0 0,1-1 0 0 0,-1 1 0 0 0,0 0 0 0 0,0-1 0 0 0,0 1 1 0 0,1-1-1 0 0,-1 0 0 0 0,0 1 0 0 0,0-1 0 0 0,0 0 0 0 0,0 0 0 0 0,0 1 0 0 0,0-1 0 0 0,0 0 0 0 0,-1 0 1 0 0,2-1-1 0 0,2-3-492 0 0,-1 1 0 0 0,0-1 0 0 0,0 1 0 0 0,0-1 0 0 0,0 0 0 0 0,-1 0 0 0 0,2-6 0 0 0,2-14 915 0 0,-6 22 168 0 0,0 1 1 0 0,0-1 0 0 0,0 1-1 0 0,-1-1 1 0 0,1 1 0 0 0,-1 0-1 0 0,0-5 1 0 0,0 7-361 0 0,1-1-1 0 0,0 1 1 0 0,0-1-1 0 0,0 1 1 0 0,0 0 0 0 0,-1-1-1 0 0,1 1 1 0 0,0-1 0 0 0,0 1-1 0 0,-1 0 1 0 0,1-1 0 0 0,0 1-1 0 0,0 0 1 0 0,-1-1 0 0 0,1 1-1 0 0,0 0 1 0 0,-1 0-1 0 0,1-1 1 0 0,-1 1 0 0 0,1 0-1 0 0,0 0 1 0 0,-1 0 0 0 0,1-1-1 0 0,-1 1 1 0 0,1 0 0 0 0,0 0-1 0 0,-1 0 1 0 0,0 0 0 0 0,0 0-80 0 0,0 0 0 0 0,1 0 1 0 0,-1 1-1 0 0,0-1 1 0 0,0 0-1 0 0,0 1 1 0 0,1-1-1 0 0,-1 0 1 0 0,0 1-1 0 0,0-1 1 0 0,1 1-1 0 0,-1-1 1 0 0,-1 2-1 0 0,1-1-96 0 0,0 0 0 0 0,-1 1-1 0 0,1-1 1 0 0,0 0 0 0 0,0 1 0 0 0,0-1-1 0 0,0 1 1 0 0,0-1 0 0 0,1 1-1 0 0,-1 0 1 0 0,0-1 0 0 0,1 1-1 0 0,-1 0 1 0 0,1-1 0 0 0,-1 4 0 0 0,1-4-8 0 0,1 1 1 0 0,-1-1-1 0 0,0 0 1 0 0,0 1 0 0 0,1-1-1 0 0,-1 1 1 0 0,1-1-1 0 0,0 0 1 0 0,-1 1-1 0 0,1-1 1 0 0,0 0 0 0 0,0 1-1 0 0,-1-1 1 0 0,1 0-1 0 0,0 0 1 0 0,2 2 0 0 0,-2-3 22 0 0,-1 0 0 0 0,1 1 0 0 0,0-1 0 0 0,-1 0 1 0 0,1 0-1 0 0,-1 0 0 0 0,1 1 0 0 0,0-1 0 0 0,-1 0 1 0 0,1 0-1 0 0,0 0 0 0 0,-1 0 0 0 0,1 0 0 0 0,0 0 1 0 0,-1 0-1 0 0,1 0 0 0 0,-1-1 0 0 0,1 1 0 0 0,0 0 1 0 0,-1 0-1 0 0,1 0 0 0 0,-1-1 0 0 0,1 1 0 0 0,0 0 1 0 0,-1-1-1 0 0,1 1 0 0 0,-1 0 0 0 0,1-1 0 0 0,-1 1 1 0 0,1-1-1 0 0,-1 1 0 0 0,0-1 0 0 0,1 1 0 0 0,-1-1 0 0 0,1 1 1 0 0,-1-1-1 0 0,0 1 0 0 0,0-1 0 0 0,1 0 0 0 0,-1 0 1 0 0,1-2 37 0 0,0 0-1 0 0,0 0 1 0 0,0 0 0 0 0,0 0 0 0 0,0 0 0 0 0,-1 0-1 0 0,0 0 1 0 0,0-1 0 0 0,1 1 0 0 0,-2 0 0 0 0,1 0-1 0 0,0 0 1 0 0,-1 0 0 0 0,1 0 0 0 0,-3-6 0 0 0,1 2 6 0 0,0 1 1 0 0,-1 0-1 0 0,0 0 1 0 0,0-1-1 0 0,0 1 1 0 0,-6-7-1 0 0,9 13 5 0 0,0-1-1 0 0,0 1 0 0 0,-1-1 1 0 0,1 1-1 0 0,0 0 1 0 0,-1-1-1 0 0,1 1 1 0 0,0-1-1 0 0,-1 1 1 0 0,1 0-1 0 0,-1-1 0 0 0,1 1 1 0 0,-1 0-1 0 0,1-1 1 0 0,0 1-1 0 0,-1 0 1 0 0,1 0-1 0 0,-1-1 1 0 0,1 1-1 0 0,-1 0 0 0 0,1 0 1 0 0,-1 0-1 0 0,0 0 1 0 0,1 0-1 0 0,-1 0 1 0 0,0 0-1 0 0,1 0-46 0 0,0 1-1 0 0,0-1 1 0 0,-1 1-1 0 0,1-1 1 0 0,0 1-1 0 0,0-1 1 0 0,0 1-1 0 0,0-1 1 0 0,0 1-1 0 0,0-1 1 0 0,0 1-1 0 0,0-1 1 0 0,0 1 0 0 0,0-1-1 0 0,0 1 1 0 0,0-1-1 0 0,0 1 1 0 0,0-1-1 0 0,1 1 1 0 0,-1-1-1 0 0,0 1 1 0 0,0-1-1 0 0,0 1 1 0 0,1-1-1 0 0,-1 1 1 0 0,12 22-42 0 0,1-1 0 0 0,22 30 0 0 0,5 6-1 0 0,-28-40-437 0 0,-4-7-1832 0 0,-1 1-4548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0:21:01.1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7346 0 0,'7'7'4054'0'0,"9"14"-2684"0"0,4 5-965 0 0,-5-13-283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0:21:01.4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58 7794 0 0,'-1'-1'66'0'0,"1"0"1"0"0,-1 1 0 0 0,1-1-1 0 0,0 1 1 0 0,0-1 0 0 0,-1 0-1 0 0,1 1 1 0 0,0-1 0 0 0,0 0-1 0 0,0 1 1 0 0,-1-1 0 0 0,1 0-1 0 0,0 0 1 0 0,0 1 0 0 0,0-1 0 0 0,0 0-1 0 0,0 1 1 0 0,1-1 0 0 0,-1 0-1 0 0,0 1 1 0 0,0-1 0 0 0,0 0-1 0 0,1 1 1 0 0,-1-1 0 0 0,0 0-1 0 0,0 1 1 0 0,1-1 0 0 0,-1 1-1 0 0,1-1 1 0 0,-1 0 0 0 0,1 0-1 0 0,14-18 1133 0 0,-13 17-1171 0 0,0 0-1 0 0,0 1 1 0 0,0-1-1 0 0,0 1 1 0 0,1 0-1 0 0,-1-1 1 0 0,0 1-1 0 0,0 0 1 0 0,1 0-1 0 0,-1 1 0 0 0,1-1 1 0 0,-1 0-1 0 0,1 1 1 0 0,-1 0-1 0 0,1-1 1 0 0,-1 1-1 0 0,1 0 1 0 0,-1 0-1 0 0,1 0 1 0 0,0 1-1 0 0,-1-1 0 0 0,1 1 1 0 0,-1-1-1 0 0,0 1 1 0 0,1 0-1 0 0,3 2 1 0 0,-3-2-7 0 0,0 1 1 0 0,0 0-1 0 0,-1 0 0 0 0,1 0 1 0 0,0 0-1 0 0,-1 0 1 0 0,0 0-1 0 0,1 1 0 0 0,-1-1 1 0 0,0 1-1 0 0,0 0 1 0 0,0 0-1 0 0,-1 0 0 0 0,1 0 1 0 0,-1 0-1 0 0,1 0 1 0 0,-1 0-1 0 0,0 0 1 0 0,1 6-1 0 0,-1-5-41 0 0,-1 0 0 0 0,1 1 0 0 0,-1-1 0 0 0,0 0 0 0 0,0 1 0 0 0,-1-1 0 0 0,1 0 0 0 0,-1 1 0 0 0,0-1 0 0 0,0 0 0 0 0,0 0 0 0 0,-1 0 0 0 0,-1 5 0 0 0,1-8-2275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0:21:02.0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44 6249 0 0,'0'0'354'0'0,"-1"-1"1"0"0,1 0-1 0 0,0 0 0 0 0,-1 0 0 0 0,1 1 0 0 0,-1-1 0 0 0,1 0 1 0 0,-1 0-1 0 0,1 1 0 0 0,-1-1 0 0 0,0 0 0 0 0,1 1 0 0 0,-1-1 1 0 0,0 1-1 0 0,0-1 0 0 0,1 1 0 0 0,-1-1 0 0 0,0 1 0 0 0,0 0 1 0 0,0-1-1 0 0,0 1 0 0 0,-1 0 0 0 0,2-1-340 0 0,-1 1 0 0 0,1 0 0 0 0,-1 0-1 0 0,1 0 1 0 0,0-1 0 0 0,-1 1 0 0 0,1 0 0 0 0,-1 0 0 0 0,1 0-1 0 0,-1 0 1 0 0,1 0 0 0 0,-1 0 0 0 0,1 0 0 0 0,-1 0 0 0 0,1 0-1 0 0,-1 0 1 0 0,1 1 0 0 0,0-1 0 0 0,-1 0 0 0 0,1 0 0 0 0,-1 0-1 0 0,1 0 1 0 0,-1 1 0 0 0,1-1 0 0 0,0 0 0 0 0,-1 0 0 0 0,1 1 0 0 0,0-1-1 0 0,-1 0 1 0 0,1 1 0 0 0,0-1 0 0 0,-1 1 0 0 0,1-1 0 0 0,0 0-1 0 0,0 1 1 0 0,-1-1 0 0 0,1 1 0 0 0,0-1 0 0 0,0 0 0 0 0,0 1-1 0 0,-1-1 1 0 0,1 1 0 0 0,0-1 0 0 0,0 1 0 0 0,0-1 0 0 0,0 1-1 0 0,0 0 1 0 0,1 1-56 0 0,-1 1-1 0 0,1-1 1 0 0,-1 1-1 0 0,1-1 1 0 0,0 0-1 0 0,0 0 1 0 0,0 1-1 0 0,0-1 0 0 0,0 0 1 0 0,2 2-1 0 0,-2-3 36 0 0,-1 0 0 0 0,0-1 0 0 0,1 1 0 0 0,-1 0-1 0 0,0-1 1 0 0,1 1 0 0 0,-1-1 0 0 0,1 1 0 0 0,-1-1-1 0 0,1 1 1 0 0,-1-1 0 0 0,1 0 0 0 0,-1 1-1 0 0,1-1 1 0 0,0 1 0 0 0,-1-1 0 0 0,1 0 0 0 0,-1 0-1 0 0,1 1 1 0 0,0-1 0 0 0,-1 0 0 0 0,1 0 0 0 0,0 0-1 0 0,-1 0 1 0 0,1 0 0 0 0,0 0 0 0 0,0 0 0 0 0,-1 0-1 0 0,1 0 1 0 0,0 0 0 0 0,-1 0 0 0 0,1 0 0 0 0,0 0-1 0 0,-1 0 1 0 0,1-1 0 0 0,0 1 0 0 0,-1 0-1 0 0,1-1 1 0 0,0 1 0 0 0,0-1 45 0 0,0 0 1 0 0,0 0-1 0 0,-1 0 1 0 0,1 0-1 0 0,0 0 0 0 0,-1 0 1 0 0,1 0-1 0 0,-1 0 0 0 0,1 0 1 0 0,-1 0-1 0 0,1 0 1 0 0,-1 0-1 0 0,0-1 0 0 0,0 1 1 0 0,1 0-1 0 0,-1 0 0 0 0,0 0 1 0 0,0 0-1 0 0,0-1 0 0 0,0 1 1 0 0,0 0-1 0 0,-1 0 1 0 0,1-2-1 0 0,-2-3 31 0 0,0 0 0 0 0,0 0 0 0 0,-4-8 0 0 0,0 0 73 0 0,7 15-201 0 0,0 1 1 0 0,0-1-1 0 0,0 1 1 0 0,0-1-1 0 0,0 1 1 0 0,0-1-1 0 0,0 0 1 0 0,0 1-1 0 0,0-1 1 0 0,1 0-1 0 0,-1 0 1 0 0,0 0-1 0 0,1 0 0 0 0,-1 0 1 0 0,1 0-1 0 0,0 0 1 0 0,-1-1-1 0 0,1 1 1 0 0,-1-1-1 0 0,1 1 1 0 0,2 0-1 0 0,-3-1-78 0 0,0 0 1 0 0,0 0-1 0 0,0 0 0 0 0,1 0 1 0 0,-1 0-1 0 0,0 0 0 0 0,0 0 1 0 0,0 0-1 0 0,0-1 0 0 0,0 1 1 0 0,1 0-1 0 0,-1-1 0 0 0,0 1 0 0 0,2-2 1 0 0,-2 2-291 0 0,0-1 0 0 0,0 0 0 0 0,-1 0 0 0 0,1 0 0 0 0,0 0 0 0 0,0 0 0 0 0,0 0 0 0 0,-1 0 0 0 0,1 0 0 0 0,0 0 0 0 0,-1 0 0 0 0,1 0 0 0 0,-1 0 0 0 0,0 0 0 0 0,1-1 0 0 0,-1-1 0 0 0,1 0-3410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0:21:02.3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8538 0 0,'26'33'3349'0'0,"-11"-17"-3026"0"0,1 2-691 0 0,-8-5-3216 0 0,-7-10 576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0:21:03.0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0 152 7674 0 0,'1'-3'68'0'0,"1"0"1"0"0,-1 0 0 0 0,1-1-1 0 0,0 1 1 0 0,4-5 0 0 0,-1 2-64 0 0,43-67-64 0 0,-48 73 148 0 0,0 0-1 0 0,0 0 0 0 0,0 0 0 0 0,1 0 1 0 0,-1-1-1 0 0,0 1 0 0 0,0 0 0 0 0,0 0 0 0 0,0 0 1 0 0,0 0-1 0 0,0-1 0 0 0,1 1 0 0 0,-1 0 1 0 0,0 0-1 0 0,0-1 0 0 0,0 1 0 0 0,0 0 0 0 0,0 0 1 0 0,0 0-1 0 0,0-1 0 0 0,0 1 0 0 0,0 0 1 0 0,0 0-1 0 0,0 0 0 0 0,0-1 0 0 0,0 1 0 0 0,0 0 1 0 0,0 0-1 0 0,0-1 0 0 0,0 1 0 0 0,-1 0 1 0 0,1 0-1 0 0,0 0 0 0 0,0-1 0 0 0,0 1 0 0 0,0 0 1 0 0,0 0-1 0 0,0 0 0 0 0,-1 0 0 0 0,1-1 1 0 0,0 1-1 0 0,0 0 0 0 0,0 0 0 0 0,0 0 0 0 0,-1 0 1 0 0,1 0-1 0 0,0 0 0 0 0,0-1 0 0 0,0 1 1 0 0,-1 0-1 0 0,1 0 0 0 0,0 0 0 0 0,0 0 0 0 0,0 0 1 0 0,-1 0-1 0 0,1 0 0 0 0,0 0 0 0 0,0 0 1 0 0,-1 0-1 0 0,1 0 0 0 0,0 0 0 0 0,0 0 0 0 0,0 0 1 0 0,-1 0-1 0 0,1 1-74 0 0,-1-1 0 0 0,1 0 0 0 0,-1 0 0 0 0,1 0 0 0 0,-1 1 0 0 0,1-1 0 0 0,-1 0 0 0 0,1 0 0 0 0,-1 1 0 0 0,1-1 0 0 0,0 1 0 0 0,-1-1-1 0 0,1 0 1 0 0,0 1 0 0 0,-1-1 0 0 0,1 1 0 0 0,0-1 0 0 0,0 1 0 0 0,-1-1 0 0 0,1 0 0 0 0,0 1 0 0 0,0-1 0 0 0,0 1 0 0 0,-1-1 0 0 0,1 1 0 0 0,0 0 0 0 0,0-1 0 0 0,0 1 0 0 0,0-1 0 0 0,0 1 0 0 0,0-1 0 0 0,0 1 0 0 0,1 0 0 0 0,-1 2-7 0 0,1 0 0 0 0,0 0 0 0 0,1 0 0 0 0,-1 0 0 0 0,0 0 0 0 0,1 0 0 0 0,0-1 0 0 0,3 6 0 0 0,-5-8 7 0 0,1 1-1 0 0,-1 0 1 0 0,1-1-1 0 0,-1 1 1 0 0,1-1-1 0 0,-1 1 1 0 0,1 0-1 0 0,-1-1 1 0 0,1 1-1 0 0,0-1 1 0 0,-1 0-1 0 0,1 1 0 0 0,0-1 1 0 0,-1 1-1 0 0,1-1 1 0 0,0 0-1 0 0,0 0 1 0 0,-1 1-1 0 0,1-1 1 0 0,0 0-1 0 0,0 0 1 0 0,-1 0-1 0 0,1 0 1 0 0,0 0-1 0 0,0 0 1 0 0,-1 0-1 0 0,1 0 1 0 0,0 0-1 0 0,0 0 1 0 0,-1 0-1 0 0,1-1 1 0 0,0 1-1 0 0,0 0 0 0 0,-1 0 1 0 0,1-1-1 0 0,0 1 1 0 0,-1-1-1 0 0,1 1 1 0 0,0 0-1 0 0,0-2 1 0 0,0 1 58 0 0,0 1-1 0 0,-1-1 1 0 0,1 0 0 0 0,-1 0-1 0 0,0 0 1 0 0,1 0 0 0 0,-1 0-1 0 0,0 0 1 0 0,1 0 0 0 0,-1 0-1 0 0,0 0 1 0 0,0 0 0 0 0,0 0-1 0 0,0 0 1 0 0,0 0 0 0 0,0 0-1 0 0,0 0 1 0 0,0 0 0 0 0,0 0 0 0 0,0 0-1 0 0,0 0 1 0 0,-1 0 0 0 0,1 0-1 0 0,-1-1 1 0 0,-13-25 441 0 0,8 17-368 0 0,7 11-164 0 0,0 1 0 0 0,0-1 1 0 0,0 0-1 0 0,0 0 0 0 0,0 0 1 0 0,0 0-1 0 0,0 0 0 0 0,0 0 1 0 0,1 0-1 0 0,-1 0 0 0 0,0-1 1 0 0,1 1-1 0 0,-1 0 0 0 0,0-1 1 0 0,1 1-1 0 0,-1-1 0 0 0,1 0 0 0 0,-1 1 1 0 0,1-1-1 0 0,-1 0 0 0 0,1 0 1 0 0,-1 0-1 0 0,1 0 0 0 0,-1 0 1 0 0,1 0-1 0 0,1-1 0 0 0,0 1-40 0 0,0 0 0 0 0,0-1 0 0 0,0 0 0 0 0,0 0 0 0 0,0 0 0 0 0,0 0 0 0 0,0 0 0 0 0,-1 0 0 0 0,1-1 0 0 0,0 0 0 0 0,-1 1-1 0 0,5-5 1 0 0,10-15-8533 0 0,-14 17 3566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1:06:47.9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99 0 4713 0 0,'0'0'188'0'0,"0"0"0"0"0,1 0 0 0 0,-1 1 0 0 0,0-1 1 0 0,1 0-1 0 0,-1 0 0 0 0,0 0 0 0 0,1 0 0 0 0,-1 0 0 0 0,0 0 0 0 0,1 1 0 0 0,-1-1 1 0 0,0 0-1 0 0,0 0 0 0 0,1 0 0 0 0,-1 1 0 0 0,0-1 0 0 0,0 0 0 0 0,1 1 0 0 0,-1-1 0 0 0,0 1 1 0 0,5 16 1141 0 0,-4 16-1682 0 0,-7-3 615 0 0,-1 0-1 0 0,-1 0 1 0 0,-1-1 0 0 0,-14 29-1 0 0,-19 65 403 0 0,38-105-631 0 0,0 0 0 0 0,1 0 0 0 0,1 1 1 0 0,0-1-1 0 0,2 1 0 0 0,0 0 0 0 0,3 21 1 0 0,-1-32-77 0 0,-1 1 0 0 0,1 0 0 0 0,1-1 0 0 0,0 0 0 0 0,0 1 0 0 0,1-1 0 0 0,-1 0 0 0 0,2-1 0 0 0,-1 1 0 0 0,1-1 0 0 0,0 0 0 0 0,1 0 0 0 0,0 0 0 0 0,0-1 0 0 0,0 0 0 0 0,1 0 0 0 0,8 5 0 0 0,-6-5 88 0 0,0 0 0 0 0,1-1 0 0 0,-1 0 0 0 0,21 7 0 0 0,-25-11 84 0 0,1 1-1 0 0,-1-1 1 0 0,0 0 0 0 0,1-1 0 0 0,-1 1 0 0 0,0-1-1 0 0,1 0 1 0 0,-1 0 0 0 0,1 0 0 0 0,-1-1 0 0 0,11-3-1 0 0,-22 5-8565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1:06:51.5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5769 0 0,'13'8'1127'0'0,"16"20"1549"0"0,-6-5-1408 0 0,-20-20-903 0 0,-2-3-283 0 0,-1 0-1 0 0,0 1 0 0 0,0-1 0 0 0,0 0 1 0 0,0 0-1 0 0,0 1 0 0 0,1-1 1 0 0,-1 0-1 0 0,0 0 0 0 0,0 1 1 0 0,0-1-1 0 0,1 0 0 0 0,-1 0 0 0 0,0 0 1 0 0,0 0-1 0 0,1 1 0 0 0,-1-1 1 0 0,0 0-1 0 0,0 0 0 0 0,1 0 1 0 0,-1 0-1 0 0,0 0 0 0 0,1 0 0 0 0,-1 0 1 0 0,0 0-1 0 0,1 0 0 0 0,-1 0 1 0 0,1 0 94 0 0,-8 3 3527 0 0,-8 4-3951 0 0,-6 10-2940 0 0,2 2-5524 0 0,15-15 3891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08:20.3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692 0 4105 0 0,'-1'3'5528'0'0,"-8"17"-5976"0"0,1-5 483 0 0,1 0 1 0 0,-2 0-1 0 0,0-1 1 0 0,-1 0-1 0 0,0 0 1 0 0,-1-1-1 0 0,-21 20 1 0 0,-2-3 405 0 0,-63 41 1 0 0,64-49-177 0 0,-1-1 0 0 0,0-3 0 0 0,-45 18 0 0 0,43-24 357 0 0,-1-1 0 0 0,0-2 1 0 0,0-2-1 0 0,-55 4 0 0 0,56-5-232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08:23.1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 16 3577 0 0,'0'0'26'0'0,"-1"0"0"0"0,1 0 0 0 0,0 0 1 0 0,-1 0-1 0 0,1-1 0 0 0,-1 1 0 0 0,1 0 1 0 0,0 0-1 0 0,-1-1 0 0 0,1 1 0 0 0,0 0 1 0 0,-1 0-1 0 0,1-1 0 0 0,0 1 0 0 0,0 0 1 0 0,-1-1-1 0 0,1 1 0 0 0,0-1 0 0 0,0 1 1 0 0,0 0-1 0 0,-1-1 0 0 0,1 1 0 0 0,0-1 1 0 0,0 1-1 0 0,0 0 0 0 0,0-1 0 0 0,0 1 1 0 0,0-1-1 0 0,0 1 5 0 0,0-1 0 0 0,0 1 1 0 0,0 0-1 0 0,0 0 0 0 0,0 0 1 0 0,0-1-1 0 0,0 1 0 0 0,0 0 1 0 0,0 0-1 0 0,0-1 0 0 0,0 1 1 0 0,0 0-1 0 0,0 0 0 0 0,0 0 0 0 0,0-1 1 0 0,0 1-1 0 0,0 0 0 0 0,-1 0 1 0 0,1 0-1 0 0,0-1 0 0 0,0 1 1 0 0,0 0-1 0 0,0 0 0 0 0,0 0 1 0 0,0 0-1 0 0,-1-1 0 0 0,1 1 0 0 0,0 0 1 0 0,0 0-1 0 0,0 0 0 0 0,-1 0 1 0 0,1 0-1 0 0,0 0 0 0 0,0 0 1 0 0,0-1-1 0 0,-1 1 0 0 0,1 0 1 0 0,0 0-1 0 0,0 0 0 0 0,0 0 0 0 0,-1 0 1 0 0,1 0-1 0 0,0 0 0 0 0,0 0 1 0 0,-1 0-1 0 0,1 0 0 0 0,0 0 1 0 0,0 0-1 0 0,0 0 0 0 0,-1 0 1 0 0,1 1-1 0 0,0-1 0 0 0,0 0 0 0 0,0 0 1 0 0,-1 0-1 0 0,1 0 0 0 0,0 0 1 0 0,0 0-1 0 0,0 0 0 0 0,-1 1 1 0 0,1-1-1 0 0,0 0 0 0 0,0 0 1 0 0,0 0-1 0 0,0 0 0 0 0,0 1 0 0 0,0-1 1 0 0,-1 0-1 0 0,1 0 0 0 0,-11 12 119 0 0,-32 29 206 0 0,42-41-280 0 0,-6 7 927 0 0,11-5-362 0 0,11 6-651 0 0,8 8-82 0 0,28 19-5203 0 0,-47-33 1945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08:27.5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4121 0 0,'50'28'3501'0'0,"-36"-23"-3087"0"0,1 0 1 0 0,-1-1-1 0 0,1-1 1 0 0,20 2-1 0 0,62 1 187 0 0,-59-5-355 0 0,-7 2-225 0 0,0 1-1 0 0,0 1 1 0 0,0 2-1 0 0,-1 1 1 0 0,0 2-1 0 0,32 14 1 0 0,-41-16-289 0 0,-12-5 327 0 0,0 0 0 0 0,-1 1 0 0 0,0 0 0 0 0,9 6 0 0 0,-1 1 26 0 0,-1 1 1 0 0,-1 1-1 0 0,0 1 1 0 0,18 22 0 0 0,-23-25 20 0 0,-2 1 0 0 0,0 0 0 0 0,0 1 1 0 0,-1 0-1 0 0,-1 0 0 0 0,0 0 0 0 0,-1 0 1 0 0,5 27-1 0 0,-1 3 129 0 0,4 84-1 0 0,-10-78-182 0 0,-9 77-1 0 0,-25 74-154 0 0,32-199-417 0 0,-3 10 1654 0 0,1-7-3058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08:29.4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12 3561 0 0,'-2'-11'5013'0'0,"3"13"-5125"0"0,1 1 0 0 0,-1 0 0 0 0,1-1 0 0 0,-1 1 0 0 0,1-1 0 0 0,3 4 0 0 0,3 4 253 0 0,-3-1-19 0 0,14 17 600 0 0,-16-23 2156 0 0,9-21-4074 0 0,-3 9-1047 0 0,1-1 0 0 0,10-7 0 0 0,-15 14 1586 0 0,1-2-2406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22:22:40.6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13538,'0'405'0,"1146"-405"0,-1146-405 0,-1146 405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4:10.1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31 3513 0 0,'1'0'27'0'0,"-1"0"1"0"0,0 0-1 0 0,0-1 0 0 0,0 1 1 0 0,0 0-1 0 0,0 0 0 0 0,0 0 1 0 0,0 0-1 0 0,0 0 1 0 0,0 0-1 0 0,0 0 0 0 0,0 0 1 0 0,0 0-1 0 0,0 0 1 0 0,0 0-1 0 0,0 0 0 0 0,0-1 1 0 0,0 1-1 0 0,0 0 0 0 0,0 0 1 0 0,0 0-1 0 0,0 0 1 0 0,0 0-1 0 0,0 0 0 0 0,0 0 1 0 0,0 0-1 0 0,0 0 1 0 0,0 0-1 0 0,0 0 0 0 0,0-1 1 0 0,0 1-1 0 0,0 0 1 0 0,0 0-1 0 0,0 0 0 0 0,-1 0 1 0 0,1 0-1 0 0,0 0 0 0 0,0 0 1 0 0,0 0-1 0 0,0 0 1 0 0,0 0-1 0 0,0 0 0 0 0,0 0 1 0 0,0 0-1 0 0,0 0 1 0 0,0 0-1 0 0,0 0 0 0 0,0 0 1 0 0,0 0-1 0 0,-1 0 0 0 0,1 0 1 0 0,0 0-1 0 0,0 0 1 0 0,0 0-1 0 0,0 0 0 0 0,0 0 1 0 0,0 0-1 0 0,0 0 1 0 0,0 0-1 0 0,0 0 0 0 0,0 0 1 0 0,0 0-1 0 0,-1 0 0 0 0,1 0 1 0 0,6-5 112 0 0,-5 4-308 0 0,5-2 193 0 0,0 1-1 0 0,0-1 1 0 0,1 1-1 0 0,-1 0 1 0 0,8-2-1 0 0,-12 4-35 0 0,20-6 85 0 0,-22 6-66 0 0,13 1-93 0 0,2-2 2258 0 0,-15 1-2152 0 0,-4 19-1261 0 0,-22 54-1485 0 0,25-71-742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4:14.9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 3345 0 0,'1'-9'2912'0'0,"-1"23"-2558"0"0,1 26-732 0 0,4 6 482 0 0,-5-44-2449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4:15.9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 2945 0 0,'17'-9'1736'0'0,"-14"9"-1734"0"0,0 0 0 0 0,1-1 0 0 0,-1 1 0 0 0,0 1 0 0 0,0-1 0 0 0,0 0 0 0 0,1 1 0 0 0,-1 0 0 0 0,0-1 0 0 0,0 1 0 0 0,0 1 0 0 0,0-1 0 0 0,0 0 0 0 0,0 1 0 0 0,0-1 0 0 0,3 3 0 0 0,-3-1-7 0 0,1 0-1 0 0,-1 0 0 0 0,1 0 0 0 0,-1 0 1 0 0,0 0-1 0 0,0 1 0 0 0,-1-1 0 0 0,1 1 1 0 0,-1 0-1 0 0,1 0 0 0 0,1 4 0 0 0,-4-6 55 0 0,0-1 0 0 0,1 0-1 0 0,-1 1 1 0 0,0-1-1 0 0,0 1 1 0 0,0-1 0 0 0,0 1-1 0 0,0-1 1 0 0,0 0-1 0 0,0 1 1 0 0,-1-1 0 0 0,1 1-1 0 0,0-1 1 0 0,-1 0-1 0 0,1 1 1 0 0,-1-1 0 0 0,1 0-1 0 0,-1 0 1 0 0,0 1-1 0 0,0-1 1 0 0,1 0 0 0 0,-1 0-1 0 0,0 0 1 0 0,0 0-1 0 0,0 0 1 0 0,0 0 0 0 0,0 0-1 0 0,-1 0 1 0 0,1 0-1 0 0,-2 1 1 0 0,-2 1 113 0 0,1-1-1 0 0,-1 0 1 0 0,1 0-1 0 0,-1 0 1 0 0,0 0-1 0 0,1-1 1 0 0,-9 2 0 0 0,-15-4 202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4:16.7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1 4545 0 0,'-9'50'2187'0'0,"6"-28"-1995"0"0,2-11-40 0 0,1-8-121 0 0,0 0 0 0 0,0 0 0 0 0,-1-1 0 0 0,1 1 0 0 0,-1 0 0 0 0,-1 4 1 0 0,3-7 137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4:17.8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12 4065 0 0,'22'-10'669'0'0,"-16"9"-649"0"0,0 1 1 0 0,-1-1-1 0 0,1 1 0 0 0,0 0 0 0 0,0 1 0 0 0,6 0 0 0 0,-10-1 1 0 0,-1 1-1 0 0,1-1 1 0 0,-1 1 0 0 0,1-1-1 0 0,-1 1 1 0 0,1-1-1 0 0,-1 1 1 0 0,0 0-1 0 0,1 0 1 0 0,-1 0-1 0 0,0 0 1 0 0,1 0-1 0 0,-1 0 1 0 0,0 0-1 0 0,0 0 1 0 0,0 0 0 0 0,0 0-1 0 0,0 1 1 0 0,0-1-1 0 0,0 0 1 0 0,0 1-1 0 0,-1-1 1 0 0,1 1-1 0 0,-1-1 1 0 0,1 1-1 0 0,-1-1 1 0 0,1 3-1 0 0,-1-2 59 0 0,0 0 0 0 0,0 1-1 0 0,0-1 1 0 0,-1 0-1 0 0,1 0 1 0 0,-1 0-1 0 0,1 0 1 0 0,-1 0-1 0 0,0 0 1 0 0,0 0-1 0 0,0 0 1 0 0,0 0-1 0 0,0 0 1 0 0,0 0-1 0 0,0 0 1 0 0,-1 0-1 0 0,1-1 1 0 0,-1 1-1 0 0,1-1 1 0 0,-1 1-1 0 0,-3 1 1 0 0,3 0 22 0 0,-1-1 0 0 0,0 0 0 0 0,-1 0 1 0 0,1 0-1 0 0,0-1 0 0 0,0 1 0 0 0,-1-1 1 0 0,1 0-1 0 0,-1 0 0 0 0,1 0 0 0 0,-1 0 1 0 0,-4 0-1 0 0,10-2-193 0 0,-1-1-1 0 0,1 1 1 0 0,0 0 0 0 0,0-1-1 0 0,0 1 1 0 0,1 0 0 0 0,-1 1 0 0 0,0-1-1 0 0,4-1 1 0 0,-3 2 71 0 0,4 0-25 0 0,-1 0 1 0 0,1 0 0 0 0,-1 1 0 0 0,13 3-1 0 0,-18-4 47 0 0,0 0-1 0 0,0 0 1 0 0,0 1-1 0 0,0-1 1 0 0,0 1-1 0 0,0-1 1 0 0,0 1-1 0 0,0-1 0 0 0,-1 1 1 0 0,1-1-1 0 0,0 1 1 0 0,0 0-1 0 0,0 0 1 0 0,0-1-1 0 0,-1 1 1 0 0,1 0-1 0 0,0 0 0 0 0,-1 0 1 0 0,1 0-1 0 0,-1 0 1 0 0,1 0-1 0 0,-1 0 1 0 0,0 0-1 0 0,1 0 0 0 0,-1 0 1 0 0,0 0-1 0 0,1 0 1 0 0,-1 0-1 0 0,0 0 1 0 0,0 0-1 0 0,0 0 1 0 0,0 0-1 0 0,0 0 0 0 0,0 0 1 0 0,-1 1-1 0 0,1-1 1 0 0,-1 1-1 0 0,1 0 58 0 0,-1 0-1 0 0,0-1 1 0 0,0 1-1 0 0,0-1 1 0 0,0 1-1 0 0,0-1 1 0 0,0 0-1 0 0,0 1 1 0 0,0-1-1 0 0,-1 0 1 0 0,1 0-1 0 0,-1 0 1 0 0,1 0 0 0 0,-1 0-1 0 0,1 0 1 0 0,-1 0-1 0 0,1 0 1 0 0,-1-1-1 0 0,0 1 1 0 0,1 0-1 0 0,-1-1 1 0 0,0 0-1 0 0,0 1 1 0 0,-1-1-1 0 0,-8 2-16 0 0,0-1-1 0 0,-18-1 0 0 0,23 0-136 0 0,-3 0-186 0 0,-15 0 200 0 0,9-4-5052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4:02.0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693 0 4017 0 0,'0'0'203'0'0,"0"0"-175"0"0,0 0-6 0 0,-2 2 25 0 0,0 0 0 0 0,0-1-1 0 0,1 1 1 0 0,-1 0 0 0 0,1 1 0 0 0,-1-1-1 0 0,-1 3 1 0 0,-4 7 178 0 0,-67 66 1498 0 0,26-28-1418 0 0,30-30-108 0 0,-1-2 0 0 0,-2 0-1 0 0,-23 17 1 0 0,32-27 8 0 0,-1 0 0 0 0,0-1 0 0 0,0 0 0 0 0,-1-1 0 0 0,1-1-1 0 0,-1 0 1 0 0,-19 3 0 0 0,7-3 74 0 0,1-1 0 0 0,-1-1 0 0 0,0-2 0 0 0,0 0 0 0 0,0-2 0 0 0,-28-4 0 0 0,41 3-223 0 0,-1 0 1 0 0,1 2-1 0 0,-1-1 1 0 0,-16 3-1 0 0,1 4 199 0 0,29-6-215 0 0,1-1-499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4:02.8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94 1 4305 0 0,'0'0'59'0'0,"-18"18"107"0"0,3-7 227 0 0,-1 1-1 0 0,-24 12 1 0 0,35-21-399 0 0,8-3 523 0 0,6-3 101 0 0,-9 3-599 0 0,13-8-3236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4:03.5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4017 0 0,'0'0'273'0'0,"3"0"883"0"0,48 11-179 0 0,-49-11-861 0 0,-2 0-157 0 0,0 0-1 0 0,0 0 0 0 0,0 0 0 0 0,0 0 1 0 0,0 0-1 0 0,0 0 0 0 0,0 0 0 0 0,0 0 0 0 0,0 0 1 0 0,0 0-1 0 0,1 0 0 0 0,-1 0 0 0 0,0 0 0 0 0,0 0 1 0 0,0 0-1 0 0,0 0 0 0 0,0 1 0 0 0,0-1 1 0 0,0 0-1 0 0,0 0 0 0 0,0 0 0 0 0,0 0 0 0 0,0 0 1 0 0,0 0-1 0 0,0 0 0 0 0,0 0 0 0 0,0 0 0 0 0,0 0 1 0 0,0 0-1 0 0,0 0 0 0 0,0 0 0 0 0,0 0 1 0 0,1 0-1 0 0,-1 0 0 0 0,0 0 0 0 0,0 1 0 0 0,0-1 1 0 0,0 0-1 0 0,0 0 0 0 0,0 0 0 0 0,0 0 1 0 0,0 0-1 0 0,0 0 0 0 0,0 0 0 0 0,0 0 0 0 0,0 0 1 0 0,0 0-1 0 0,-1 0 0 0 0,1 0 0 0 0,0 0 0 0 0,0 0 1 0 0,0 1-1 0 0,0-1 0 0 0,0 0 0 0 0,0 0 1 0 0,0 0-1 0 0,0 0 0 0 0,0 0 0 0 0,0 0 0 0 0,0 0 1 0 0,0 0-1 0 0,0 0 0 0 0,0 0 0 0 0,0 0 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7:24.0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193 1 4473 0 0,'-1'0'2205'0'0,"1"1"-2239"0"0,1-1 1 0 0,0 1-1 0 0,0 0 1 0 0,0 0-1 0 0,-1-1 1 0 0,1 1-1 0 0,0 0 1 0 0,-1 0 0 0 0,1 0-1 0 0,-1 0 1 0 0,1 0-1 0 0,-1 0 1 0 0,1 1-1 0 0,0 5 130 0 0,0-1-1 0 0,-1 1 0 0 0,0-1 0 0 0,0 1 1 0 0,0-1-1 0 0,-1 0 0 0 0,0 1 0 0 0,0-1 1 0 0,0 0-1 0 0,-3 7 0 0 0,-5 12 48 0 0,-12 24-1 0 0,17-40 27 0 0,-59 113 654 0 0,-7 16-151 0 0,64-124-614 0 0,1 0 0 0 0,1 1 1 0 0,-6 27-1 0 0,9-37-41 0 0,0 0 0 0 0,1 0 0 0 0,0 0 1 0 0,0 0-1 0 0,0 1 0 0 0,0-1 0 0 0,1 0 0 0 0,0 0 1 0 0,0 0-1 0 0,0 0 0 0 0,1 0 0 0 0,0 0 0 0 0,0 0 1 0 0,5 8-1 0 0,-4-9 70 0 0,0-1-1 0 0,0 1 1 0 0,0-1 0 0 0,1 0 0 0 0,0 0 0 0 0,-1 0 0 0 0,1 0-1 0 0,0-1 1 0 0,0 0 0 0 0,1 0 0 0 0,-1 0 0 0 0,0 0 0 0 0,1 0-1 0 0,-1-1 1 0 0,1 0 0 0 0,0 0 0 0 0,-1 0 0 0 0,6 0 0 0 0,9 0 60 0 0,-1-1 0 0 0,1 0 1 0 0,21-4-1 0 0,-37 3-151 0 0,4 1-74 0 0,-6 1-870 0 0,-4-1-1795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7:24.5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3425 0 0,'-1'-1'1820'0'0,"3"3"-436"0"0,8 7 357 0 0,-7-6-1474 0 0,1 0-1 0 0,1 0 0 0 0,-1 0 1 0 0,7 3-1 0 0,-5-4-112 0 0,3 0 73 0 0,-9-2-209 0 0,0 0 1 0 0,0 0-1 0 0,0 0 1 0 0,0 0-1 0 0,0 0 1 0 0,0 0-1 0 0,0 0 1 0 0,0 0-1 0 0,0 0 1 0 0,0 0-1 0 0,0 1 1 0 0,0-1-1 0 0,0 0 1 0 0,0 0-1 0 0,1 0 1 0 0,-1 0-1 0 0,0 0 1 0 0,0 0-1 0 0,0 0 1 0 0,0 0-1 0 0,0 0 1 0 0,0 0-1 0 0,0 0 1 0 0,0 0-1 0 0,0 0 1 0 0,0 0-1 0 0,0 0 1 0 0,0 0-1 0 0,0 0 1 0 0,0 0-1 0 0,0 0 1 0 0,0 0-1 0 0,0 1 1 0 0,0-1-1 0 0,0 0 1 0 0,0 0-1 0 0,0 0 1 0 0,0 0-1 0 0,0 0 1 0 0,0 0-1 0 0,0 0 1 0 0,0 0-1 0 0,0 0 1 0 0,0 0-1 0 0,0 0 1 0 0,0 0-1 0 0,0 0 1 0 0,0 1-1 0 0,0-1 1 0 0,0 0-1 0 0,0 0 1 0 0,0 0-1 0 0,0 0 1 0 0,0 0-1 0 0,0 0 1 0 0,0 0-1 0 0,0 0 1 0 0,0 0-1 0 0,0 0 1 0 0,0 0-1 0 0,0 0 1 0 0,0 0-1 0 0,0 0 1 0 0,-1 0-1 0 0,1 0 1 0 0,-5 5-1121 0 0,-1-1 0 0 0,1 1 0 0 0,0 0 0 0 0,1 1 1 0 0,-5 6-1 0 0,3-5 179 0 0,2-2 83 0 0,1-1-2082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2:44.7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3113 0 0,'8'10'2032'0'0,"-6"-8"-1861"0"0,-1-1 0 0 0,0 1-1 0 0,0-1 1 0 0,0 0 0 0 0,1 1-1 0 0,-1-1 1 0 0,1 0 0 0 0,-1 0 0 0 0,1 0-1 0 0,-1 0 1 0 0,1 0 0 0 0,0 0-1 0 0,0 0 1 0 0,3 1 0 0 0,77 23 1478 0 0,-39-11-1213 0 0,54 10 1 0 0,50 13 233 0 0,-134-33-673 0 0,0 0 0 0 0,0 1 0 0 0,0 0 0 0 0,-1 1 0 0 0,0 0 0 0 0,20 14 0 0 0,-22-12 148 0 0,0 1 1 0 0,0-1-1 0 0,-1 2 0 0 0,0-1 1 0 0,0 1-1 0 0,13 21 1 0 0,-16-19-41 0 0,-1 0 0 0 0,0 1 0 0 0,0 0 0 0 0,-1-1 0 0 0,-1 1 0 0 0,0 1 1 0 0,-1-1-1 0 0,0 0 0 0 0,-1 1 0 0 0,-1-1 0 0 0,0 1 0 0 0,-2 13 1 0 0,-3 56 167 0 0,3-20 1100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2:45.1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2465 0 0,'9'4'5214'0'0,"39"27"-3459"0"0,-47-31-1448 0 0,13 7 241 0 0,-10-7-7127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2:52.9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 0 3417 0 0,'-3'3'375'0'0,"0"0"1"0"0,1 0 0 0 0,0 1-1 0 0,0-1 1 0 0,0 1 0 0 0,-3 6-1 0 0,-5 8-269 0 0,2-4 74 0 0,-5 8 3698 0 0,14-23-4274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2:53.9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2377 0 0,'2'2'168'0'0,"0"0"0"0"0,1 0 1 0 0,-1-1-1 0 0,1 1 0 0 0,-1-1 1 0 0,1 1-1 0 0,0-1 0 0 0,4 2 0 0 0,-6-2-992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2:55.9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 3297 0 0,'0'0'6'0'0,"0"0"1"0"0,0 0-1 0 0,0 0 1 0 0,0 0-1 0 0,0 0 1 0 0,1 0 0 0 0,-1 0-1 0 0,0 0 1 0 0,0 0-1 0 0,0 0 1 0 0,0 0-1 0 0,0-1 1 0 0,0 1-1 0 0,0 0 1 0 0,0 0 0 0 0,0 0-1 0 0,0 0 1 0 0,0 0-1 0 0,0 0 1 0 0,0 0-1 0 0,1 0 1 0 0,-1 0-1 0 0,0 0 1 0 0,0 0 0 0 0,0 0-1 0 0,0 0 1 0 0,0 0-1 0 0,0 0 1 0 0,0 0-1 0 0,0-1 1 0 0,0 1-1 0 0,0 0 1 0 0,0 0 0 0 0,0 0-1 0 0,0 0 1 0 0,0 0-1 0 0,0 0 1 0 0,0 0-1 0 0,0 0 1 0 0,0 0-1 0 0,0 0 1 0 0,0 0 0 0 0,0 0-1 0 0,0-1 1 0 0,0 1-1 0 0,0 0 1 0 0,0 0-1 0 0,0 0 1 0 0,0 0-1 0 0,0 0 1 0 0,0 0 0 0 0,0 0-4 0 0,0 0 1 0 0,0 0 0 0 0,0 0-1 0 0,0 0 1 0 0,0 0 0 0 0,0 0 0 0 0,0 0-1 0 0,0 0 1 0 0,0 0 0 0 0,0 0 0 0 0,0 0-1 0 0,0 0 1 0 0,0 0 0 0 0,0 0 0 0 0,0 0-1 0 0,0 0 1 0 0,0 0 0 0 0,0 0-1 0 0,1 0 1 0 0,-1 0 0 0 0,0 0 0 0 0,0 0-1 0 0,0 0 1 0 0,0 0 0 0 0,0 0 0 0 0,0 0-1 0 0,0 0 1 0 0,0 0 0 0 0,0 0 0 0 0,0 0-1 0 0,0 0 1 0 0,0 0 0 0 0,0 0 0 0 0,0 0-1 0 0,0 0 1 0 0,0 0 0 0 0,0 0-1 0 0,1 0 1 0 0,-1 0 0 0 0,0 0 0 0 0,0 0-1 0 0,0 0 1 0 0,0 0 0 0 0,0 0 0 0 0,0 0-1 0 0,0 0 1 0 0,0 0 0 0 0,0 0 0 0 0,0 0-1 0 0,0 0 1 0 0,0-1 0 0 0,0 1-1 0 0,0 0 1 0 0,0 0 0 0 0,0 0 0 0 0,0 0-1 0 0,0 0 1 0 0,19 6-940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2:56.6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 3417 0 0,'0'-4'-1501'0'0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4:26.7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27 5713 0 0,'1'-14'3780'0'0,"-1"12"-2581"0"0,-1 4-569 0 0,-3 7-923 0 0,-3 7 284 0 0,0 0 0 0 0,-7 27 0 0 0,18-55 588 0 0,0 0 0 0 0,7-14 1 0 0,-9 21-664 0 0,0 0 1 0 0,1 0 0 0 0,0 0 0 0 0,0 1-1 0 0,0-1 1 0 0,1 1 0 0 0,0 0 0 0 0,4-5 0 0 0,-8 9 54 0 0,1 0 1 0 0,-1 0 0 0 0,0 0 0 0 0,0 0 0 0 0,0 0-1 0 0,0 0 1 0 0,0 0 0 0 0,0 0 0 0 0,0 0 0 0 0,1 0 0 0 0,-1 0-1 0 0,0 0 1 0 0,0 0 0 0 0,0 0 0 0 0,0 0 0 0 0,0 0-1 0 0,0 0 1 0 0,0 0 0 0 0,1 0 0 0 0,-1 0 0 0 0,0 0-1 0 0,0 0 1 0 0,0 0 0 0 0,0 0 0 0 0,0 0 0 0 0,0 0 0 0 0,0 0-1 0 0,1 0 1 0 0,-1 0 0 0 0,0 1 0 0 0,0-1 0 0 0,0 0-1 0 0,0 0 1 0 0,0 0 0 0 0,0 0 0 0 0,0 0 0 0 0,0 0 0 0 0,0 0-1 0 0,0 0 1 0 0,0 1 0 0 0,0-1 0 0 0,0 0 0 0 0,0 0-1 0 0,1 0 1 0 0,1 10-204 0 0,0 8 320 0 0,-5 19-281 0 0,-1-22-4700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4:26.9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27 5801 0 0,'0'0'80'0'0,"0"0"0"0"0,0 0-1 0 0,0 0 1 0 0,0 0 0 0 0,0 0 0 0 0,-1 0-1 0 0,1 0 1 0 0,0 0 0 0 0,0 0 0 0 0,0 0-1 0 0,0 0 1 0 0,0 0 0 0 0,0 0 0 0 0,0 0-1 0 0,0 0 1 0 0,0 0 0 0 0,0 0 0 0 0,-1 0-1 0 0,1 0 1 0 0,0 0 0 0 0,0 0 0 0 0,0 0-1 0 0,0 0 1 0 0,0 0 0 0 0,0 0 0 0 0,0 0-1 0 0,0 0 1 0 0,0 0 0 0 0,0 0 0 0 0,0-1-1 0 0,0 1 1 0 0,0 0 0 0 0,0 0 0 0 0,0 0-1 0 0,0 0 1 0 0,0 0 0 0 0,-1 0-1 0 0,1 0 1 0 0,0 0 0 0 0,0 0 0 0 0,0 0-1 0 0,0-1 1 0 0,0 1 0 0 0,0 0 0 0 0,0 0-1 0 0,0 0 1 0 0,1 0 0 0 0,2-6 1158 0 0,5-3-1204 0 0,-5 8-177 0 0,1-1 0 0 0,-1 1 0 0 0,1 0 0 0 0,0 0 0 0 0,-1 1 0 0 0,1-1 0 0 0,0 1 0 0 0,-1 0 0 0 0,6 0 0 0 0,15-2-4087 0 0,-22 2 733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4:27.6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19 4825 0 0,'-3'7'4818'0'0,"-2"17"-4554"0"0,3-11 93 0 0,-5 23-156 0 0,6-47 1358 0 0,1 2-1383 0 0,0 1 0 0 0,0-1 1 0 0,1 1-1 0 0,2-11 0 0 0,-3 18-215 0 0,1-1 0 0 0,-1 0 0 0 0,1 1 0 0 0,-1-1 0 0 0,1 0 0 0 0,0 1 0 0 0,-1-1 0 0 0,1 0 0 0 0,0 1 0 0 0,0 0 0 0 0,0-1-1 0 0,1 1 1 0 0,-1-1 0 0 0,0 1 0 0 0,0 0 0 0 0,1 0 0 0 0,-1 0 0 0 0,1 0 0 0 0,-1 0 0 0 0,1 0 0 0 0,-1 0 0 0 0,1 0 0 0 0,-1 1 0 0 0,1-1 0 0 0,0 0 0 0 0,2 0 0 0 0,-4 1 14 0 0,1 0 0 0 0,-1 0 0 0 0,1 0 0 0 0,-1 0 0 0 0,0 0 0 0 0,1 0 0 0 0,-1 0 0 0 0,0 0 0 0 0,1 0 0 0 0,-1 0 0 0 0,1 0 0 0 0,-1 0 1 0 0,0 0-1 0 0,1 0 0 0 0,-1 1 0 0 0,0-1 0 0 0,1 0 0 0 0,-1 0 0 0 0,0 0 0 0 0,1 0 0 0 0,-1 1 0 0 0,0-1 0 0 0,1 0 0 0 0,-1 0 1 0 0,0 1-1 0 0,0-1 0 0 0,1 0 0 0 0,-1 1 0 0 0,0-1 0 0 0,0 0 0 0 0,1 1 0 0 0,-1-1 0 0 0,0 0 0 0 0,0 1 0 0 0,0-1 0 0 0,0 0 0 0 0,0 1 1 0 0,0-1-1 0 0,1 0 0 0 0,-1 1 0 0 0,0-1 0 0 0,0 1 0 0 0,0-1 0 0 0,0 0 0 0 0,0 1 0 0 0,0-1 0 0 0,-1 0 0 0 0,1 1 0 0 0,0-1 1 0 0,0 1-1 0 0,0-1 0 0 0,0 1 0 0 0,-1 0 21 0 0,1 1 1 0 0,-1-1-1 0 0,1 1 1 0 0,-1-1 0 0 0,1 1-1 0 0,-1-1 1 0 0,0 1-1 0 0,0-1 1 0 0,0 0-1 0 0,0 0 1 0 0,0 1-1 0 0,-1 0 1 0 0,-4 2-99 0 0,-8 6-809 0 0,8-3-3439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4:28.1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16 5673 0 0,'-3'5'5048'0'0,"-3"32"-4771"0"0,6-35 81 0 0,-1 3-314 0 0,1-2-40 0 0,0-1 0 0 0,0 1-1 0 0,-1 0 1 0 0,1 0 0 0 0,-1 0 0 0 0,-2 4-1 0 0,4-10 396 0 0,-1 0-1 0 0,0 1 0 0 0,0-1 1 0 0,0 0-1 0 0,0 1 0 0 0,-1-5 1 0 0,0-5-586 0 0,2 7 112 0 0,-1 1 1 0 0,1 0-1 0 0,0 0 0 0 0,0 0 0 0 0,0-1 0 0 0,4-6 0 0 0,-4 10 46 0 0,-1 0-1 0 0,0 0 1 0 0,1 0-1 0 0,-1 0 1 0 0,1 0-1 0 0,-1 0 1 0 0,1 0-1 0 0,0 1 1 0 0,-1-1-1 0 0,1 0 1 0 0,0 0-1 0 0,0 1 1 0 0,-1-1-1 0 0,1 1 0 0 0,0-1 1 0 0,0 0-1 0 0,0 1 1 0 0,0 0-1 0 0,-1-1 1 0 0,1 1-1 0 0,0-1 1 0 0,0 1-1 0 0,0 0 1 0 0,0 0-1 0 0,0 0 1 0 0,0-1-1 0 0,0 1 1 0 0,0 0-1 0 0,0 0 1 0 0,0 0-1 0 0,0 1 1 0 0,0-1-1 0 0,0 0 1 0 0,0 0-1 0 0,0 0 1 0 0,1 1-1 0 0,-1-1 7 0 0,-1 0 0 0 0,1 1 0 0 0,-1-1 0 0 0,0 0-1 0 0,1 0 1 0 0,-1 1 0 0 0,1-1 0 0 0,-1 0 0 0 0,1 1 0 0 0,-1-1 0 0 0,0 0 0 0 0,1 1-1 0 0,-1-1 1 0 0,0 1 0 0 0,1-1 0 0 0,-1 1 0 0 0,0-1 0 0 0,0 0 0 0 0,1 1 0 0 0,-1-1 0 0 0,0 1-1 0 0,0-1 1 0 0,0 1 0 0 0,0-1 0 0 0,0 1 0 0 0,0 0 0 0 0,0 0 12 0 0,0 1 0 0 0,0-1 1 0 0,0 0-1 0 0,-1 0 0 0 0,1 0 1 0 0,0 1-1 0 0,-1-1 0 0 0,1 0 1 0 0,-1 0-1 0 0,-1 2 0 0 0,0 1 13 0 0,-1-1 0 0 0,1 0-1 0 0,-1 1 1 0 0,0-1-1 0 0,-4 3 1 0 0,4-4-371 0 0,-4 2-776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4:28.5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9 5729 0 0,'-5'-9'556'0'0,"2"9"737"0"0,2 16 1784 0 0,0-1-2034 0 0,-10 50-2260 0 0,7-45 814 0 0,4-16-4570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4:28.8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6073 0 0,'-1'10'6225'0'0,"1"-3"-7929"0"0,-1-4-3638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4:28.9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5 6225 0 0,'0'0'311'0'0,"-1"-3"3041"0"0,1 1-3616 0 0,4 4-4366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4:29.6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28 5369 0 0,'2'-17'4024'0'0,"-2"17"-3931"0"0,0-1 0 0 0,0 1 0 0 0,0 0 0 0 0,0-1 0 0 0,0 1 0 0 0,0-1 0 0 0,0 1 0 0 0,0 0-1 0 0,0-1 1 0 0,0 1 0 0 0,-1-1 0 0 0,1 1 0 0 0,0 0 0 0 0,0-1 0 0 0,0 1 0 0 0,-1 0 0 0 0,1-1 0 0 0,0 1 0 0 0,0 0 0 0 0,-1-1 0 0 0,1 1 0 0 0,0 0 0 0 0,0 0 0 0 0,-1-1 0 0 0,1 1 0 0 0,0 0 0 0 0,-1 0 0 0 0,1 0 0 0 0,-1-1 0 0 0,1 1 0 0 0,0 0 0 0 0,-1 0 0 0 0,1 0 0 0 0,-1 0 0 0 0,0 0-111 0 0,0 1 1 0 0,1-1-1 0 0,-1 1 1 0 0,0 0 0 0 0,1-1-1 0 0,-1 1 1 0 0,1 0-1 0 0,-1-1 1 0 0,0 1-1 0 0,1 0 1 0 0,-1 0-1 0 0,1 0 1 0 0,0-1 0 0 0,-1 1-1 0 0,1 0 1 0 0,-1 2-1 0 0,-4 14-268 0 0,4-15 132 0 0,1 0 0 0 0,0-1 0 0 0,0 1 0 0 0,0-1 0 0 0,0 1 0 0 0,0 0 0 0 0,0-1-1 0 0,0 1 1 0 0,0 0 0 0 0,1-1 0 0 0,-1 1 0 0 0,1-1 0 0 0,-1 1 0 0 0,1-1 0 0 0,-1 1 0 0 0,1-1 0 0 0,2 4 0 0 0,-2-5 37 0 0,0 1-1 0 0,0-1 1 0 0,0 1 0 0 0,0 0-1 0 0,0-1 1 0 0,0 0 0 0 0,0 1-1 0 0,0-1 1 0 0,1 0 0 0 0,-1 1-1 0 0,0-1 1 0 0,0 0-1 0 0,0 0 1 0 0,1 0 0 0 0,-1 0-1 0 0,0 0 1 0 0,0 0 0 0 0,0 0-1 0 0,1-1 1 0 0,-1 1 0 0 0,0 0-1 0 0,0-1 1 0 0,0 1 0 0 0,0-1-1 0 0,2 0 1 0 0,2-1-2389 0 0,-2 1-1148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4:30.2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1 5449 0 0,'0'0'436'0'0,"-6"0"3996"0"0,-6-1-3042 0 0,10 3-1356 0 0,0 0 1 0 0,0 0-1 0 0,0 0 1 0 0,0 0-1 0 0,0 0 1 0 0,1 0-1 0 0,-1 1 1 0 0,1-1-1 0 0,-1 0 1 0 0,0 4-1 0 0,1-4-27 0 0,0-1-1 0 0,0 1 0 0 0,0 0 0 0 0,1 0 0 0 0,-1 0 0 0 0,1 0 0 0 0,0 0 1 0 0,-1 0-1 0 0,1 0 0 0 0,0 0 0 0 0,0 0 0 0 0,0 0 0 0 0,0 0 0 0 0,1 3 1 0 0,-1-5 5 0 0,0 0 1 0 0,0 1-1 0 0,0-1 1 0 0,0 0 0 0 0,0 0-1 0 0,1 0 1 0 0,-1 1 0 0 0,0-1-1 0 0,0 0 1 0 0,0 0 0 0 0,0 0-1 0 0,0 0 1 0 0,0 1-1 0 0,1-1 1 0 0,-1 0 0 0 0,0 0-1 0 0,0 0 1 0 0,0 0 0 0 0,1 0-1 0 0,-1 1 1 0 0,0-1-1 0 0,0 0 1 0 0,0 0 0 0 0,1 0-1 0 0,-1 0 1 0 0,0 0 0 0 0,0 0-1 0 0,1 0 1 0 0,-1 0-1 0 0,0 0 1 0 0,0 0 0 0 0,0 0-1 0 0,1 0 1 0 0,7-5 473 0 0,6-12-106 0 0,-13 16-452 0 0,1-3 92 0 0,1 1 0 0 0,-1-1 0 0 0,0 0 0 0 0,0 0 1 0 0,0 0-1 0 0,2-9 0 0 0,-4 22-653 0 0,-1-6 549 0 0,1-1 1 0 0,0 1-1 0 0,0 0 1 0 0,1 0-1 0 0,-1 0 1 0 0,0-1-1 0 0,2 4 1 0 0,-2-5-19 0 0,0-1 0 0 0,0 1 1 0 0,1-1-1 0 0,-1 1 1 0 0,1-1-1 0 0,-1 1 0 0 0,0-1 1 0 0,1 1-1 0 0,-1-1 0 0 0,1 1 1 0 0,-1-1-1 0 0,1 0 1 0 0,0 1-1 0 0,-1-1 0 0 0,1 0 1 0 0,-1 1-1 0 0,1-1 1 0 0,-1 0-1 0 0,1 0 0 0 0,0 0 1 0 0,-1 1-1 0 0,1-1 1 0 0,0 0-1 0 0,-1 0 0 0 0,1 0 1 0 0,0 0-1 0 0,-1 0 1 0 0,1 0-1 0 0,0 0 0 0 0,-1 0 1 0 0,1-1-1 0 0,-1 1 0 0 0,1 0 1 0 0,0 0-1 0 0,-1 0 1 0 0,1-1-1 0 0,0 1 0 0 0,2-1-299 0 0,0 0-1 0 0,0 0 0 0 0,-1-1 1 0 0,1 1-1 0 0,0 0 0 0 0,-1-1 1 0 0,1 0-1 0 0,-1 1 0 0 0,3-4 1 0 0,-3 3-2923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4:30.5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65 5073 0 0,'1'-2'21'0'0,"6"-31"1819"0"0,-7 32-1498 0 0,0-1-1 0 0,0 0 1 0 0,0 1-1 0 0,0-1 1 0 0,0 0-1 0 0,0 1 1 0 0,0-1-1 0 0,0 1 1 0 0,0-1-1 0 0,-1 0 1 0 0,1 1-1 0 0,-1-1 1 0 0,1 1-1 0 0,-1-1 1 0 0,0 1-1 0 0,0-1 1 0 0,-1-1-1 0 0,1 6-306 0 0,-1 0-1 0 0,0 0 0 0 0,1 1 0 0 0,0-1 1 0 0,-2 5-1 0 0,-22 116-2129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4:30.9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 5025 0 0,'0'0'118'0'0,"0"0"0"0"0,0 0 0 0 0,0 0 0 0 0,0-1 0 0 0,-1 1 0 0 0,1 0 0 0 0,0 0 1 0 0,0 0-1 0 0,0 0 0 0 0,0 0 0 0 0,0-1 0 0 0,0 1 0 0 0,0 0 0 0 0,0 0 0 0 0,0 0 0 0 0,0 0 0 0 0,0 0 0 0 0,0-1 0 0 0,0 1 0 0 0,0 0 0 0 0,0 0 0 0 0,0 0 0 0 0,0 0 0 0 0,0 0 1 0 0,1-1-1 0 0,-1 1 0 0 0,0 0 0 0 0,0 0 0 0 0,0 0 0 0 0,0 0 0 0 0,0 0 0 0 0,0 0 0 0 0,0-1 0 0 0,0 1 0 0 0,0 0 0 0 0,1 0 0 0 0,-1 0 0 0 0,0 0 0 0 0,0 0 0 0 0,0 0 0 0 0,0 0 1 0 0,0 0-1 0 0,0 0 0 0 0,1 0 0 0 0,-1 0 0 0 0,0 0 0 0 0,0 0 0 0 0,14-5 737 0 0,13 0-1750 0 0,13 2-2527 0 0,-41 3 3642 0 0,1 0 1 0 0,0 0-1 0 0,-1 0 1 0 0,1 1-1 0 0,0-1 1 0 0,-1 0 0 0 0,1 0-1 0 0,0 0 1 0 0,-1 0-1 0 0,1 1 1 0 0,0-1 0 0 0,0 0-1 0 0,-1 0 1 0 0,1 0-1 0 0,0 1 1 0 0,0-1-1 0 0,0 0 1 0 0,-1 0 0 0 0,1 1-1 0 0,0-1 1 0 0,0 0-1 0 0,0 1 1 0 0,-4 11 1226 0 0,4-10-1933 0 0,-1 0 1 0 0,1 0-1 0 0,0 0 1 0 0,0 0-1 0 0,0 0 1 0 0,0 0 0 0 0,0 0-1 0 0,0 0 1 0 0,1 0-1 0 0,0 3 1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4:31.1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10 6721 0 0,'-3'-9'4637'0'0,"3"9"-4761"0"0,0 0 1 0 0,0 0-1 0 0,1 0 1 0 0,-1 0 0 0 0,0 0-1 0 0,0 0 1 0 0,0-1-1 0 0,0 1 1 0 0,0 0 0 0 0,1 0-1 0 0,-1 0 1 0 0,0 0-1 0 0,0 0 1 0 0,0 0 0 0 0,0 0-1 0 0,1 0 1 0 0,-1 0-1 0 0,0 0 1 0 0,0 0 0 0 0,0 0-1 0 0,0 0 1 0 0,1 0-1 0 0,-1 0 1 0 0,0 0 0 0 0,0 0-1 0 0,0 1 1 0 0,0-1-1 0 0,0 0 1 0 0,1 0 0 0 0,-1 0-1 0 0,0 0 1 0 0,0 0-1 0 0,0 0 1 0 0,0 0 0 0 0,0 0-1 0 0,0 0 1 0 0,1 1-1 0 0,-1-1 1 0 0,0 0 0 0 0,0 0-1 0 0,0 0 1 0 0,0 0-1 0 0,0 0 1 0 0,0 1 0 0 0,0-1-1 0 0,0 0 1 0 0,0 0-1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4:32.3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27 4193 0 0,'-1'-7'5976'0'0,"-2"6"-2627"0"0,-5 11-2010 0 0,5-5-1612 0 0,1 0 0 0 0,-1 0 0 0 0,-2 10 1 0 0,5-14 251 0 0,-1 0 0 0 0,1 0 1 0 0,0 0-1 0 0,0 0 1 0 0,0-1-1 0 0,0 1 0 0 0,0 0 1 0 0,0 0-1 0 0,0 0 1 0 0,0 0-1 0 0,0 0 0 0 0,1-1 1 0 0,-1 1-1 0 0,0 0 1 0 0,1 1-1 0 0,-1-2 37 0 0,0 0 0 0 0,1 1 0 0 0,-1-1 0 0 0,0 0 0 0 0,0 0 0 0 0,1 0 0 0 0,-1 1 0 0 0,0-1 0 0 0,0 0 0 0 0,1 0 0 0 0,-1 0 0 0 0,0 0 0 0 0,1 0 0 0 0,-1 0-1 0 0,0 1 1 0 0,0-1 0 0 0,1 0 0 0 0,-1 0 0 0 0,0 0 0 0 0,1 0 0 0 0,-1 0 0 0 0,0 0 0 0 0,1 0 0 0 0,-1 0 0 0 0,0-1 0 0 0,0 1 0 0 0,1 0 0 0 0,-1 0 0 0 0,2 0 54 0 0,-1-1 1 0 0,0 0-1 0 0,0 1 0 0 0,0-1 1 0 0,0 0-1 0 0,0 0 1 0 0,0 0-1 0 0,0 1 1 0 0,0-1-1 0 0,0 0 0 0 0,0 0 1 0 0,0-1-1 0 0,0 1 1 0 0,-1 0-1 0 0,1 0 0 0 0,0 0 1 0 0,-1 0-1 0 0,1-2 1 0 0,0-1 38 0 0,0 1 0 0 0,-1 0 0 0 0,0-1 0 0 0,1 1 0 0 0,-1 0 0 0 0,0-1 0 0 0,-1-4 0 0 0,0-6-2722 0 0,5 17-2566 0 0,4-2 3727 0 0,7-1 1246 0 0,-3-3 197 0 0,-5 1 843 0 0,-7 2-766 0 0,0 0 0 0 0,0 0 0 0 0,0 0 1 0 0,0 0-1 0 0,0 0 0 0 0,0 0 0 0 0,0 0 0 0 0,0 0 0 0 0,1 0 0 0 0,-1 0 0 0 0,0 0 1 0 0,0 0-1 0 0,0 0 0 0 0,0 0 0 0 0,0 0 0 0 0,0 0 0 0 0,0 0 0 0 0,0 0 0 0 0,0 1 1 0 0,0-1-1 0 0,0 0 0 0 0,0 0 0 0 0,0 0 0 0 0,0 0 0 0 0,0 0 0 0 0,0 0 0 0 0,0 0 1 0 0,0 0-1 0 0,0 0 0 0 0,0 0 0 0 0,1 0 0 0 0,-1 0 0 0 0,0 0 0 0 0,0 0 0 0 0,0 1 1 0 0,0-1-1 0 0,0 0 0 0 0,0 0 0 0 0,0 0 0 0 0,0 0 0 0 0,0 0 0 0 0,0 0 0 0 0,-1 0 1 0 0,1 0-1 0 0,0 0 0 0 0,0 0 0 0 0,0 0 0 0 0,0 0 0 0 0,0 1 0 0 0,0-1 0 0 0,0 0 0 0 0,0 0 1 0 0,0 0-1 0 0,0 0 0 0 0,0 0 0 0 0,0 0 0 0 0,0 0 0 0 0,0 0 0 0 0,0 0 0 0 0,0 0 1 0 0,0 0-1 0 0,0 0 0 0 0,-2 4-36 0 0,0-1 1 0 0,1 1-1 0 0,0 0 0 0 0,0-1 0 0 0,0 1 1 0 0,0 0-1 0 0,1 0 0 0 0,0 0 1 0 0,0 5-1 0 0,-3 18 289 0 0,9-46 3379 0 0,-2 11-3814 0 0,-1-1-1 0 0,2 1 1 0 0,-1 1-1 0 0,10-13 0 0 0,-14 19 95 0 0,1 0-1 0 0,0 0 1 0 0,-1 0-1 0 0,1 0 0 0 0,0 1 1 0 0,0-1-1 0 0,0 0 1 0 0,-1 1-1 0 0,1-1 0 0 0,0 0 1 0 0,0 1-1 0 0,0-1 1 0 0,0 1-1 0 0,0-1 1 0 0,0 1-1 0 0,1 0 0 0 0,0-1 1 0 0,-2 2-4 0 0,1-1 0 0 0,-1 0 0 0 0,1 1 0 0 0,0-1 0 0 0,-1 1 0 0 0,1-1 0 0 0,-1 1 0 0 0,0-1 0 0 0,1 1 1 0 0,-1-1-1 0 0,1 1 0 0 0,-1-1 0 0 0,0 1 0 0 0,1 0 0 0 0,-1-1 0 0 0,0 1 0 0 0,0-1 0 0 0,1 1 0 0 0,-1 0 0 0 0,0-1 0 0 0,0 1 1 0 0,0 0-1 0 0,0-1 0 0 0,0 1 0 0 0,0 0 0 0 0,0-1 0 0 0,0 1 0 0 0,0 1 0 0 0,-3 28 110 0 0,2-26-345 0 0,0-1-1 0 0,0 1 1 0 0,1 0 0 0 0,0 0 0 0 0,0 0 0 0 0,0-1 0 0 0,0 1 0 0 0,0 0 0 0 0,1 0 0 0 0,1 4 0 0 0,-2-8-6 0 0,0 0 1 0 0,0 1 0 0 0,1-1 0 0 0,-1 1 0 0 0,0-1 0 0 0,0 0 0 0 0,1 1 0 0 0,-1-1 0 0 0,0 0 0 0 0,1 1 0 0 0,-1-1 0 0 0,1 0 0 0 0,-1 1 0 0 0,0-1 0 0 0,1 0 0 0 0,-1 0 0 0 0,1 0-1 0 0,-1 1 1 0 0,1-1 0 0 0,-1 0 0 0 0,1 0 0 0 0,0 0 0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4:35.6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7 6209 0 0,'-3'-1'5283'0'0,"-7"-5"-4570"0"0,8 7-757 0 0,0 0-1 0 0,-1-1 0 0 0,1 1 0 0 0,0 0 1 0 0,0 0-1 0 0,0 0 0 0 0,0 0 0 0 0,0 0 1 0 0,0 1-1 0 0,-3 2 0 0 0,4-3-28 0 0,0-1 0 0 0,0 1-1 0 0,0 0 1 0 0,0 0 0 0 0,0 0-1 0 0,0 0 1 0 0,0 0 0 0 0,0 1 0 0 0,0-1-1 0 0,1 0 1 0 0,-1 0 0 0 0,0 0 0 0 0,1 1-1 0 0,-1-1 1 0 0,1 0 0 0 0,-1 1-1 0 0,1-1 1 0 0,-1 2 0 0 0,2-2 60 0 0,-1 0 0 0 0,0-1-1 0 0,1 1 1 0 0,-1-1 0 0 0,0 1 0 0 0,1-1 0 0 0,-1 1 0 0 0,1-1 0 0 0,-1 1 0 0 0,1-1-1 0 0,-1 1 1 0 0,1-1 0 0 0,-1 1 0 0 0,1-1 0 0 0,-1 0 0 0 0,1 1 0 0 0,0-1 0 0 0,-1 0-1 0 0,1 1 1 0 0,-1-1 0 0 0,1 0 0 0 0,0 0 0 0 0,-1 0 0 0 0,1 0 0 0 0,1 0-1 0 0,22 2 277 0 0,-12-1-301 0 0,-12-1 36 0 0,1 0 1 0 0,0 0-1 0 0,-1 0 1 0 0,1 0 0 0 0,-1 0-1 0 0,1 0 1 0 0,0 0-1 0 0,-1 1 1 0 0,1-1 0 0 0,-1 0-1 0 0,1 0 1 0 0,0 0-1 0 0,-1 1 1 0 0,1-1 0 0 0,-1 0-1 0 0,1 1 1 0 0,-1-1 0 0 0,1 1-1 0 0,-1-1 1 0 0,1 0-1 0 0,-1 1 1 0 0,0-1 0 0 0,1 1-1 0 0,0 0 1 0 0,-1 0 16 0 0,-1-1 0 0 0,1 1 0 0 0,0 0 0 0 0,0-1-1 0 0,0 1 1 0 0,-1-1 0 0 0,1 1 0 0 0,0-1 0 0 0,0 1 0 0 0,-1-1 0 0 0,1 1 0 0 0,-1-1 0 0 0,1 0 0 0 0,0 1 0 0 0,-1-1 0 0 0,1 1-1 0 0,-1-1 1 0 0,1 0 0 0 0,-1 1 0 0 0,0-1 0 0 0,-3 3 43 0 0,0-1-1 0 0,0 0 1 0 0,0 0-1 0 0,-1 0 1 0 0,-5 2 0 0 0,1-2-121 0 0,-26 4 238 0 0,33-5-325 0 0,-1-1 0 0 0,0 0 0 0 0,1 0 1 0 0,-1 0-1 0 0,0 0 0 0 0,1-1 0 0 0,-1 1 0 0 0,1-1 0 0 0,-1 1 0 0 0,-3-3 0 0 0,5 0-4168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4:36.3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9 5073 0 0,'-2'0'5381'0'0,"1"1"-5421"0"0,0 0-1 0 0,1-1 1 0 0,-1 1 0 0 0,0 0-1 0 0,0 0 1 0 0,1 0-1 0 0,-1 0 1 0 0,1 0 0 0 0,-1 0-1 0 0,1 0 1 0 0,-1 0 0 0 0,1 0-1 0 0,-1 1 1 0 0,1-1 37 0 0,0-1 0 0 0,0 0 0 0 0,0 0 0 0 0,0 0 0 0 0,0 1 0 0 0,0-1 1 0 0,0 0-1 0 0,0 0 0 0 0,0 1 0 0 0,0-1 0 0 0,0 0 0 0 0,0 0 0 0 0,0 0 0 0 0,0 1 0 0 0,1-1 0 0 0,-1 0 1 0 0,0 0-1 0 0,0 0 0 0 0,0 1 0 0 0,0-1 0 0 0,0 0 0 0 0,1 0 0 0 0,-1 0 0 0 0,0 0 0 0 0,0 1 1 0 0,0-1-1 0 0,0 0 0 0 0,1 0 0 0 0,-1 0 0 0 0,0 0 0 0 0,0 0 0 0 0,0 0 0 0 0,1 0 0 0 0,-1 1 0 0 0,10-4 262 0 0,-8 2-160 0 0,-1 0 0 0 0,1 0 0 0 0,0 0 1 0 0,0-1-1 0 0,-1 1 0 0 0,1-1 0 0 0,1-1 1 0 0,-2 2-82 0 0,-1 1 0 0 0,0 0 0 0 0,0 0 0 0 0,1-1 0 0 0,-1 1 0 0 0,0 0 0 0 0,0-1 0 0 0,0 1 0 0 0,1 0 0 0 0,-1-1 0 0 0,0 1 0 0 0,0 0 0 0 0,0-1 0 0 0,0 1 0 0 0,0 0 0 0 0,0-1 0 0 0,0 1 0 0 0,0-1 0 0 0,0 1 0 0 0,0 0 0 0 0,0-1 0 0 0,0 1 0 0 0,0 0 0 0 0,0-1 0 0 0,0 1 0 0 0,0 0 0 0 0,0-1 0 0 0,-1 1 0 0 0,1 0 1 0 0,0-1-1 0 0,0 1 0 0 0,0 0 0 0 0,-1-1 0 0 0,1 1 0 0 0,0 0 0 0 0,0 0 0 0 0,0-1 0 0 0,-1 1 0 0 0,1 0 0 0 0,0 0 0 0 0,-1-1 0 0 0,1 1 0 0 0,0 0 0 0 0,-1 0 0 0 0,0 0-63 0 0,0-1 0 0 0,1 1 0 0 0,-1 0 0 0 0,0 0 0 0 0,1 0 0 0 0,-1 0 0 0 0,0 0 0 0 0,0 0 0 0 0,1 1 1 0 0,-1-1-1 0 0,0 0 0 0 0,1 0 0 0 0,-1 0 0 0 0,0 1 0 0 0,0-1 0 0 0,1 0 0 0 0,-1 1 0 0 0,1-1 0 0 0,-1 1 0 0 0,0-1 0 0 0,0 1 0 0 0,-1 1 19 0 0,1-1 0 0 0,0 1 0 0 0,-1 0-1 0 0,1 0 1 0 0,0-1 0 0 0,0 1 0 0 0,0 0 0 0 0,0 0-1 0 0,0 0 1 0 0,0 0 0 0 0,1 0 0 0 0,-1 0 0 0 0,1 0-1 0 0,-1 3 1 0 0,1-5-7 0 0,0 1 0 0 0,0 0 0 0 0,0-1 0 0 0,0 1-1 0 0,0 0 1 0 0,0-1 0 0 0,1 1 0 0 0,-1 0 0 0 0,0-1 0 0 0,0 1 0 0 0,1-1-1 0 0,-1 1 1 0 0,0-1 0 0 0,1 1 0 0 0,-1 0 0 0 0,0-1 0 0 0,1 1-1 0 0,-1-1 1 0 0,1 1 0 0 0,0 0-44 0 0,0-1-1 0 0,0 1 0 0 0,0-1 0 0 0,0 1 1 0 0,0-1-1 0 0,0 0 0 0 0,0 1 1 0 0,1-1-1 0 0,-1 0 0 0 0,0 0 1 0 0,0 0-1 0 0,0 0 0 0 0,0 0 1 0 0,0 0-1 0 0,1 0 0 0 0,2 0-401 0 0,-1-1 1 0 0,1 1-1 0 0,-1-1 1 0 0,1 0-1 0 0,-1 0 0 0 0,0 0 1 0 0,1-1-1 0 0,4-2 1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4:36.8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11 5193 0 0,'0'-5'3889'0'0,"-2"8"-2471"0"0,-1 15-1888 0 0,1-10 888 0 0,4-18 1850 0 0,-2 9-2299 0 0,0 0 0 0 0,0 0 0 0 0,0 0 0 0 0,0 0 0 0 0,0 0 0 0 0,1 0 0 0 0,-1 0 0 0 0,0 0 0 0 0,0 0 0 0 0,1 0 0 0 0,-1 1 0 0 0,1-1 0 0 0,-1 0 0 0 0,1 0 0 0 0,-1 0 0 0 0,1 1 0 0 0,-1-1 0 0 0,1 0 0 0 0,0 1 0 0 0,-1-1 0 0 0,1 0 0 0 0,0 1 0 0 0,0-1 0 0 0,-1 1 0 0 0,1-1 0 0 0,0 1 0 0 0,0-1-1 0 0,0 1 1 0 0,0 0 0 0 0,-1-1 0 0 0,1 1 0 0 0,0 0 0 0 0,0 0 0 0 0,0 0 0 0 0,0-1 0 0 0,0 1 0 0 0,1 1 0 0 0,3-2-17 0 0,4 1 112 0 0,-13 7 221 0 0,2-3-198 0 0,1-3-88 0 0,1 0-1 0 0,-1-1 0 0 0,1 1 0 0 0,-1 0 1 0 0,1 0-1 0 0,0-1 0 0 0,-1 1 1 0 0,1 0-1 0 0,0 0 0 0 0,0 0 0 0 0,-1-1 1 0 0,1 1-1 0 0,0 0 0 0 0,0 0 1 0 0,0 0-1 0 0,0 0 0 0 0,0 0 0 0 0,0-1 1 0 0,0 1-1 0 0,1 1 0 0 0,-1-1 5 0 0,0-1 0 0 0,1 1 0 0 0,-1-1 0 0 0,1 1-1 0 0,-1-1 1 0 0,1 1 0 0 0,-1-1 0 0 0,1 1 0 0 0,-1-1 0 0 0,1 0-1 0 0,-1 1 1 0 0,1-1 0 0 0,-1 0 0 0 0,1 1 0 0 0,0-1 0 0 0,-1 0-1 0 0,1 0 1 0 0,0 0 0 0 0,-1 0 0 0 0,2 1 0 0 0,1-1-320 0 0,0 0 0 0 0,1 0 0 0 0,-1 0 0 0 0,0 0 0 0 0,1 0-1 0 0,-1-1 1 0 0,0 0 0 0 0,6-1 0 0 0,3-3-3718 0 0,-8 4 255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4:37.7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29 5193 0 0,'0'0'253'0'0,"0"0"0"0"0,0 0 0 0 0,-1 0 0 0 0,1-1 0 0 0,0 1 0 0 0,0 0 0 0 0,0 0 0 0 0,-1-1 0 0 0,1 1 0 0 0,0 0 0 0 0,0 0 0 0 0,0-1 0 0 0,0 1 0 0 0,0 0 0 0 0,0-1 1 0 0,0 1-1 0 0,-1 0 0 0 0,1-1 0 0 0,0 1 0 0 0,0 0 0 0 0,0 0 0 0 0,0-1 0 0 0,0 1 0 0 0,1-1 0 0 0,-1 1-241 0 0,0 0 1 0 0,0 0 0 0 0,0 0 0 0 0,1 0-1 0 0,-1 0 1 0 0,0 0 0 0 0,0 0-1 0 0,1 0 1 0 0,-1 0 0 0 0,0 0 0 0 0,0 1-1 0 0,0-1 1 0 0,1 0 0 0 0,-1 0-1 0 0,0 0 1 0 0,0 0 0 0 0,0 0 0 0 0,1 0-1 0 0,-1 0 1 0 0,0 1 0 0 0,0-1-1 0 0,0 0 1 0 0,0 0 0 0 0,1 0 0 0 0,-1 0-1 0 0,0 1 1 0 0,0-1 0 0 0,0 0 0 0 0,0 0-1 0 0,0 0 1 0 0,0 1 0 0 0,0-1-1 0 0,0 0 1 0 0,1 0 0 0 0,-1 1 0 0 0,0-1-1 0 0,8 16 48 0 0,-6-11-55 0 0,1-1-1 0 0,0 1 0 0 0,0 0 0 0 0,7 8 1 0 0,-10-13-25 0 0,1-6 2550 0 0,5-16-2716 0 0,-5 18-168 0 0,7-21 89 0 0,-7 24 12 0 0,-1 0 1 0 0,1-1-1 0 0,-1 1 0 0 0,1 0 1 0 0,0 0-1 0 0,-1 0 1 0 0,1 0-1 0 0,0 0 0 0 0,0 0 1 0 0,0 0-1 0 0,0 0 1 0 0,-1 0-1 0 0,1 0 0 0 0,1 0 1 0 0,0 0-1 0 0,-1 1 75 0 0,-1 0 0 0 0,0 0 0 0 0,0 0 0 0 0,0 0 0 0 0,1 0 0 0 0,-1 0 0 0 0,0 0 0 0 0,0 0 0 0 0,0 0-1 0 0,1 0 1 0 0,-1 0 0 0 0,0 0 0 0 0,0 0 0 0 0,0 0 0 0 0,1 0 0 0 0,-1 0 0 0 0,0 1 0 0 0,0-1 0 0 0,0 0 0 0 0,0 0 0 0 0,0 0 0 0 0,1 0 0 0 0,-1 0 0 0 0,0 1 0 0 0,0-1-1 0 0,0 0 1 0 0,0 0 0 0 0,0 1 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4:38.8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13 5113 0 0,'-1'-4'5721'0'0,"-1"10"-5015"0"0,2-5-759 0 0,-1 1-1 0 0,1 0 1 0 0,0-1-1 0 0,0 1 1 0 0,0-1 0 0 0,0 1-1 0 0,0 0 1 0 0,1-1 0 0 0,-1 1-1 0 0,1 2 1 0 0,-1-3 79 0 0,0-1 0 0 0,1 0 0 0 0,-1 1 0 0 0,0-1 0 0 0,0 0-1 0 0,0 1 1 0 0,1-1 0 0 0,-1 0 0 0 0,0 1 0 0 0,0-1 0 0 0,0 0 0 0 0,1 0 0 0 0,-1 1 0 0 0,0-1 0 0 0,1 0-1 0 0,-1 0 1 0 0,0 1 0 0 0,1-1 0 0 0,-1 0 0 0 0,0 0 0 0 0,1 0 0 0 0,-1 0 0 0 0,0 0 0 0 0,1 1 0 0 0,-1-1 0 0 0,1 0-1 0 0,-1 0 1 0 0,0 0 0 0 0,1 0 0 0 0,-1 0 0 0 0,1 0 0 0 0,-1 0 0 0 0,0 0 0 0 0,1 0 0 0 0,-1 0 0 0 0,0-1-1 0 0,1 1 1 0 0,-1 0 0 0 0,0 0 0 0 0,1 0 0 0 0,-1 0 0 0 0,0-1 0 0 0,1 1 0 0 0,-1 0 0 0 0,0 0 0 0 0,1-1-1 0 0,-1 1 1 0 0,0 0 0 0 0,1 0 0 0 0,-1-1 0 0 0,0 1 0 0 0,0 0 0 0 0,0-1 0 0 0,1 1 0 0 0,-1 0 0 0 0,0-1 0 0 0,0 1-1 0 0,0 0 1 0 0,0-1 0 0 0,2-1 91 0 0,-1-1 0 0 0,1 1 1 0 0,-1 0-1 0 0,0-1 0 0 0,0 1 0 0 0,0-1 0 0 0,0-3 0 0 0,-1 6-134 0 0,0-1 0 0 0,1 1 1 0 0,-1 0-1 0 0,0-1 0 0 0,0 1 0 0 0,0-1 0 0 0,0 1 0 0 0,0-1 0 0 0,0 1 0 0 0,0-1 1 0 0,0 1-1 0 0,0-1 0 0 0,-1 1 0 0 0,1-1 0 0 0,0 1 0 0 0,0 0 0 0 0,0-1 0 0 0,0 1 1 0 0,-1-1-1 0 0,1 1 0 0 0,0-1 0 0 0,0 1 0 0 0,-1-1 0 0 0,0 1-26 0 0,1 0 0 0 0,-1 0 0 0 0,1 0 0 0 0,0 0 0 0 0,-1 0 0 0 0,1 0 0 0 0,-1 0 0 0 0,1 0 0 0 0,0 1 0 0 0,-1-1 0 0 0,1 0 0 0 0,0 0 0 0 0,-1 0-1 0 0,1 0 1 0 0,0 1 0 0 0,-1-1 0 0 0,1 0 0 0 0,0 0 0 0 0,-1 1 0 0 0,1-1 0 0 0,-1 0 0 0 0,0 2-58 0 0,-1 0 0 0 0,0 0-1 0 0,0 0 1 0 0,0 1 0 0 0,1-1 0 0 0,0 0 0 0 0,-2 4-1 0 0,2-5 80 0 0,0 1 0 0 0,1-1-1 0 0,-1 1 1 0 0,1-1 0 0 0,0 1-1 0 0,0-1 1 0 0,-1 1 0 0 0,1-1-1 0 0,0 1 1 0 0,0-1 0 0 0,0 1 0 0 0,1-1-1 0 0,-1 1 1 0 0,0-1 0 0 0,0 1-1 0 0,1-1 1 0 0,-1 1 0 0 0,1-1-1 0 0,0 1 1 0 0,0 1 0 0 0,0-3 4 0 0,0 1 1 0 0,0 0 0 0 0,0-1 0 0 0,0 1 0 0 0,0-1 0 0 0,0 1 0 0 0,0-1 0 0 0,0 1-1 0 0,0-1 1 0 0,0 0 0 0 0,0 0 0 0 0,0 1 0 0 0,0-1 0 0 0,0 0 0 0 0,0 0-1 0 0,0 0 1 0 0,0 0 0 0 0,0 0 0 0 0,0 0 0 0 0,0-1 0 0 0,0 1 0 0 0,0 0-1 0 0,0 0 1 0 0,0-1 0 0 0,0 1 0 0 0,0-1 0 0 0,0 1 0 0 0,0-1 0 0 0,1 0 0 0 0,3-1-39 0 0,-1-1 0 0 0,0 1 0 0 0,0-1 1 0 0,0 0-1 0 0,0 0 0 0 0,3-4 1 0 0,-5 5 89 0 0,-1 1 0 0 0,1-1 0 0 0,-1 0 0 0 0,1 0 0 0 0,-1 0 0 0 0,0 0 0 0 0,0 0 0 0 0,0 0 0 0 0,0 0 0 0 0,0 0 0 0 0,0-1 0 0 0,-1 1 0 0 0,1 0 0 0 0,-1 0 0 0 0,1-3 0 0 0,-6 11-128 0 0,-1 7 36 0 0,5 17-193 0 0,4-49 2268 0 0,-3 17-2054 0 0,1 1-1 0 0,-1 0 1 0 0,1-1 0 0 0,0 1-1 0 0,-1 0 1 0 0,1-1 0 0 0,0 1-1 0 0,0 0 1 0 0,0 0 0 0 0,0 0-1 0 0,0 0 1 0 0,0 0 0 0 0,0 0-1 0 0,1 0 1 0 0,-1 0 0 0 0,0 0-1 0 0,1 0 1 0 0,-1 1-1 0 0,0-1 1 0 0,1 1 0 0 0,-1-1-1 0 0,1 1 1 0 0,-1-1 0 0 0,1 1-1 0 0,1-1 1 0 0,-3 1 38 0 0,1 0 1 0 0,-1 0-1 0 0,0 0 0 0 0,0 0 0 0 0,0 0 1 0 0,1 0-1 0 0,-1 0 0 0 0,0 0 0 0 0,0 0 1 0 0,1 0-1 0 0,-1 0 0 0 0,0 0 0 0 0,0 0 1 0 0,0 0-1 0 0,1 0 0 0 0,-1 0 0 0 0,0 0 1 0 0,0 0-1 0 0,0 0 0 0 0,1 0 0 0 0,-1 0 1 0 0,0 1-1 0 0,0-1 0 0 0,0 0 0 0 0,1 0 1 0 0,-1 0-1 0 0,0 0 0 0 0,0 0 0 0 0,0 0 1 0 0,0 1-1 0 0,0-1 0 0 0,1 0 0 0 0,-1 0 1 0 0,0 0-1 0 0,0 1 0 0 0,0-1 0 0 0,0 0 1 0 0,0 0-1 0 0,0 0 0 0 0,0 1 0 0 0,0-1 1 0 0,0 0-1 0 0,0 0 0 0 0,0 0 0 0 0,0 1 1 0 0,0-1-1 0 0,0 0 0 0 0,0 0 0 0 0,0 1 1 0 0,-5 15 275 0 0,-3 5-89 0 0,8-21-199 0 0,0 1 0 0 0,0-1 0 0 0,0 1 0 0 0,0-1 0 0 0,0 1 0 0 0,0 0-1 0 0,0-1 1 0 0,0 1 0 0 0,0-1 0 0 0,0 1 0 0 0,0-1 0 0 0,0 1 0 0 0,0 0 0 0 0,0-1 0 0 0,1 1 0 0 0,-1-1 0 0 0,0 1 0 0 0,0-1 0 0 0,1 1-1 0 0,-1-1 1 0 0,0 1 0 0 0,1-1 0 0 0,-1 1 0 0 0,0-1 0 0 0,1 0 0 0 0,-1 1 0 0 0,1-1 0 0 0,0 1 0 0 0,1 0 39 0 0,1 0 1 0 0,-1-1-1 0 0,0 1 1 0 0,1-1-1 0 0,-1 0 1 0 0,0 1-1 0 0,1-1 1 0 0,-1 0-1 0 0,1 0 1 0 0,-1 0-1 0 0,0-1 1 0 0,1 1-1 0 0,-1-1 1 0 0,1 1-1 0 0,-1-1 0 0 0,3-1 1 0 0,17-8-1429 0 0,-4 0-4046 0 0,-15 8 1544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27:29.5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1 3497 0 0,'0'1'105'0'0,"-1"-1"1"0"0,1 0-1 0 0,0 0 1 0 0,-1 0-1 0 0,1 0 1 0 0,0 0-1 0 0,0 1 1 0 0,-1-1-1 0 0,1 0 1 0 0,0 0-1 0 0,0 0 1 0 0,0 1-1 0 0,-1-1 1 0 0,1 0-1 0 0,0 0 1 0 0,0 1-1 0 0,0-1 1 0 0,0 0-1 0 0,0 0 1 0 0,0 1-1 0 0,-1-1 1 0 0,1 0-1 0 0,0 1 1 0 0,0-1-1 0 0,0 0 1 0 0,0 0-1 0 0,0 1 1 0 0,0-1-1 0 0,0 1 1 0 0,-5 19 464 0 0,-2 5-260 0 0,9-36 2385 0 0,8-31-2388 0 0,-9 42-297 0 0,-1-1 0 0 0,0 1 0 0 0,1 0 0 0 0,-1 0 1 0 0,1 0-1 0 0,-1 0 0 0 0,1 0 0 0 0,-1 0 0 0 0,1 0 1 0 0,-1 0-1 0 0,1 1 0 0 0,-1-1 0 0 0,0 0 1 0 0,1 0-1 0 0,-1 0 0 0 0,1 0 0 0 0,-1 1 0 0 0,1-1 1 0 0,-1 0-1 0 0,0 0 0 0 0,1 1 0 0 0,-1-1 0 0 0,0 0 1 0 0,1 1-1 0 0,-1-1 0 0 0,0 0 0 0 0,1 1 0 0 0,-1-1 1 0 0,0 1-1 0 0,20 18-1108 0 0,-11-10-1725 0 0,-4-5 278 0 0,-2-1-1535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33:00.7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208 128 3833 0 0,'0'-2'210'0'0,"0"1"0"0"0,-1 0-1 0 0,1-1 1 0 0,-1 1 0 0 0,1 0 0 0 0,-1 0 0 0 0,1-1 0 0 0,-1 1 0 0 0,0 0 0 0 0,0 0-1 0 0,1 0 1 0 0,-1 0 0 0 0,0 0 0 0 0,0 0 0 0 0,0 0 0 0 0,0 0 0 0 0,0 0 0 0 0,0 0-1 0 0,-1 1 1 0 0,1-1 0 0 0,0 0 0 0 0,0 1 0 0 0,-1-1 0 0 0,1 1 0 0 0,0-1 0 0 0,-1 1-1 0 0,1 0 1 0 0,0 0 0 0 0,-1-1 0 0 0,1 1 0 0 0,-2 0 0 0 0,1 0-213 0 0,0 0 0 0 0,0 0 1 0 0,0-1-1 0 0,0 2 0 0 0,0-1 0 0 0,-1 0 0 0 0,1 0 1 0 0,1 0-1 0 0,-1 1 0 0 0,0-1 0 0 0,0 1 0 0 0,0 0 1 0 0,0 0-1 0 0,0-1 0 0 0,0 1 0 0 0,1 0 1 0 0,-1 1-1 0 0,0-1 0 0 0,1 0 0 0 0,-1 0 0 0 0,1 1 1 0 0,-3 2-1 0 0,0 4-415 0 0,3-8 439 0 0,1 1-1 0 0,0-1 1 0 0,0 1-1 0 0,0-1 1 0 0,-1 0-1 0 0,1 1 1 0 0,0-1 0 0 0,0 0-1 0 0,-1 1 1 0 0,1-1-1 0 0,0 0 1 0 0,-1 1-1 0 0,1-1 1 0 0,0 0-1 0 0,-1 0 1 0 0,1 0 0 0 0,0 1-1 0 0,-1-1 1 0 0,1 0-1 0 0,-1 0 1 0 0,1 0-1 0 0,-1 0 1 0 0,1 0-1 0 0,0 1 1 0 0,-1-1 0 0 0,1 0-1 0 0,-1 0 1 0 0,1 0-1 0 0,-1 0 1 0 0,-6 1 0 0 0,3-1-71 0 0,0 1-1 0 0,1 0 1 0 0,-1 0 0 0 0,1 0 0 0 0,-1 0-1 0 0,1 1 1 0 0,-1-1 0 0 0,1 1-1 0 0,0 0 1 0 0,0 0 0 0 0,0 0-1 0 0,0 1 1 0 0,0-1 0 0 0,0 1 0 0 0,0-1-1 0 0,1 1 1 0 0,-1 0 0 0 0,1 0-1 0 0,0 0 1 0 0,0 0 0 0 0,0 0 0 0 0,0 1-1 0 0,-1 4 1 0 0,2-4-5 0 0,0-1 1 0 0,0 1-1 0 0,1-1 1 0 0,-1 1-1 0 0,1-1 0 0 0,0 1 1 0 0,0 0-1 0 0,0-1 1 0 0,1 6-1 0 0,-1-7 40 0 0,0-1 0 0 0,0 1 0 0 0,1-1 0 0 0,-1 1 1 0 0,1-1-1 0 0,-1 0 0 0 0,1 1 0 0 0,-1-1 0 0 0,1 1 0 0 0,0-1 0 0 0,0 0 0 0 0,-1 0 0 0 0,1 1 0 0 0,0-1 0 0 0,0 0 1 0 0,0 0-1 0 0,1 0 0 0 0,-1 0 0 0 0,0 0 0 0 0,0 0 0 0 0,1 0 0 0 0,-1-1 0 0 0,0 1 0 0 0,1 0 0 0 0,1 0 0 0 0,-12-2 2435 0 0,7 1-2526 0 0,0 1 0 0 0,0-1 0 0 0,0 0-1 0 0,0 1 1 0 0,0-1 0 0 0,1 1 0 0 0,-1-1 0 0 0,0 1 0 0 0,0 0-1 0 0,0 0 1 0 0,1 0 0 0 0,-1 0 0 0 0,0 0 0 0 0,1 0 0 0 0,-1 1-1 0 0,-1 1 1 0 0,1 0 80 0 0,0 0 0 0 0,0-1-1 0 0,0 1 1 0 0,1 0-1 0 0,-1 0 1 0 0,1 0 0 0 0,0 0-1 0 0,0 0 1 0 0,0 0-1 0 0,0 1 1 0 0,0-1 0 0 0,1 0-1 0 0,0 0 1 0 0,-1 1-1 0 0,1-1 1 0 0,1 0 0 0 0,0 7-1 0 0,0-5 4 0 0,0 1-1 0 0,0 0 0 0 0,1-1 0 0 0,0 0 1 0 0,0 1-1 0 0,0-1 0 0 0,1 0 1 0 0,0 0-1 0 0,5 8 0 0 0,7-2 4 0 0,-5-4-64 0 0,-10-7 91 0 0,0 0 1 0 0,-1 0-1 0 0,1 0 0 0 0,0 0 0 0 0,-1 0 1 0 0,1 0-1 0 0,-1 0 0 0 0,1 0 0 0 0,0 0 1 0 0,-1 0-1 0 0,1 0 0 0 0,0 0 0 0 0,-1 0 1 0 0,1 0-1 0 0,0 1 0 0 0,-1-1 1 0 0,1 0-1 0 0,0 0 0 0 0,-1 0 0 0 0,1 0 1 0 0,0 1-1 0 0,0-1 0 0 0,-1 0 0 0 0,1 0 1 0 0,0 1-1 0 0,0-1 0 0 0,-1 0 0 0 0,1 0 1 0 0,0 1-1 0 0,0-1 0 0 0,0 0 0 0 0,-1 1 1 0 0,1-1-1 0 0,0 0 0 0 0,0 1 0 0 0,0-1 1 0 0,0 0-1 0 0,0 1 0 0 0,0 0 1 0 0,-6 15 268 0 0,6-14-287 0 0,0 0 0 0 0,0 0 1 0 0,0 0-1 0 0,0 1 0 0 0,0-1 1 0 0,1 0-1 0 0,-1 0 0 0 0,1 0 0 0 0,-1 0 1 0 0,1-1-1 0 0,0 1 0 0 0,0 0 0 0 0,0 0 1 0 0,0 0-1 0 0,0 0 0 0 0,0-1 1 0 0,1 1-1 0 0,-1-1 0 0 0,1 1 0 0 0,-1-1 1 0 0,1 1-1 0 0,-1-1 0 0 0,1 0 0 0 0,0 0 1 0 0,-1 0-1 0 0,1 0 0 0 0,0 0 1 0 0,3 1-1 0 0,-1 0-11 0 0,0-1 0 0 0,0 1 0 0 0,0-1 0 0 0,0-1-1 0 0,0 1 1 0 0,0 0 0 0 0,0-1 0 0 0,0 0 0 0 0,0 0 0 0 0,0 0 0 0 0,0 0 0 0 0,0-1 0 0 0,7-1 0 0 0,3-4-48 0 0,-14 6 98 0 0,1-1 1 0 0,0 1-1 0 0,-1 0 0 0 0,1 0 1 0 0,-1-1-1 0 0,0 1 1 0 0,1 0-1 0 0,-1-1 1 0 0,1 1-1 0 0,-1-1 0 0 0,1 1 1 0 0,-1 0-1 0 0,0-1 1 0 0,1 1-1 0 0,-1-1 1 0 0,0 1-1 0 0,0-1 0 0 0,1 1 1 0 0,-1-1-1 0 0,0 1 1 0 0,0-1-1 0 0,0 0 0 0 0,1 0 1 0 0,-2 11-1016 0 0,1-8 994 0 0,0-1-1 0 0,-1 1 1 0 0,1-1 0 0 0,0 1 0 0 0,0-1 0 0 0,0 1-1 0 0,0-1 1 0 0,1 1 0 0 0,-1-1 0 0 0,0 1 0 0 0,2 2-1 0 0,-1-2-37 0 0,0 1 0 0 0,1-1 0 0 0,0 0-1 0 0,0 1 1 0 0,-1-1 0 0 0,1 0-1 0 0,1 0 1 0 0,-1 0 0 0 0,0-1 0 0 0,0 1-1 0 0,1 0 1 0 0,-1-1 0 0 0,1 0 0 0 0,-1 1-1 0 0,1-1 1 0 0,0 0 0 0 0,-1 0 0 0 0,1-1-1 0 0,0 1 1 0 0,0 0 0 0 0,-1-1-1 0 0,1 0 1 0 0,4 1 0 0 0,-2-1-2 0 0,0 0 0 0 0,-1-1 0 0 0,1 1 0 0 0,0-1 0 0 0,-1 1 0 0 0,1-1 0 0 0,0-1 0 0 0,-1 1 0 0 0,0-1 0 0 0,1 0 0 0 0,-1 0 0 0 0,0 0 0 0 0,7-5 0 0 0,-10 6 74 0 0,1 0 0 0 0,-1 0 0 0 0,0 0 0 0 0,1-1 0 0 0,-1 1 1 0 0,0 0-1 0 0,0-1 0 0 0,0 1 0 0 0,0-1 0 0 0,-1 1 0 0 0,1-1 0 0 0,0 0 0 0 0,-1 1 0 0 0,2-4 0 0 0,-2 6-51 0 0,10 19-736 0 0,-8-18 741 0 0,0 0 0 0 0,0-1 0 0 0,1 1 0 0 0,-1-1 0 0 0,1 0 0 0 0,-1 0 1 0 0,1 0-1 0 0,0 0 0 0 0,-1 0 0 0 0,1-1 0 0 0,0 1 0 0 0,0-1 0 0 0,-1 1 0 0 0,1-1 0 0 0,0 0 0 0 0,0 0 0 0 0,-1-1 0 0 0,1 1 0 0 0,0 0 0 0 0,0-1 1 0 0,-1 0-1 0 0,1 1 0 0 0,4-3 0 0 0,-3 1 58 0 0,1 1 0 0 0,-1-1 0 0 0,0 0-1 0 0,0-1 1 0 0,0 1 0 0 0,0-1 0 0 0,0 1 0 0 0,0-1 0 0 0,-1-1 0 0 0,1 1 0 0 0,-1 0 0 0 0,0-1 0 0 0,4-4 0 0 0,-4 2 432 0 0,-2 9-533 0 0,3 11 62 0 0,-2-11-28 0 0,0-1 1 0 0,0 1-1 0 0,0-1 1 0 0,0 0 0 0 0,0 1-1 0 0,0-1 1 0 0,1-1-1 0 0,-1 1 1 0 0,1 0-1 0 0,0 0 1 0 0,-1-1 0 0 0,1 0-1 0 0,0 1 1 0 0,0-1-1 0 0,0 0 1 0 0,0 0-1 0 0,0-1 1 0 0,0 1 0 0 0,0-1-1 0 0,0 1 1 0 0,5-1-1 0 0,-3 0-2 0 0,0 0 0 0 0,1 0 0 0 0,-1 0 0 0 0,0-1 0 0 0,0 0 0 0 0,0 0 0 0 0,0 0 0 0 0,0 0 0 0 0,0-1 0 0 0,-1 0 0 0 0,1 0 0 0 0,7-4 0 0 0,-9 3 72 0 0,-1 2 26 0 0,-1 1-1 0 0,1-1 1 0 0,-1 0-1 0 0,1 0 0 0 0,-1 0 1 0 0,0 0-1 0 0,1-1 1 0 0,-1 1-1 0 0,0 0 0 0 0,0-1 1 0 0,0 1-1 0 0,0 0 0 0 0,0-1 1 0 0,1-1 813 0 0,-7 21-1063 0 0,5-15 143 0 0,1-1 0 0 0,-1 1 0 0 0,0 0 0 0 0,1-1 0 0 0,0 1 0 0 0,-1-1 0 0 0,1 1 0 0 0,0-1 0 0 0,0 1 0 0 0,1-1 0 0 0,-1 0 1 0 0,0 1-1 0 0,1-1 0 0 0,0 0 0 0 0,-1 0 0 0 0,1 0 0 0 0,0 0 0 0 0,0 0 0 0 0,0 0 0 0 0,0-1 0 0 0,0 1 0 0 0,0-1 0 0 0,1 1 1 0 0,-1-1-1 0 0,0 0 0 0 0,1 0 0 0 0,-1 0 0 0 0,1 0 0 0 0,0-1 0 0 0,-1 1 0 0 0,1 0 0 0 0,-1-1 0 0 0,4 0 0 0 0,-1 1-18 0 0,1-1 0 0 0,-1-1 0 0 0,0 1 0 0 0,1-1 0 0 0,-1 0 0 0 0,0 0 0 0 0,0 0 0 0 0,1-1 0 0 0,-1 0 1 0 0,0 0-1 0 0,0 0 0 0 0,-1 0 0 0 0,1-1 0 0 0,0 0 0 0 0,5-5 0 0 0,-2 0 92 0 0,-1 1 0 0 0,0-2 0 0 0,0 1 0 0 0,7-12 0 0 0,-13 21-71 0 0,1 1 0 0 0,0 0 0 0 0,0 0-1 0 0,0-1 1 0 0,0 1 0 0 0,0-1 0 0 0,0 1 0 0 0,0-1 0 0 0,0 0 0 0 0,0 0 0 0 0,3 1-1 0 0,2 0 17 0 0,-3-2 14 0 0,0-1 0 0 0,0 0 0 0 0,0 1 1 0 0,-1-2-1 0 0,1 1 0 0 0,0 0 0 0 0,-1-1 0 0 0,1 1 0 0 0,-1-1 0 0 0,0 0 1 0 0,0 0-1 0 0,0-1 0 0 0,0 1 0 0 0,0-1 0 0 0,3-2 0 0 0,0-1 46 0 0,-1 0 1 0 0,0 0-1 0 0,-1 0 0 0 0,1 0 0 0 0,-1-1 0 0 0,5-11 0 0 0,-2-2 65 0 0,-7 19-63 0 0,0 0 0 0 0,1 0 0 0 0,-1 1-1 0 0,0-1 1 0 0,0 0 0 0 0,0 0 0 0 0,0 0 0 0 0,0 0-1 0 0,0 0 1 0 0,0 0 0 0 0,0 0 0 0 0,0 0 0 0 0,-1 0-1 0 0,1 0 1 0 0,0 0 0 0 0,-1 0 0 0 0,1 0 0 0 0,-1-1-1 0 0,1 4-104 0 0,0-1 39 0 0,0-1-1 0 0,0 1 1 0 0,0-1 0 0 0,0 0-1 0 0,0 1 1 0 0,0-1 0 0 0,1 1-1 0 0,-1-1 1 0 0,0 0-1 0 0,0 1 1 0 0,0-1 0 0 0,0 1-1 0 0,1-1 1 0 0,-1 0-1 0 0,0 1 1 0 0,0-1 0 0 0,0 0-1 0 0,1 1 1 0 0,-1-1 0 0 0,0 0-1 0 0,1 0 1 0 0,-1 1-1 0 0,0-1 1 0 0,1 0 0 0 0,-1 0-1 0 0,1 1 1 0 0,0-1 18 0 0,-1 1 0 0 0,1-1 0 0 0,0 0 0 0 0,0 0-1 0 0,0 1 1 0 0,0-1 0 0 0,0 0 0 0 0,0 0 0 0 0,0 0 0 0 0,-1 0 0 0 0,1 0 0 0 0,0 0 0 0 0,0 0-1 0 0,0 0 1 0 0,0 0 0 0 0,0-1 0 0 0,0 1 0 0 0,-1 0 0 0 0,1-1 0 0 0,1 0 0 0 0,0 0 38 0 0,0 0 0 0 0,0 0-1 0 0,0-1 1 0 0,0 1 0 0 0,-1-1 0 0 0,1 0 0 0 0,2-3 0 0 0,1-2 92 0 0,0 0 0 0 0,-1 0 0 0 0,4-10 0 0 0,-6 12-107 0 0,0 0 0 0 0,-1 0 0 0 0,1 0 0 0 0,-1 0 0 0 0,-1-1 0 0 0,1 1 0 0 0,-1 0 0 0 0,1 0 0 0 0,-1 0 0 0 0,-1-1 0 0 0,0-5 0 0 0,0 8 0 0 0,0-1 0 0 0,0 0 1 0 0,0 0-1 0 0,0 0 1 0 0,0 1-1 0 0,-1-1 0 0 0,0 0 1 0 0,0 1-1 0 0,0 0 1 0 0,0-1-1 0 0,0 1 0 0 0,-1 0 1 0 0,1 0-1 0 0,-1 0 1 0 0,-4-3-1 0 0,5 5 9 0 0,0-1 1 0 0,1 1-1 0 0,-1 0 0 0 0,0 0 0 0 0,0 0 1 0 0,0 1-1 0 0,-1-1 0 0 0,1 0 0 0 0,0 1 1 0 0,0-1-1 0 0,0 1 0 0 0,0 0 1 0 0,-1 0-1 0 0,-1 0 0 0 0,4-1-24 0 0,1 1 0 0 0,-1 0 0 0 0,1-1 0 0 0,-1 1 0 0 0,1-1 0 0 0,-1 1 0 0 0,1-1 0 0 0,-1 1 0 0 0,1-1 0 0 0,-1 1 0 0 0,0-1 0 0 0,1 1 0 0 0,-1-1-1 0 0,0 0 1 0 0,1 1 0 0 0,-1-1 0 0 0,0 0 0 0 0,0 1 0 0 0,0-1 0 0 0,0 0 0 0 0,1 1 0 0 0,-1-1 0 0 0,0 0 0 0 0,0 1 0 0 0,0-1 0 0 0,-1-1 0 0 0,0-20 521 0 0,-1 15-503 0 0,0 0-1 0 0,-1 1 1 0 0,0-1-1 0 0,0 1 1 0 0,-1 0-1 0 0,0-1 1 0 0,0 2-1 0 0,-1-1 0 0 0,1 0 1 0 0,-7-5-1 0 0,8 8-25 0 0,0 1 0 0 0,1-1 0 0 0,-1 1 0 0 0,-1 0 0 0 0,1-1 0 0 0,0 1 0 0 0,-1 1-1 0 0,1-1 1 0 0,-1 0 0 0 0,1 1 0 0 0,-1 0 0 0 0,0 0 0 0 0,1 0 0 0 0,-1 0 0 0 0,0 0-1 0 0,0 1 1 0 0,0 0 0 0 0,0 0 0 0 0,1 0 0 0 0,-7 1 0 0 0,-11 9-254 0 0,20-10 203 0 0,0 1 1 0 0,0-1-1 0 0,0 1 1 0 0,0 0 0 0 0,1-1-1 0 0,-1 1 1 0 0,0 0-1 0 0,0 0 1 0 0,0-1-1 0 0,1 1 1 0 0,-1 0 0 0 0,1 0-1 0 0,-1 0 1 0 0,0 0-1 0 0,1 0 1 0 0,-1 0-1 0 0,1 0 1 0 0,-1 1 0 0 0,5-7-196 0 0,-3 4 308 0 0,0 1 0 0 0,-1-1 0 0 0,1 0 0 0 0,0 0 0 0 0,-1 1 0 0 0,1-1 0 0 0,-1 0 0 0 0,1 0 0 0 0,-1 0 0 0 0,1 0 0 0 0,-1 0 0 0 0,0 0 0 0 0,1 0 0 0 0,-1-1 0 0 0,0 0-46 0 0,0-1 1 0 0,0 1-1 0 0,-1 0 1 0 0,1-1-1 0 0,-1 1 1 0 0,0 0-1 0 0,1 0 1 0 0,-1-1-1 0 0,0 1 1 0 0,0 0-1 0 0,-1 0 1 0 0,1 0-1 0 0,0 0 1 0 0,-1 0-1 0 0,1 0 1 0 0,-1 1-1 0 0,1-1 1 0 0,-1 0-1 0 0,0 1 1 0 0,0-1-1 0 0,0 1 1 0 0,0 0-1 0 0,0-1 1 0 0,0 1-1 0 0,0 0 0 0 0,0 0 1 0 0,0 1-1 0 0,-3-2 1 0 0,1 1-13 0 0,1 0-1 0 0,-1 0 1 0 0,0 0 0 0 0,0 1 0 0 0,0 0-1 0 0,0-1 1 0 0,0 1 0 0 0,0 1-1 0 0,0-1 1 0 0,0 0 0 0 0,0 1 0 0 0,1 0-1 0 0,-1 0 1 0 0,0 0 0 0 0,0 1 0 0 0,-3 1-1 0 0,4-2-81 0 0,0 1-1 0 0,0 0 1 0 0,0 0 0 0 0,0 0-1 0 0,0 0 1 0 0,1 1-1 0 0,-1-1 1 0 0,1 1 0 0 0,0 0-1 0 0,0-1 1 0 0,-1 1-1 0 0,2 0 1 0 0,-1 0-1 0 0,-2 6 1 0 0,4-10 209 0 0,0 1-82 0 0,0-1 0 0 0,1 1 1 0 0,-1-1-1 0 0,0 0 0 0 0,0 1 1 0 0,0-1-1 0 0,0 0 0 0 0,0 1 1 0 0,0-1-1 0 0,0 0 1 0 0,0 1-1 0 0,0-1 0 0 0,0 0 1 0 0,-1 1-1 0 0,1-1 0 0 0,0 1 1 0 0,0-1-1 0 0,0 0 0 0 0,-1 1 1 0 0,1-1-1 0 0,-1 0 0 0 0,-2-3-79 0 0,0-1 1 0 0,0 1-1 0 0,-1 0 0 0 0,1 1 0 0 0,-1-1 0 0 0,0 1 0 0 0,0-1 1 0 0,-1 1-1 0 0,1 0 0 0 0,0 1 0 0 0,-1-1 0 0 0,0 1 0 0 0,0 0 1 0 0,1 0-1 0 0,-1 0 0 0 0,0 1 0 0 0,-8-2 0 0 0,8 2-2 0 0,1 1-1 0 0,0-1 0 0 0,0 1 0 0 0,-1 0 0 0 0,1 0 1 0 0,0 0-1 0 0,0 1 0 0 0,0-1 0 0 0,-1 1 1 0 0,1 0-1 0 0,0 1 0 0 0,0-1 0 0 0,0 0 0 0 0,0 1 1 0 0,1 0-1 0 0,-1 0 0 0 0,0 0 0 0 0,1 1 1 0 0,-1-1-1 0 0,1 1 0 0 0,0 0 0 0 0,-4 4 0 0 0,5-4-3 0 0,-1 0-1 0 0,1 1 0 0 0,0-1 0 0 0,0 0 0 0 0,-3 8 0 0 0,5-9-26 0 0,-1 0-1 0 0,1-1 1 0 0,-1 1-1 0 0,1 0 1 0 0,0-1-1 0 0,0 1 1 0 0,-1 0-1 0 0,1 0 1 0 0,0-1-1 0 0,1 1 1 0 0,-1 0 0 0 0,0 0-1 0 0,0-1 1 0 0,1 1-1 0 0,-1 0 1 0 0,2 1-1 0 0,-1-3 450 0 0,0-6 190 0 0,0-7-140 0 0,-2 10-444 0 0,0 0 0 0 0,0 0 0 0 0,0 1 0 0 0,-1-1 0 0 0,1 0 0 0 0,-1 1 0 0 0,1 0 0 0 0,-1-1 0 0 0,0 1 0 0 0,0 0 0 0 0,0 0 0 0 0,0 0 0 0 0,0 0 0 0 0,0 0 0 0 0,-1 0 0 0 0,1 1 0 0 0,-1-1 0 0 0,1 1 0 0 0,-1 0 0 0 0,1-1 0 0 0,-1 1 0 0 0,0 0 0 0 0,0 1 0 0 0,0-1 0 0 0,1 0 0 0 0,-4 1 0 0 0,3-1-17 0 0,0 2 0 0 0,-1-1 1 0 0,1 0-1 0 0,0 0 0 0 0,0 1 0 0 0,0 0 1 0 0,0-1-1 0 0,1 1 0 0 0,-1 0 1 0 0,0 1-1 0 0,0-1 0 0 0,0 0 1 0 0,1 1-1 0 0,-1-1 0 0 0,1 1 0 0 0,-3 2 1 0 0,-19 23-235 0 0,6-7 39 0 0,18-21 342 0 0,0-1-1 0 0,-1 1 1 0 0,1 0-1 0 0,0 0 0 0 0,-1-1 1 0 0,1 1-1 0 0,-1 0 1 0 0,1 0-1 0 0,-1 0 1 0 0,0-1-1 0 0,1 1 1 0 0,-2-1-1 0 0,1 1-147 0 0,1 1-1 0 0,0-1 0 0 0,-1 1 1 0 0,1-1-1 0 0,-1 1 1 0 0,1-1-1 0 0,0 1 0 0 0,-1-1 1 0 0,1 1-1 0 0,-1 0 0 0 0,0-1 1 0 0,1 1-1 0 0,-1 0 0 0 0,1-1 1 0 0,-1 1-1 0 0,0 0 0 0 0,1 0 1 0 0,-1-1-1 0 0,1 1 0 0 0,-1 0 1 0 0,0 0-1 0 0,1 0 1 0 0,-1 0-1 0 0,0 0 0 0 0,1 0 1 0 0,-1 0-1 0 0,0 0 0 0 0,1 0 1 0 0,-1 0-1 0 0,0 1 0 0 0,1-1 1 0 0,-1 0-1 0 0,1 0 0 0 0,-1 0 1 0 0,0 1-1 0 0,1-1 1 0 0,-1 0-1 0 0,0 2 0 0 0,-1-1-36 0 0,1 0 0 0 0,0 0 1 0 0,-1 0-1 0 0,1 1 0 0 0,0-1 0 0 0,0 0 0 0 0,0 1 0 0 0,0-1 0 0 0,0 1 0 0 0,0 0 1 0 0,0-1-1 0 0,0 1 0 0 0,1 0 0 0 0,-2 2 0 0 0,2 17-8026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33:16.6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0 282 3777 0 0,'2'-4'379'0'0,"0"0"-1"0"0,-1 0 1 0 0,0 0 0 0 0,0-1 0 0 0,0 1-1 0 0,0 0 1 0 0,0-8 0 0 0,5-21-134 0 0,-4 27-245 0 0,1-1-1 0 0,1 0 1 0 0,-1 1-1 0 0,1 0 1 0 0,1-1 0 0 0,-1 2-1 0 0,7-8 1 0 0,-1 1 371 0 0,1-1 178 0 0,0 1-1 0 0,22-17 1 0 0,-26 24-489 0 0,0 0-1 0 0,1 1 1 0 0,0 0 0 0 0,0 0 0 0 0,0 0-1 0 0,0 1 1 0 0,0 1 0 0 0,13-4-1 0 0,75-13-192 0 0,-33 12 181 0 0,1-3-71 0 0,-46 5-443 0 0,-9-2-5622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32:08.0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0 4233 0 0,'0'0'45'0'0,"-13"16"658"0"0,13-9-686 0 0,0-1 0 0 0,1 1 1 0 0,0 0-1 0 0,0 0 0 0 0,0-1 0 0 0,1 1 0 0 0,0-1 1 0 0,4 9-1 0 0,-1 0 24 0 0,-3-11 5 0 0,-1 0 0 0 0,1 0-1 0 0,1 0 1 0 0,-1-1 0 0 0,0 1-1 0 0,1-1 1 0 0,0 1 0 0 0,0-1 0 0 0,0 0-1 0 0,0 0 1 0 0,0 0 0 0 0,1 0 0 0 0,4 2-1 0 0,13 12 298 0 0,9 10-153 0 0,-13-14 35 0 0,-1 2 1 0 0,-1 0 0 0 0,17 21-1 0 0,-28-32-125 0 0,0 1 0 0 0,0 0 0 0 0,-1 0 0 0 0,0 0-1 0 0,0 0 1 0 0,0 1 0 0 0,-1-1 0 0 0,1 1 0 0 0,-1-1 0 0 0,-1 1-1 0 0,1 0 1 0 0,-1 0 0 0 0,1 9 0 0 0,-1-4-342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32:08.8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 3993 0 0,'8'1'353'0'0,"0"2"0"0"0,-1-1 0 0 0,1 1-1 0 0,-1 0 1 0 0,0 0 0 0 0,0 1 0 0 0,9 6 0 0 0,-11-6-256 0 0,0-2 3218 0 0,-5-2-3235 0 0,3-25-303 0 0,10 3-6241 0 0,-12 19 2851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33:27.6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13 4329 0 0,'-8'-8'1196'0'0,"4"4"-780"0"0,10 11-808 0 0,-4-3 440 0 0,0-1 0 0 0,0 1 0 0 0,0 0 0 0 0,0 0 0 0 0,-1 0 0 0 0,2 7-1 0 0,6 12 145 0 0,-5-4-2387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33:28.8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74 3441 0 0,'0'0'70'0'0,"0"-1"1"0"0,0 1 0 0 0,0-1-1 0 0,0 1 1 0 0,0-1 0 0 0,0 0-1 0 0,0 1 1 0 0,0-1 0 0 0,0 1-1 0 0,1-1 1 0 0,-1 1 0 0 0,0-1-1 0 0,0 1 1 0 0,0-1-1 0 0,1 1 1 0 0,-1-1 0 0 0,0 1-1 0 0,1-1 1 0 0,-1 0 0 0 0,12-16 131 0 0,-5 6 112 0 0,-6 9-305 0 0,0 1 0 0 0,0-1 0 0 0,0 1-1 0 0,1-1 1 0 0,-1 1 0 0 0,0 0-1 0 0,1 0 1 0 0,-1 0 0 0 0,1 0-1 0 0,-1 0 1 0 0,4-1 0 0 0,8-7 164 0 0,-2 2-399 0 0,-1 4-6 0 0,-10 3 206 0 0,1 1-1359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34:20.5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9 3657 0 0,'-6'-8'5306'0'0,"5"8"-5200"0"0,1 0 0 0 0,0 0 0 0 0,0 0 0 0 0,0 0 0 0 0,0 0 0 0 0,-1 0 0 0 0,1 0 0 0 0,0 0 0 0 0,0 0 0 0 0,0 0-1 0 0,-1 0 1 0 0,1 0 0 0 0,0 0 0 0 0,0 0 0 0 0,0 0 0 0 0,-1 0 0 0 0,1 0 0 0 0,0 1 0 0 0,0-1 0 0 0,0 0 0 0 0,0 0 0 0 0,0 0-1 0 0,-1 0 1 0 0,1 0 0 0 0,0 0 0 0 0,0 1 0 0 0,0-1 0 0 0,0 0 0 0 0,0 0 0 0 0,-6 19 597 0 0,6-9-560 0 0,0 0-1 0 0,0 0 1 0 0,1 0-1 0 0,0 0 1 0 0,0-1 0 0 0,2 1-1 0 0,-1 0 1 0 0,1-1-1 0 0,0 1 1 0 0,1-1 0 0 0,0 0-1 0 0,9 14 1 0 0,61 88 1759 0 0,-54-83-1658 0 0,-4-6 2 0 0,-1 0 0 0 0,-1 1 0 0 0,11 26 0 0 0,-18-32-189 0 0,8 27 1 0 0,-14-40-484 0 0,0 3 693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34:25.9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 3673 0 0,'0'-1'137'0'0,"0"1"0"0"0,0 0 0 0 0,0 0 0 0 0,0-1-1 0 0,0 1 1 0 0,0 0 0 0 0,0 0 0 0 0,0 0 0 0 0,0-1 0 0 0,0 1 0 0 0,0 0 0 0 0,1 0 0 0 0,-1-1 0 0 0,0 1 0 0 0,0 0 0 0 0,0 0 0 0 0,0 0 0 0 0,0-1 0 0 0,0 1 0 0 0,0 0 0 0 0,1 0-1 0 0,-1 0 1 0 0,0-1 0 0 0,0 1 0 0 0,0 0 0 0 0,1 0 0 0 0,-1 0 0 0 0,0 0 0 0 0,0 0 0 0 0,0 0 0 0 0,1-1 0 0 0,-1 1 0 0 0,0 0 0 0 0,0 0 0 0 0,0 0 0 0 0,1 0 0 0 0,-1 0 0 0 0,0 0-1 0 0,1 0 1 0 0,12 4 1622 0 0,16 16-2246 0 0,-24-16 931 0 0,46 40 115 0 0,-45-37-28 0 0,-4-5-1849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34:26.8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85 2945 0 0,'0'-2'320'0'0,"0"1"1"0"0,-1 0-1 0 0,1-1 1 0 0,0 1 0 0 0,0-1-1 0 0,0 1 1 0 0,0 0-1 0 0,0-1 1 0 0,0 1 0 0 0,0-1-1 0 0,1 1 1 0 0,-1 0-1 0 0,0-1 1 0 0,1 1 0 0 0,0-2-1 0 0,12-32-169 0 0,-8 23 470 0 0,0-2-1900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22:34:28.8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94 3225 0 0,'9'-20'847'0'0,"-2"9"-924"0"0,-2 3 522 0 0,0 0 0 0 0,0 0 0 0 0,-1-1 0 0 0,6-17 0 0 0,-8 22 362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6.png"/><Relationship Id="rId21" Type="http://schemas.openxmlformats.org/officeDocument/2006/relationships/image" Target="../media/image17.png"/><Relationship Id="rId42" Type="http://schemas.openxmlformats.org/officeDocument/2006/relationships/image" Target="../media/image16.jpeg"/><Relationship Id="rId63" Type="http://schemas.openxmlformats.org/officeDocument/2006/relationships/customXml" Target="../ink/ink24.xml"/><Relationship Id="rId84" Type="http://schemas.openxmlformats.org/officeDocument/2006/relationships/image" Target="../media/image48.png"/><Relationship Id="rId138" Type="http://schemas.openxmlformats.org/officeDocument/2006/relationships/customXml" Target="../ink/ink59.xml"/><Relationship Id="rId159" Type="http://schemas.openxmlformats.org/officeDocument/2006/relationships/image" Target="../media/image87.png"/><Relationship Id="rId170" Type="http://schemas.openxmlformats.org/officeDocument/2006/relationships/customXml" Target="../ink/ink72.xml"/><Relationship Id="rId191" Type="http://schemas.openxmlformats.org/officeDocument/2006/relationships/image" Target="../media/image104.png"/><Relationship Id="rId205" Type="http://schemas.openxmlformats.org/officeDocument/2006/relationships/image" Target="../media/image111.png"/><Relationship Id="rId226" Type="http://schemas.openxmlformats.org/officeDocument/2006/relationships/customXml" Target="../ink/ink100.xml"/><Relationship Id="rId247" Type="http://schemas.openxmlformats.org/officeDocument/2006/relationships/customXml" Target="../ink/ink110.xml"/><Relationship Id="rId107" Type="http://schemas.openxmlformats.org/officeDocument/2006/relationships/image" Target="../media/image61.png"/><Relationship Id="rId11" Type="http://schemas.openxmlformats.org/officeDocument/2006/relationships/image" Target="../media/image11.png"/><Relationship Id="rId32" Type="http://schemas.openxmlformats.org/officeDocument/2006/relationships/customXml" Target="../ink/ink9.xml"/><Relationship Id="rId53" Type="http://schemas.openxmlformats.org/officeDocument/2006/relationships/customXml" Target="../ink/ink19.xml"/><Relationship Id="rId74" Type="http://schemas.openxmlformats.org/officeDocument/2006/relationships/image" Target="../media/image43.png"/><Relationship Id="rId128" Type="http://schemas.openxmlformats.org/officeDocument/2006/relationships/customXml" Target="../ink/ink54.xml"/><Relationship Id="rId149" Type="http://schemas.openxmlformats.org/officeDocument/2006/relationships/image" Target="../media/image63.png"/><Relationship Id="rId5" Type="http://schemas.openxmlformats.org/officeDocument/2006/relationships/image" Target="../media/image6.png"/><Relationship Id="rId95" Type="http://schemas.openxmlformats.org/officeDocument/2006/relationships/customXml" Target="../ink/ink40.xml"/><Relationship Id="rId160" Type="http://schemas.openxmlformats.org/officeDocument/2006/relationships/customXml" Target="../ink/ink68.xml"/><Relationship Id="rId181" Type="http://schemas.openxmlformats.org/officeDocument/2006/relationships/image" Target="../media/image97.png"/><Relationship Id="rId216" Type="http://schemas.openxmlformats.org/officeDocument/2006/relationships/customXml" Target="../ink/ink95.xml"/><Relationship Id="rId237" Type="http://schemas.openxmlformats.org/officeDocument/2006/relationships/customXml" Target="../ink/ink105.xml"/><Relationship Id="rId22" Type="http://schemas.openxmlformats.org/officeDocument/2006/relationships/customXml" Target="../ink/ink4.xml"/><Relationship Id="rId43" Type="http://schemas.openxmlformats.org/officeDocument/2006/relationships/customXml" Target="../ink/ink14.xml"/><Relationship Id="rId64" Type="http://schemas.openxmlformats.org/officeDocument/2006/relationships/image" Target="../media/image38.png"/><Relationship Id="rId118" Type="http://schemas.openxmlformats.org/officeDocument/2006/relationships/customXml" Target="../ink/ink49.xml"/><Relationship Id="rId139" Type="http://schemas.openxmlformats.org/officeDocument/2006/relationships/image" Target="../media/image76.png"/><Relationship Id="rId85" Type="http://schemas.openxmlformats.org/officeDocument/2006/relationships/customXml" Target="../ink/ink35.xml"/><Relationship Id="rId150" Type="http://schemas.openxmlformats.org/officeDocument/2006/relationships/customXml" Target="../ink/ink64.xml"/><Relationship Id="rId171" Type="http://schemas.openxmlformats.org/officeDocument/2006/relationships/image" Target="../media/image94.png"/><Relationship Id="rId192" Type="http://schemas.openxmlformats.org/officeDocument/2006/relationships/customXml" Target="../ink/ink83.xml"/><Relationship Id="rId206" Type="http://schemas.openxmlformats.org/officeDocument/2006/relationships/customXml" Target="../ink/ink90.xml"/><Relationship Id="rId227" Type="http://schemas.openxmlformats.org/officeDocument/2006/relationships/image" Target="../media/image122.png"/><Relationship Id="rId248" Type="http://schemas.openxmlformats.org/officeDocument/2006/relationships/image" Target="../media/image133.png"/><Relationship Id="rId12" Type="http://schemas.openxmlformats.org/officeDocument/2006/relationships/image" Target="../media/image12.png"/><Relationship Id="rId33" Type="http://schemas.openxmlformats.org/officeDocument/2006/relationships/image" Target="../media/image23.png"/><Relationship Id="rId108" Type="http://schemas.openxmlformats.org/officeDocument/2006/relationships/customXml" Target="../ink/ink44.xml"/><Relationship Id="rId129" Type="http://schemas.openxmlformats.org/officeDocument/2006/relationships/image" Target="../media/image71.png"/><Relationship Id="rId54" Type="http://schemas.openxmlformats.org/officeDocument/2006/relationships/image" Target="../media/image33.png"/><Relationship Id="rId75" Type="http://schemas.openxmlformats.org/officeDocument/2006/relationships/customXml" Target="../ink/ink30.xml"/><Relationship Id="rId96" Type="http://schemas.openxmlformats.org/officeDocument/2006/relationships/image" Target="../media/image54.png"/><Relationship Id="rId140" Type="http://schemas.openxmlformats.org/officeDocument/2006/relationships/customXml" Target="../ink/ink60.xml"/><Relationship Id="rId161" Type="http://schemas.openxmlformats.org/officeDocument/2006/relationships/image" Target="../media/image88.png"/><Relationship Id="rId182" Type="http://schemas.openxmlformats.org/officeDocument/2006/relationships/customXml" Target="../ink/ink78.xml"/><Relationship Id="rId217" Type="http://schemas.openxmlformats.org/officeDocument/2006/relationships/image" Target="../media/image117.png"/><Relationship Id="rId6" Type="http://schemas.openxmlformats.org/officeDocument/2006/relationships/image" Target="../media/image7.jpeg"/><Relationship Id="rId238" Type="http://schemas.openxmlformats.org/officeDocument/2006/relationships/image" Target="../media/image101.png"/><Relationship Id="rId23" Type="http://schemas.openxmlformats.org/officeDocument/2006/relationships/image" Target="../media/image18.png"/><Relationship Id="rId119" Type="http://schemas.openxmlformats.org/officeDocument/2006/relationships/image" Target="../media/image67.png"/><Relationship Id="rId44" Type="http://schemas.openxmlformats.org/officeDocument/2006/relationships/image" Target="../media/image28.png"/><Relationship Id="rId65" Type="http://schemas.openxmlformats.org/officeDocument/2006/relationships/customXml" Target="../ink/ink25.xml"/><Relationship Id="rId86" Type="http://schemas.openxmlformats.org/officeDocument/2006/relationships/image" Target="../media/image49.png"/><Relationship Id="rId130" Type="http://schemas.openxmlformats.org/officeDocument/2006/relationships/customXml" Target="../ink/ink55.xml"/><Relationship Id="rId151" Type="http://schemas.openxmlformats.org/officeDocument/2006/relationships/image" Target="../media/image80.png"/><Relationship Id="rId172" Type="http://schemas.openxmlformats.org/officeDocument/2006/relationships/customXml" Target="../ink/ink73.xml"/><Relationship Id="rId193" Type="http://schemas.openxmlformats.org/officeDocument/2006/relationships/image" Target="../media/image105.png"/><Relationship Id="rId207" Type="http://schemas.openxmlformats.org/officeDocument/2006/relationships/image" Target="../media/image112.png"/><Relationship Id="rId228" Type="http://schemas.openxmlformats.org/officeDocument/2006/relationships/customXml" Target="../ink/ink101.xml"/><Relationship Id="rId249" Type="http://schemas.openxmlformats.org/officeDocument/2006/relationships/customXml" Target="../ink/ink111.xml"/><Relationship Id="rId13" Type="http://schemas.openxmlformats.org/officeDocument/2006/relationships/customXml" Target="../ink/ink1.xml"/><Relationship Id="rId109" Type="http://schemas.openxmlformats.org/officeDocument/2006/relationships/image" Target="../media/image62.png"/><Relationship Id="rId34" Type="http://schemas.openxmlformats.org/officeDocument/2006/relationships/customXml" Target="../ink/ink10.xml"/><Relationship Id="rId55" Type="http://schemas.openxmlformats.org/officeDocument/2006/relationships/customXml" Target="../ink/ink20.xml"/><Relationship Id="rId76" Type="http://schemas.openxmlformats.org/officeDocument/2006/relationships/image" Target="../media/image44.png"/><Relationship Id="rId97" Type="http://schemas.openxmlformats.org/officeDocument/2006/relationships/customXml" Target="../ink/ink41.xml"/><Relationship Id="rId120" Type="http://schemas.openxmlformats.org/officeDocument/2006/relationships/customXml" Target="../ink/ink50.xml"/><Relationship Id="rId141" Type="http://schemas.openxmlformats.org/officeDocument/2006/relationships/image" Target="../media/image77.png"/><Relationship Id="rId7" Type="http://schemas.openxmlformats.org/officeDocument/2006/relationships/image" Target="../media/image8.png"/><Relationship Id="rId162" Type="http://schemas.openxmlformats.org/officeDocument/2006/relationships/image" Target="../media/image83.jpeg"/><Relationship Id="rId183" Type="http://schemas.openxmlformats.org/officeDocument/2006/relationships/image" Target="../media/image98.png"/><Relationship Id="rId218" Type="http://schemas.openxmlformats.org/officeDocument/2006/relationships/customXml" Target="../ink/ink96.xml"/><Relationship Id="rId239" Type="http://schemas.openxmlformats.org/officeDocument/2006/relationships/customXml" Target="../ink/ink106.xml"/><Relationship Id="rId250" Type="http://schemas.openxmlformats.org/officeDocument/2006/relationships/image" Target="../media/image128.png"/><Relationship Id="rId24" Type="http://schemas.openxmlformats.org/officeDocument/2006/relationships/customXml" Target="../ink/ink5.xml"/><Relationship Id="rId45" Type="http://schemas.openxmlformats.org/officeDocument/2006/relationships/customXml" Target="../ink/ink15.xml"/><Relationship Id="rId66" Type="http://schemas.openxmlformats.org/officeDocument/2006/relationships/image" Target="../media/image39.png"/><Relationship Id="rId87" Type="http://schemas.openxmlformats.org/officeDocument/2006/relationships/customXml" Target="../ink/ink36.xml"/><Relationship Id="rId110" Type="http://schemas.openxmlformats.org/officeDocument/2006/relationships/customXml" Target="../ink/ink45.xml"/><Relationship Id="rId131" Type="http://schemas.openxmlformats.org/officeDocument/2006/relationships/image" Target="../media/image72.png"/><Relationship Id="rId152" Type="http://schemas.openxmlformats.org/officeDocument/2006/relationships/image" Target="../media/image81.png"/><Relationship Id="rId173" Type="http://schemas.openxmlformats.org/officeDocument/2006/relationships/image" Target="../media/image95.png"/><Relationship Id="rId194" Type="http://schemas.openxmlformats.org/officeDocument/2006/relationships/customXml" Target="../ink/ink84.xml"/><Relationship Id="rId208" Type="http://schemas.openxmlformats.org/officeDocument/2006/relationships/customXml" Target="../ink/ink91.xml"/><Relationship Id="rId229" Type="http://schemas.openxmlformats.org/officeDocument/2006/relationships/image" Target="../media/image123.png"/><Relationship Id="rId240" Type="http://schemas.openxmlformats.org/officeDocument/2006/relationships/image" Target="../media/image127.png"/><Relationship Id="rId14" Type="http://schemas.openxmlformats.org/officeDocument/2006/relationships/image" Target="../media/image13.png"/><Relationship Id="rId35" Type="http://schemas.openxmlformats.org/officeDocument/2006/relationships/image" Target="../media/image24.png"/><Relationship Id="rId56" Type="http://schemas.openxmlformats.org/officeDocument/2006/relationships/image" Target="../media/image34.png"/><Relationship Id="rId77" Type="http://schemas.openxmlformats.org/officeDocument/2006/relationships/customXml" Target="../ink/ink31.xml"/><Relationship Id="rId100" Type="http://schemas.openxmlformats.org/officeDocument/2006/relationships/image" Target="../media/image36.jpeg"/><Relationship Id="rId8" Type="http://schemas.microsoft.com/office/2007/relationships/hdphoto" Target="../media/hdphoto1.wdp"/><Relationship Id="rId98" Type="http://schemas.openxmlformats.org/officeDocument/2006/relationships/image" Target="../media/image55.png"/><Relationship Id="rId121" Type="http://schemas.openxmlformats.org/officeDocument/2006/relationships/image" Target="../media/image290.png"/><Relationship Id="rId142" Type="http://schemas.openxmlformats.org/officeDocument/2006/relationships/customXml" Target="../ink/ink61.xml"/><Relationship Id="rId163" Type="http://schemas.openxmlformats.org/officeDocument/2006/relationships/image" Target="../media/image84.png"/><Relationship Id="rId184" Type="http://schemas.openxmlformats.org/officeDocument/2006/relationships/customXml" Target="../ink/ink79.xml"/><Relationship Id="rId219" Type="http://schemas.openxmlformats.org/officeDocument/2006/relationships/image" Target="../media/image118.png"/><Relationship Id="rId230" Type="http://schemas.openxmlformats.org/officeDocument/2006/relationships/customXml" Target="../ink/ink102.xml"/><Relationship Id="rId251" Type="http://schemas.openxmlformats.org/officeDocument/2006/relationships/customXml" Target="../ink/ink112.xml"/><Relationship Id="rId25" Type="http://schemas.openxmlformats.org/officeDocument/2006/relationships/image" Target="../media/image19.png"/><Relationship Id="rId46" Type="http://schemas.openxmlformats.org/officeDocument/2006/relationships/image" Target="../media/image29.png"/><Relationship Id="rId67" Type="http://schemas.openxmlformats.org/officeDocument/2006/relationships/customXml" Target="../ink/ink26.xml"/><Relationship Id="rId88" Type="http://schemas.openxmlformats.org/officeDocument/2006/relationships/image" Target="../media/image50.png"/><Relationship Id="rId111" Type="http://schemas.openxmlformats.org/officeDocument/2006/relationships/image" Target="../media/image58.png"/><Relationship Id="rId132" Type="http://schemas.openxmlformats.org/officeDocument/2006/relationships/customXml" Target="../ink/ink56.xml"/><Relationship Id="rId153" Type="http://schemas.openxmlformats.org/officeDocument/2006/relationships/image" Target="../media/image82.png"/><Relationship Id="rId174" Type="http://schemas.openxmlformats.org/officeDocument/2006/relationships/customXml" Target="../ink/ink74.xml"/><Relationship Id="rId195" Type="http://schemas.openxmlformats.org/officeDocument/2006/relationships/image" Target="../media/image106.png"/><Relationship Id="rId209" Type="http://schemas.openxmlformats.org/officeDocument/2006/relationships/image" Target="../media/image113.png"/><Relationship Id="rId220" Type="http://schemas.openxmlformats.org/officeDocument/2006/relationships/customXml" Target="../ink/ink97.xml"/><Relationship Id="rId241" Type="http://schemas.openxmlformats.org/officeDocument/2006/relationships/customXml" Target="../ink/ink107.xml"/><Relationship Id="rId15" Type="http://schemas.openxmlformats.org/officeDocument/2006/relationships/image" Target="../media/image14.png"/><Relationship Id="rId36" Type="http://schemas.openxmlformats.org/officeDocument/2006/relationships/customXml" Target="../ink/ink11.xml"/><Relationship Id="rId57" Type="http://schemas.openxmlformats.org/officeDocument/2006/relationships/customXml" Target="../ink/ink21.xml"/><Relationship Id="rId78" Type="http://schemas.openxmlformats.org/officeDocument/2006/relationships/image" Target="../media/image45.png"/><Relationship Id="rId99" Type="http://schemas.openxmlformats.org/officeDocument/2006/relationships/image" Target="../media/image35.jpeg"/><Relationship Id="rId101" Type="http://schemas.openxmlformats.org/officeDocument/2006/relationships/image" Target="../media/image56.png"/><Relationship Id="rId122" Type="http://schemas.openxmlformats.org/officeDocument/2006/relationships/customXml" Target="../ink/ink51.xml"/><Relationship Id="rId143" Type="http://schemas.openxmlformats.org/officeDocument/2006/relationships/image" Target="../media/image78.png"/><Relationship Id="rId164" Type="http://schemas.openxmlformats.org/officeDocument/2006/relationships/customXml" Target="../ink/ink69.xml"/><Relationship Id="rId185" Type="http://schemas.openxmlformats.org/officeDocument/2006/relationships/image" Target="../media/image99.png"/><Relationship Id="rId9" Type="http://schemas.openxmlformats.org/officeDocument/2006/relationships/image" Target="../media/image9.png"/><Relationship Id="rId210" Type="http://schemas.openxmlformats.org/officeDocument/2006/relationships/customXml" Target="../ink/ink92.xml"/><Relationship Id="rId26" Type="http://schemas.openxmlformats.org/officeDocument/2006/relationships/customXml" Target="../ink/ink6.xml"/><Relationship Id="rId231" Type="http://schemas.openxmlformats.org/officeDocument/2006/relationships/image" Target="../media/image124.png"/><Relationship Id="rId252" Type="http://schemas.openxmlformats.org/officeDocument/2006/relationships/image" Target="../media/image135.png"/><Relationship Id="rId47" Type="http://schemas.openxmlformats.org/officeDocument/2006/relationships/customXml" Target="../ink/ink16.xml"/><Relationship Id="rId68" Type="http://schemas.openxmlformats.org/officeDocument/2006/relationships/image" Target="../media/image40.png"/><Relationship Id="rId89" Type="http://schemas.openxmlformats.org/officeDocument/2006/relationships/customXml" Target="../ink/ink37.xml"/><Relationship Id="rId112" Type="http://schemas.openxmlformats.org/officeDocument/2006/relationships/customXml" Target="../ink/ink46.xml"/><Relationship Id="rId133" Type="http://schemas.openxmlformats.org/officeDocument/2006/relationships/image" Target="../media/image73.png"/><Relationship Id="rId154" Type="http://schemas.openxmlformats.org/officeDocument/2006/relationships/customXml" Target="../ink/ink65.xml"/><Relationship Id="rId175" Type="http://schemas.openxmlformats.org/officeDocument/2006/relationships/image" Target="../media/image96.png"/><Relationship Id="rId196" Type="http://schemas.openxmlformats.org/officeDocument/2006/relationships/customXml" Target="../ink/ink85.xml"/><Relationship Id="rId200" Type="http://schemas.openxmlformats.org/officeDocument/2006/relationships/customXml" Target="../ink/ink87.xml"/><Relationship Id="rId16" Type="http://schemas.microsoft.com/office/2007/relationships/hdphoto" Target="../media/hdphoto2.wdp"/><Relationship Id="rId221" Type="http://schemas.openxmlformats.org/officeDocument/2006/relationships/image" Target="../media/image119.png"/><Relationship Id="rId242" Type="http://schemas.openxmlformats.org/officeDocument/2006/relationships/image" Target="../media/image130.png"/><Relationship Id="rId37" Type="http://schemas.openxmlformats.org/officeDocument/2006/relationships/image" Target="../media/image25.png"/><Relationship Id="rId58" Type="http://schemas.openxmlformats.org/officeDocument/2006/relationships/image" Target="../media/image35.png"/><Relationship Id="rId79" Type="http://schemas.openxmlformats.org/officeDocument/2006/relationships/customXml" Target="../ink/ink32.xml"/><Relationship Id="rId102" Type="http://schemas.openxmlformats.org/officeDocument/2006/relationships/image" Target="../media/image57.png"/><Relationship Id="rId123" Type="http://schemas.openxmlformats.org/officeDocument/2006/relationships/image" Target="../media/image68.png"/><Relationship Id="rId144" Type="http://schemas.openxmlformats.org/officeDocument/2006/relationships/customXml" Target="../ink/ink62.xml"/><Relationship Id="rId90" Type="http://schemas.openxmlformats.org/officeDocument/2006/relationships/image" Target="../media/image51.png"/><Relationship Id="rId165" Type="http://schemas.openxmlformats.org/officeDocument/2006/relationships/image" Target="../media/image89.png"/><Relationship Id="rId186" Type="http://schemas.openxmlformats.org/officeDocument/2006/relationships/customXml" Target="../ink/ink80.xml"/><Relationship Id="rId211" Type="http://schemas.openxmlformats.org/officeDocument/2006/relationships/image" Target="../media/image114.png"/><Relationship Id="rId232" Type="http://schemas.openxmlformats.org/officeDocument/2006/relationships/customXml" Target="../ink/ink103.xml"/><Relationship Id="rId253" Type="http://schemas.openxmlformats.org/officeDocument/2006/relationships/customXml" Target="../ink/ink113.xml"/><Relationship Id="rId27" Type="http://schemas.openxmlformats.org/officeDocument/2006/relationships/image" Target="../media/image20.png"/><Relationship Id="rId48" Type="http://schemas.openxmlformats.org/officeDocument/2006/relationships/image" Target="../media/image30.png"/><Relationship Id="rId69" Type="http://schemas.openxmlformats.org/officeDocument/2006/relationships/customXml" Target="../ink/ink27.xml"/><Relationship Id="rId113" Type="http://schemas.openxmlformats.org/officeDocument/2006/relationships/image" Target="../media/image64.png"/><Relationship Id="rId134" Type="http://schemas.openxmlformats.org/officeDocument/2006/relationships/customXml" Target="../ink/ink57.xml"/><Relationship Id="rId80" Type="http://schemas.openxmlformats.org/officeDocument/2006/relationships/image" Target="../media/image46.png"/><Relationship Id="rId155" Type="http://schemas.openxmlformats.org/officeDocument/2006/relationships/image" Target="../media/image85.png"/><Relationship Id="rId176" Type="http://schemas.openxmlformats.org/officeDocument/2006/relationships/customXml" Target="../ink/ink75.xml"/><Relationship Id="rId197" Type="http://schemas.openxmlformats.org/officeDocument/2006/relationships/image" Target="../media/image107.png"/><Relationship Id="rId201" Type="http://schemas.openxmlformats.org/officeDocument/2006/relationships/image" Target="../media/image109.png"/><Relationship Id="rId222" Type="http://schemas.openxmlformats.org/officeDocument/2006/relationships/customXml" Target="../ink/ink98.xml"/><Relationship Id="rId243" Type="http://schemas.openxmlformats.org/officeDocument/2006/relationships/customXml" Target="../ink/ink108.xml"/><Relationship Id="rId17" Type="http://schemas.openxmlformats.org/officeDocument/2006/relationships/image" Target="../media/image15.png"/><Relationship Id="rId38" Type="http://schemas.openxmlformats.org/officeDocument/2006/relationships/customXml" Target="../ink/ink12.xml"/><Relationship Id="rId59" Type="http://schemas.openxmlformats.org/officeDocument/2006/relationships/customXml" Target="../ink/ink22.xml"/><Relationship Id="rId103" Type="http://schemas.microsoft.com/office/2007/relationships/hdphoto" Target="../media/hdphoto3.wdp"/><Relationship Id="rId124" Type="http://schemas.openxmlformats.org/officeDocument/2006/relationships/customXml" Target="../ink/ink52.xml"/><Relationship Id="rId70" Type="http://schemas.openxmlformats.org/officeDocument/2006/relationships/image" Target="../media/image41.png"/><Relationship Id="rId91" Type="http://schemas.openxmlformats.org/officeDocument/2006/relationships/customXml" Target="../ink/ink38.xml"/><Relationship Id="rId145" Type="http://schemas.openxmlformats.org/officeDocument/2006/relationships/image" Target="../media/image79.png"/><Relationship Id="rId166" Type="http://schemas.openxmlformats.org/officeDocument/2006/relationships/customXml" Target="../ink/ink70.xml"/><Relationship Id="rId187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93.xml"/><Relationship Id="rId233" Type="http://schemas.openxmlformats.org/officeDocument/2006/relationships/image" Target="../media/image125.png"/><Relationship Id="rId254" Type="http://schemas.openxmlformats.org/officeDocument/2006/relationships/image" Target="../media/image136.png"/><Relationship Id="rId28" Type="http://schemas.openxmlformats.org/officeDocument/2006/relationships/customXml" Target="../ink/ink7.xml"/><Relationship Id="rId49" Type="http://schemas.openxmlformats.org/officeDocument/2006/relationships/customXml" Target="../ink/ink17.xml"/><Relationship Id="rId114" Type="http://schemas.openxmlformats.org/officeDocument/2006/relationships/customXml" Target="../ink/ink47.xml"/><Relationship Id="rId60" Type="http://schemas.openxmlformats.org/officeDocument/2006/relationships/image" Target="../media/image36.png"/><Relationship Id="rId81" Type="http://schemas.openxmlformats.org/officeDocument/2006/relationships/customXml" Target="../ink/ink33.xml"/><Relationship Id="rId135" Type="http://schemas.openxmlformats.org/officeDocument/2006/relationships/image" Target="../media/image74.png"/><Relationship Id="rId156" Type="http://schemas.openxmlformats.org/officeDocument/2006/relationships/customXml" Target="../ink/ink66.xml"/><Relationship Id="rId177" Type="http://schemas.openxmlformats.org/officeDocument/2006/relationships/image" Target="../media/image91.png"/><Relationship Id="rId198" Type="http://schemas.openxmlformats.org/officeDocument/2006/relationships/customXml" Target="../ink/ink86.xml"/><Relationship Id="rId202" Type="http://schemas.openxmlformats.org/officeDocument/2006/relationships/customXml" Target="../ink/ink88.xml"/><Relationship Id="rId223" Type="http://schemas.openxmlformats.org/officeDocument/2006/relationships/image" Target="../media/image120.png"/><Relationship Id="rId244" Type="http://schemas.openxmlformats.org/officeDocument/2006/relationships/image" Target="../media/image131.png"/><Relationship Id="rId18" Type="http://schemas.openxmlformats.org/officeDocument/2006/relationships/customXml" Target="../ink/ink2.xml"/><Relationship Id="rId39" Type="http://schemas.openxmlformats.org/officeDocument/2006/relationships/image" Target="../media/image26.png"/><Relationship Id="rId50" Type="http://schemas.openxmlformats.org/officeDocument/2006/relationships/image" Target="../media/image31.png"/><Relationship Id="rId104" Type="http://schemas.openxmlformats.org/officeDocument/2006/relationships/customXml" Target="../ink/ink42.xml"/><Relationship Id="rId125" Type="http://schemas.openxmlformats.org/officeDocument/2006/relationships/image" Target="../media/image69.png"/><Relationship Id="rId146" Type="http://schemas.openxmlformats.org/officeDocument/2006/relationships/image" Target="../media/image59.png"/><Relationship Id="rId167" Type="http://schemas.openxmlformats.org/officeDocument/2006/relationships/image" Target="../media/image90.png"/><Relationship Id="rId188" Type="http://schemas.openxmlformats.org/officeDocument/2006/relationships/customXml" Target="../ink/ink81.xml"/><Relationship Id="rId71" Type="http://schemas.openxmlformats.org/officeDocument/2006/relationships/customXml" Target="../ink/ink28.xml"/><Relationship Id="rId92" Type="http://schemas.openxmlformats.org/officeDocument/2006/relationships/image" Target="../media/image52.png"/><Relationship Id="rId213" Type="http://schemas.openxmlformats.org/officeDocument/2006/relationships/image" Target="../media/image115.png"/><Relationship Id="rId234" Type="http://schemas.openxmlformats.org/officeDocument/2006/relationships/customXml" Target="../ink/ink104.xml"/><Relationship Id="rId2" Type="http://schemas.openxmlformats.org/officeDocument/2006/relationships/notesSlide" Target="../notesSlides/notesSlide2.xml"/><Relationship Id="rId29" Type="http://schemas.openxmlformats.org/officeDocument/2006/relationships/image" Target="../media/image21.png"/><Relationship Id="rId255" Type="http://schemas.openxmlformats.org/officeDocument/2006/relationships/customXml" Target="../ink/ink114.xml"/><Relationship Id="rId40" Type="http://schemas.openxmlformats.org/officeDocument/2006/relationships/customXml" Target="../ink/ink13.xml"/><Relationship Id="rId115" Type="http://schemas.openxmlformats.org/officeDocument/2006/relationships/image" Target="../media/image65.png"/><Relationship Id="rId136" Type="http://schemas.openxmlformats.org/officeDocument/2006/relationships/customXml" Target="../ink/ink58.xml"/><Relationship Id="rId157" Type="http://schemas.openxmlformats.org/officeDocument/2006/relationships/image" Target="../media/image86.png"/><Relationship Id="rId178" Type="http://schemas.openxmlformats.org/officeDocument/2006/relationships/customXml" Target="../ink/ink76.xml"/><Relationship Id="rId61" Type="http://schemas.openxmlformats.org/officeDocument/2006/relationships/customXml" Target="../ink/ink23.xml"/><Relationship Id="rId82" Type="http://schemas.openxmlformats.org/officeDocument/2006/relationships/image" Target="../media/image47.png"/><Relationship Id="rId199" Type="http://schemas.openxmlformats.org/officeDocument/2006/relationships/image" Target="../media/image108.png"/><Relationship Id="rId203" Type="http://schemas.openxmlformats.org/officeDocument/2006/relationships/image" Target="../media/image110.png"/><Relationship Id="rId19" Type="http://schemas.openxmlformats.org/officeDocument/2006/relationships/image" Target="../media/image16.png"/><Relationship Id="rId224" Type="http://schemas.openxmlformats.org/officeDocument/2006/relationships/customXml" Target="../ink/ink99.xml"/><Relationship Id="rId245" Type="http://schemas.openxmlformats.org/officeDocument/2006/relationships/customXml" Target="../ink/ink109.xml"/><Relationship Id="rId30" Type="http://schemas.openxmlformats.org/officeDocument/2006/relationships/customXml" Target="../ink/ink8.xml"/><Relationship Id="rId105" Type="http://schemas.openxmlformats.org/officeDocument/2006/relationships/image" Target="../media/image60.png"/><Relationship Id="rId126" Type="http://schemas.openxmlformats.org/officeDocument/2006/relationships/customXml" Target="../ink/ink53.xml"/><Relationship Id="rId147" Type="http://schemas.microsoft.com/office/2007/relationships/hdphoto" Target="../media/hdphoto4.wdp"/><Relationship Id="rId168" Type="http://schemas.openxmlformats.org/officeDocument/2006/relationships/customXml" Target="../ink/ink71.xml"/><Relationship Id="rId51" Type="http://schemas.openxmlformats.org/officeDocument/2006/relationships/customXml" Target="../ink/ink18.xml"/><Relationship Id="rId72" Type="http://schemas.openxmlformats.org/officeDocument/2006/relationships/image" Target="../media/image42.png"/><Relationship Id="rId93" Type="http://schemas.openxmlformats.org/officeDocument/2006/relationships/customXml" Target="../ink/ink39.xml"/><Relationship Id="rId189" Type="http://schemas.openxmlformats.org/officeDocument/2006/relationships/image" Target="../media/image103.png"/><Relationship Id="rId3" Type="http://schemas.openxmlformats.org/officeDocument/2006/relationships/image" Target="../media/image2.png"/><Relationship Id="rId214" Type="http://schemas.openxmlformats.org/officeDocument/2006/relationships/customXml" Target="../ink/ink94.xml"/><Relationship Id="rId235" Type="http://schemas.openxmlformats.org/officeDocument/2006/relationships/image" Target="../media/image126.png"/><Relationship Id="rId256" Type="http://schemas.openxmlformats.org/officeDocument/2006/relationships/image" Target="../media/image137.png"/><Relationship Id="rId116" Type="http://schemas.openxmlformats.org/officeDocument/2006/relationships/customXml" Target="../ink/ink48.xml"/><Relationship Id="rId137" Type="http://schemas.openxmlformats.org/officeDocument/2006/relationships/image" Target="../media/image75.png"/><Relationship Id="rId158" Type="http://schemas.openxmlformats.org/officeDocument/2006/relationships/customXml" Target="../ink/ink67.xml"/><Relationship Id="rId20" Type="http://schemas.openxmlformats.org/officeDocument/2006/relationships/customXml" Target="../ink/ink3.xml"/><Relationship Id="rId41" Type="http://schemas.openxmlformats.org/officeDocument/2006/relationships/image" Target="../media/image27.png"/><Relationship Id="rId62" Type="http://schemas.openxmlformats.org/officeDocument/2006/relationships/image" Target="../media/image37.png"/><Relationship Id="rId83" Type="http://schemas.openxmlformats.org/officeDocument/2006/relationships/customXml" Target="../ink/ink34.xml"/><Relationship Id="rId179" Type="http://schemas.openxmlformats.org/officeDocument/2006/relationships/image" Target="../media/image92.png"/><Relationship Id="rId190" Type="http://schemas.openxmlformats.org/officeDocument/2006/relationships/customXml" Target="../ink/ink82.xml"/><Relationship Id="rId204" Type="http://schemas.openxmlformats.org/officeDocument/2006/relationships/customXml" Target="../ink/ink89.xml"/><Relationship Id="rId225" Type="http://schemas.openxmlformats.org/officeDocument/2006/relationships/image" Target="../media/image121.png"/><Relationship Id="rId246" Type="http://schemas.openxmlformats.org/officeDocument/2006/relationships/image" Target="../media/image132.png"/><Relationship Id="rId106" Type="http://schemas.openxmlformats.org/officeDocument/2006/relationships/customXml" Target="../ink/ink43.xml"/><Relationship Id="rId127" Type="http://schemas.openxmlformats.org/officeDocument/2006/relationships/image" Target="../media/image70.png"/><Relationship Id="rId10" Type="http://schemas.openxmlformats.org/officeDocument/2006/relationships/image" Target="../media/image10.jpeg"/><Relationship Id="rId31" Type="http://schemas.openxmlformats.org/officeDocument/2006/relationships/image" Target="../media/image22.png"/><Relationship Id="rId52" Type="http://schemas.openxmlformats.org/officeDocument/2006/relationships/image" Target="../media/image32.png"/><Relationship Id="rId73" Type="http://schemas.openxmlformats.org/officeDocument/2006/relationships/customXml" Target="../ink/ink29.xml"/><Relationship Id="rId94" Type="http://schemas.openxmlformats.org/officeDocument/2006/relationships/image" Target="../media/image53.png"/><Relationship Id="rId148" Type="http://schemas.openxmlformats.org/officeDocument/2006/relationships/customXml" Target="../ink/ink63.xml"/><Relationship Id="rId169" Type="http://schemas.openxmlformats.org/officeDocument/2006/relationships/image" Target="../media/image93.png"/><Relationship Id="rId4" Type="http://schemas.openxmlformats.org/officeDocument/2006/relationships/image" Target="../media/image5.png"/><Relationship Id="rId180" Type="http://schemas.openxmlformats.org/officeDocument/2006/relationships/customXml" Target="../ink/ink77.xml"/><Relationship Id="rId215" Type="http://schemas.openxmlformats.org/officeDocument/2006/relationships/image" Target="../media/image116.png"/><Relationship Id="rId236" Type="http://schemas.openxmlformats.org/officeDocument/2006/relationships/image" Target="../media/image10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4.png"/><Relationship Id="rId4" Type="http://schemas.openxmlformats.org/officeDocument/2006/relationships/image" Target="../media/image12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un.org/sustainabledevelopment/water-and-sanitation/?utm_source=chatgpt.com" TargetMode="External"/><Relationship Id="rId13" Type="http://schemas.openxmlformats.org/officeDocument/2006/relationships/hyperlink" Target="https://www.frontiersin.org/journals/artificial-intelligence/articles/10.3389/frai.2025.1645467/full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data.unicef.org/resources/jmp-report-2023/" TargetMode="External"/><Relationship Id="rId12" Type="http://schemas.openxmlformats.org/officeDocument/2006/relationships/hyperlink" Target="https://www.frontiersin.org/journals/artificial-intelligence/articles/10.3389/frai.2025.1645467/full?utm_source=chatgpt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ata.unicef.org/resources/jmp-report-2023/?utm_source=chatgpt.com" TargetMode="External"/><Relationship Id="rId11" Type="http://schemas.openxmlformats.org/officeDocument/2006/relationships/hyperlink" Target="https://pubmed.ncbi.nlm.nih.gov/40488301/" TargetMode="External"/><Relationship Id="rId5" Type="http://schemas.openxmlformats.org/officeDocument/2006/relationships/hyperlink" Target="https://www.who.int/news-room/fact-sheets/detail/drinking-water" TargetMode="External"/><Relationship Id="rId15" Type="http://schemas.openxmlformats.org/officeDocument/2006/relationships/hyperlink" Target="https://www.frontiersin.org/journals/public-health/articles/10.3389/fpubh.2025.1609615/full" TargetMode="External"/><Relationship Id="rId10" Type="http://schemas.openxmlformats.org/officeDocument/2006/relationships/hyperlink" Target="https://pubmed.ncbi.nlm.nih.gov/40488301/?utm_source=chatgpt.com" TargetMode="External"/><Relationship Id="rId4" Type="http://schemas.openxmlformats.org/officeDocument/2006/relationships/hyperlink" Target="https://www.who.int/news-room/fact-sheets/detail/drinking-water?utm_source=chatgpt.com" TargetMode="External"/><Relationship Id="rId9" Type="http://schemas.openxmlformats.org/officeDocument/2006/relationships/hyperlink" Target="https://www.un.org/en/global-issues/water-and-sanitation/" TargetMode="External"/><Relationship Id="rId14" Type="http://schemas.openxmlformats.org/officeDocument/2006/relationships/hyperlink" Target="https://www.frontiersin.org/journals/public-health/articles/10.3389/fpubh.2025.1609615/full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9142738" y="1234397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016965" y="18358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81292" y="-612464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05" y="1077490"/>
            <a:ext cx="8695979" cy="5302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2400" b="1" dirty="0"/>
              <a:t>SIH25001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Problem Statement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Title-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Smart community health monitoring and early warning system for borne disease in rural north-east India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IN" sz="2400" dirty="0"/>
              <a:t> </a:t>
            </a:r>
            <a:r>
              <a:rPr lang="en-IN" sz="2400" b="1" dirty="0"/>
              <a:t>MedTech / Bio-Tech / HealthTech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IN" sz="2400" b="1" dirty="0"/>
              <a:t>93881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Feature Fabricator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9850" y="66544"/>
            <a:ext cx="2092111" cy="592127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/>
              <a:t>FEATURE</a:t>
            </a:r>
          </a:p>
          <a:p>
            <a:r>
              <a:rPr lang="en-IN"/>
              <a:t>FABRICATORS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879" y="20284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1BAA22-C990-FB21-22F1-D02C1F83D516}"/>
              </a:ext>
            </a:extLst>
          </p:cNvPr>
          <p:cNvSpPr/>
          <p:nvPr/>
        </p:nvSpPr>
        <p:spPr>
          <a:xfrm>
            <a:off x="268164" y="2007147"/>
            <a:ext cx="5054346" cy="275037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endParaRPr lang="en-US" sz="1100" b="1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b="1" dirty="0"/>
              <a:t>Data Collection</a:t>
            </a:r>
            <a:r>
              <a:rPr lang="en-US" sz="11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Mobile app/SMS reporting by clinics, ASHA workers, and volunteers.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IoT-based water quality monitoring (pH, turbidity, bacterial presence).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/>
              <a:t>Manual entry from water test kits where sensors are unavailable.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b="1" dirty="0"/>
              <a:t>Processing &amp; Prediction</a:t>
            </a:r>
            <a:r>
              <a:rPr lang="en-US" sz="1100" dirty="0"/>
              <a:t>:</a:t>
            </a:r>
          </a:p>
          <a:p>
            <a:pPr lvl="1"/>
            <a:r>
              <a:rPr lang="en-US" sz="1100" dirty="0"/>
              <a:t>Centralized server with </a:t>
            </a:r>
            <a:r>
              <a:rPr lang="en-US" sz="1100" b="1" dirty="0"/>
              <a:t>AI/ML outbreak prediction engine</a:t>
            </a:r>
            <a:r>
              <a:rPr lang="en-US" sz="1100" dirty="0"/>
              <a:t>.</a:t>
            </a:r>
          </a:p>
          <a:p>
            <a:pPr lvl="1"/>
            <a:r>
              <a:rPr lang="en-US" sz="1100" dirty="0"/>
              <a:t>Uses health data + water quality + seasonal trends to predict risks.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b="1" dirty="0"/>
              <a:t>Alerts &amp; Awareness</a:t>
            </a:r>
            <a:r>
              <a:rPr lang="en-US" sz="1100" dirty="0"/>
              <a:t>:</a:t>
            </a:r>
          </a:p>
          <a:p>
            <a:pPr lvl="1"/>
            <a:r>
              <a:rPr lang="en-US" sz="1100" dirty="0"/>
              <a:t>Sends real-time alerts to </a:t>
            </a:r>
            <a:r>
              <a:rPr lang="en-US" sz="1100" b="1" dirty="0"/>
              <a:t>health officials, district authorities, and local governance bodies</a:t>
            </a:r>
            <a:r>
              <a:rPr lang="en-US" sz="1100" dirty="0"/>
              <a:t>.</a:t>
            </a:r>
          </a:p>
          <a:p>
            <a:pPr lvl="1"/>
            <a:r>
              <a:rPr lang="en-US" sz="1100" dirty="0"/>
              <a:t>Community awareness via multilingual mobile notifications &amp; educational modules.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b="1" dirty="0"/>
              <a:t>Visualization &amp; Administration</a:t>
            </a:r>
            <a:r>
              <a:rPr lang="en-US" sz="1100" dirty="0"/>
              <a:t>:</a:t>
            </a:r>
          </a:p>
          <a:p>
            <a:pPr lvl="1"/>
            <a:r>
              <a:rPr lang="en-US" sz="1100" dirty="0"/>
              <a:t>Interactive dashboards for officials: hotspots, trend analysis, and intervention planning.</a:t>
            </a:r>
          </a:p>
          <a:p>
            <a:pPr lvl="1"/>
            <a:r>
              <a:rPr lang="en-US" sz="1100" dirty="0"/>
              <a:t>Offline-first design for remote areas with </a:t>
            </a:r>
            <a:r>
              <a:rPr lang="en-US" sz="1100" b="1" dirty="0"/>
              <a:t>sync when connected</a:t>
            </a:r>
            <a:r>
              <a:rPr lang="en-US" sz="1100" dirty="0"/>
              <a:t> feature.</a:t>
            </a:r>
          </a:p>
          <a:p>
            <a:pPr lvl="0" defTabSz="914400" eaLnBrk="0" hangingPunct="0"/>
            <a:endParaRPr lang="en-US" altLang="en-US" sz="11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646A002-C38F-5165-DCBC-377F67DB5C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61" y="4798082"/>
            <a:ext cx="5382827" cy="205991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E99AF8A-5BE9-F168-8642-655A9ED380D0}"/>
              </a:ext>
            </a:extLst>
          </p:cNvPr>
          <p:cNvSpPr txBox="1"/>
          <p:nvPr/>
        </p:nvSpPr>
        <p:spPr>
          <a:xfrm>
            <a:off x="195870" y="1053977"/>
            <a:ext cx="5198933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We propose </a:t>
            </a:r>
            <a:r>
              <a:rPr lang="en-US" sz="1600" b="1" dirty="0"/>
              <a:t>AQUASHIELD</a:t>
            </a:r>
            <a:r>
              <a:rPr lang="en-US" sz="1400" b="1" dirty="0"/>
              <a:t>: </a:t>
            </a:r>
            <a:r>
              <a:rPr lang="en-US" sz="1400" b="1" u="sng" dirty="0"/>
              <a:t>Smart Health Surveillance &amp; Early Warning System </a:t>
            </a:r>
            <a:r>
              <a:rPr lang="en-US" sz="1400" b="1" dirty="0"/>
              <a:t>that integrates AI/ML, IoT, and mobile technology to detect, monitor, and help prevent water-borne disease outbreaks in vulnerable communities.</a:t>
            </a:r>
            <a:endParaRPr lang="en-IN" sz="1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4608F9-8A8B-49B1-6237-6BCAECA46666}"/>
              </a:ext>
            </a:extLst>
          </p:cNvPr>
          <p:cNvSpPr txBox="1"/>
          <p:nvPr/>
        </p:nvSpPr>
        <p:spPr>
          <a:xfrm>
            <a:off x="104275" y="796159"/>
            <a:ext cx="57316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Detailed Explanation of the Proposed Solution :</a:t>
            </a:r>
            <a:endParaRPr lang="en-IN" b="1" dirty="0">
              <a:latin typeface="Artifakt Element Black" panose="020B0A03050000020004" pitchFamily="34" charset="0"/>
              <a:ea typeface="Artifakt Element Black" panose="020B0A030500000200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95C49EE-C51A-7421-EF15-7F53D6FD7CFF}"/>
              </a:ext>
            </a:extLst>
          </p:cNvPr>
          <p:cNvSpPr/>
          <p:nvPr/>
        </p:nvSpPr>
        <p:spPr>
          <a:xfrm>
            <a:off x="5835944" y="1131521"/>
            <a:ext cx="6214542" cy="112286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Delays reduced</a:t>
            </a:r>
            <a:r>
              <a:rPr lang="en-US" sz="1200" dirty="0"/>
              <a:t>: Early outbreak prediction helps deploy medical teams faster.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Accessibility improved</a:t>
            </a:r>
            <a:r>
              <a:rPr lang="en-US" sz="1200" dirty="0"/>
              <a:t>: Tribal language support + offline mode.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Prevention enabled</a:t>
            </a:r>
            <a:r>
              <a:rPr lang="en-US" sz="1200" dirty="0"/>
              <a:t>: Community awareness campaigns prevent disease spread.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Integration achieved</a:t>
            </a:r>
            <a:r>
              <a:rPr lang="en-US" sz="1200" dirty="0"/>
              <a:t>: Combines health data, water monitoring, and AI predictions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09847C-D536-9C0F-F0D5-60BAE0241B2D}"/>
              </a:ext>
            </a:extLst>
          </p:cNvPr>
          <p:cNvSpPr txBox="1"/>
          <p:nvPr/>
        </p:nvSpPr>
        <p:spPr>
          <a:xfrm>
            <a:off x="5984105" y="762638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How It Addresses the Problem </a:t>
            </a:r>
            <a:r>
              <a:rPr lang="en-US" b="1" dirty="0">
                <a:latin typeface="Berlin Sans FB Demi" panose="020E0802020502020306" pitchFamily="34" charset="0"/>
              </a:rPr>
              <a:t>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3DEEFB-3315-F7A8-0241-B3E7E0FDA054}"/>
              </a:ext>
            </a:extLst>
          </p:cNvPr>
          <p:cNvSpPr txBox="1"/>
          <p:nvPr/>
        </p:nvSpPr>
        <p:spPr>
          <a:xfrm>
            <a:off x="5787450" y="2418744"/>
            <a:ext cx="6099048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Innovation &amp; Uniqueness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b="1" dirty="0"/>
              <a:t>Integrated approach</a:t>
            </a:r>
            <a:r>
              <a:rPr lang="en-IN" sz="1200" dirty="0"/>
              <a:t>: Combines health data + water quality + AI prediction.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b="1" dirty="0"/>
              <a:t>Community-driven model</a:t>
            </a:r>
            <a:r>
              <a:rPr lang="en-IN" sz="1200" dirty="0"/>
              <a:t>: Leverages ASHA workers &amp; local volunteers.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b="1" dirty="0"/>
              <a:t>Multilingual offline mobile app</a:t>
            </a:r>
            <a:r>
              <a:rPr lang="en-IN" sz="1200" dirty="0"/>
              <a:t> designed for rural/tribal areas.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b="1" dirty="0"/>
              <a:t>Low-cost sensor + manual kit integration</a:t>
            </a:r>
            <a:r>
              <a:rPr lang="en-IN" sz="1200" dirty="0"/>
              <a:t> for scalable deployment.</a:t>
            </a:r>
          </a:p>
          <a:p>
            <a:endParaRPr lang="en-IN" sz="1200" dirty="0"/>
          </a:p>
          <a:p>
            <a:pPr>
              <a:buFont typeface="Arial" panose="020B0604020202020204" pitchFamily="34" charset="0"/>
              <a:buChar char="•"/>
            </a:pPr>
            <a:endParaRPr lang="en-IN" sz="1200" dirty="0"/>
          </a:p>
          <a:p>
            <a:pPr>
              <a:buNone/>
            </a:pPr>
            <a:endParaRPr lang="en-US" sz="1600" b="1" dirty="0">
              <a:latin typeface="Artifakt Element Heavy" panose="020B0B03050000020004" pitchFamily="34" charset="0"/>
              <a:ea typeface="Artifakt Element Heavy" panose="020B0B030500000200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41BA846-4A9D-0DD2-0F9D-478D292809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8972" y="3570135"/>
            <a:ext cx="6211167" cy="306254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27C6329-928C-A8F9-36A6-65E59BB1E598}"/>
              </a:ext>
            </a:extLst>
          </p:cNvPr>
          <p:cNvSpPr txBox="1"/>
          <p:nvPr/>
        </p:nvSpPr>
        <p:spPr>
          <a:xfrm>
            <a:off x="2161961" y="-70945"/>
            <a:ext cx="885562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lgerian" panose="04020705040A02060702" pitchFamily="82" charset="0"/>
              </a:rPr>
              <a:t>                                         </a:t>
            </a:r>
            <a:r>
              <a:rPr lang="en-US" sz="3200" b="1" dirty="0">
                <a:latin typeface="Algerian" panose="04020705040A02060702" pitchFamily="82" charset="0"/>
              </a:rPr>
              <a:t>AQUASHIELD</a:t>
            </a:r>
          </a:p>
          <a:p>
            <a:r>
              <a:rPr lang="en-US" sz="2000" b="1" dirty="0">
                <a:latin typeface="Algerian" panose="04020705040A02060702" pitchFamily="82" charset="0"/>
              </a:rPr>
              <a:t> </a:t>
            </a:r>
            <a:r>
              <a:rPr lang="en-US" sz="2000" b="1" u="sng" dirty="0">
                <a:latin typeface="Algerian" panose="04020705040A02060702" pitchFamily="82" charset="0"/>
              </a:rPr>
              <a:t>Smart Health MONITORING &amp; Early Warning System </a:t>
            </a:r>
            <a:endParaRPr lang="en-IN" sz="2000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191164"/>
            <a:ext cx="10972800" cy="956709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9274" y="13625"/>
            <a:ext cx="1641212" cy="834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A30F367D-8C23-BCBA-783D-0FE189B2ED5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9850" y="66544"/>
            <a:ext cx="2092111" cy="592127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FEATURE</a:t>
            </a:r>
          </a:p>
          <a:p>
            <a:r>
              <a:rPr lang="en-IN" dirty="0"/>
              <a:t>FABRICATORS</a:t>
            </a:r>
          </a:p>
        </p:txBody>
      </p:sp>
      <p:pic>
        <p:nvPicPr>
          <p:cNvPr id="1030" name="Picture 6" descr="Free User SVG, PNG Icon, Symbol. Download Image.">
            <a:extLst>
              <a:ext uri="{FF2B5EF4-FFF2-40B4-BE49-F238E27FC236}">
                <a16:creationId xmlns:a16="http://schemas.microsoft.com/office/drawing/2014/main" id="{C334C844-C9BA-B42B-F7D0-3994F22C3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421" y="10605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D1A2656C-5A69-4F75-364E-EAE31525A27D}"/>
              </a:ext>
            </a:extLst>
          </p:cNvPr>
          <p:cNvGrpSpPr/>
          <p:nvPr/>
        </p:nvGrpSpPr>
        <p:grpSpPr>
          <a:xfrm>
            <a:off x="418734" y="1186744"/>
            <a:ext cx="427878" cy="382144"/>
            <a:chOff x="247397" y="1143016"/>
            <a:chExt cx="496497" cy="467359"/>
          </a:xfrm>
        </p:grpSpPr>
        <p:pic>
          <p:nvPicPr>
            <p:cNvPr id="1026" name="Picture 2" descr="User profile - Free computer icons">
              <a:extLst>
                <a:ext uri="{FF2B5EF4-FFF2-40B4-BE49-F238E27FC236}">
                  <a16:creationId xmlns:a16="http://schemas.microsoft.com/office/drawing/2014/main" id="{16AC06AE-012E-F5FC-1EFE-7EFEA0053E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0984" y="1143016"/>
              <a:ext cx="329324" cy="3293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3F00210-3C88-C229-8AB2-EE462968D206}"/>
                </a:ext>
              </a:extLst>
            </p:cNvPr>
            <p:cNvSpPr txBox="1"/>
            <p:nvPr/>
          </p:nvSpPr>
          <p:spPr>
            <a:xfrm>
              <a:off x="247397" y="1410320"/>
              <a:ext cx="4964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700" b="1" dirty="0"/>
                <a:t>Admin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C7C798C-0FE8-F4DA-218D-08D530BEAEB9}"/>
              </a:ext>
            </a:extLst>
          </p:cNvPr>
          <p:cNvGrpSpPr/>
          <p:nvPr/>
        </p:nvGrpSpPr>
        <p:grpSpPr>
          <a:xfrm>
            <a:off x="1376010" y="1185758"/>
            <a:ext cx="829544" cy="467359"/>
            <a:chOff x="743894" y="1143016"/>
            <a:chExt cx="829544" cy="467359"/>
          </a:xfrm>
        </p:grpSpPr>
        <p:pic>
          <p:nvPicPr>
            <p:cNvPr id="15" name="Picture 4" descr="User Icon Vector Art, Icons, and Graphics for Free Download">
              <a:extLst>
                <a:ext uri="{FF2B5EF4-FFF2-40B4-BE49-F238E27FC236}">
                  <a16:creationId xmlns:a16="http://schemas.microsoft.com/office/drawing/2014/main" id="{C6E9523A-018D-73AE-8580-2D8DF35C6E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9484" y="1143016"/>
              <a:ext cx="329324" cy="3293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3D339FD-FBFC-8370-0DEE-9122C2263898}"/>
                </a:ext>
              </a:extLst>
            </p:cNvPr>
            <p:cNvSpPr txBox="1"/>
            <p:nvPr/>
          </p:nvSpPr>
          <p:spPr>
            <a:xfrm>
              <a:off x="743894" y="1410320"/>
              <a:ext cx="82954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700" b="1" dirty="0"/>
                <a:t>Health official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E90172D-681F-365D-56AC-68B1B0717D1B}"/>
              </a:ext>
            </a:extLst>
          </p:cNvPr>
          <p:cNvGrpSpPr/>
          <p:nvPr/>
        </p:nvGrpSpPr>
        <p:grpSpPr>
          <a:xfrm>
            <a:off x="2476352" y="1141479"/>
            <a:ext cx="829544" cy="523239"/>
            <a:chOff x="1401981" y="1143016"/>
            <a:chExt cx="829544" cy="523239"/>
          </a:xfrm>
        </p:grpSpPr>
        <p:pic>
          <p:nvPicPr>
            <p:cNvPr id="1038" name="Picture 14" descr="കോവിഡ്; അറിയാമോ ആശാ വർക്കർമാർ ചെയ്യുന്ന ഈ നിശ്ശബ്ദ സേവനം?">
              <a:extLst>
                <a:ext uri="{FF2B5EF4-FFF2-40B4-BE49-F238E27FC236}">
                  <a16:creationId xmlns:a16="http://schemas.microsoft.com/office/drawing/2014/main" id="{8FD3BA53-8C1E-E767-FEC4-0D24B99C601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7500" b="94773" l="9941" r="89941">
                          <a14:foregroundMark x1="48047" y1="7500" x2="48047" y2="7500"/>
                          <a14:foregroundMark x1="50414" y1="51818" x2="50414" y2="51818"/>
                          <a14:foregroundMark x1="45562" y1="44545" x2="45562" y2="44545"/>
                          <a14:foregroundMark x1="56450" y1="50000" x2="56450" y2="50000"/>
                          <a14:foregroundMark x1="44970" y1="45455" x2="44970" y2="45455"/>
                          <a14:foregroundMark x1="59882" y1="54318" x2="59882" y2="54318"/>
                          <a14:foregroundMark x1="58343" y1="46136" x2="58343" y2="46136"/>
                          <a14:foregroundMark x1="59053" y1="48182" x2="59053" y2="48182"/>
                          <a14:foregroundMark x1="51243" y1="61136" x2="51243" y2="61136"/>
                          <a14:foregroundMark x1="59290" y1="47500" x2="59290" y2="47500"/>
                          <a14:foregroundMark x1="59527" y1="48636" x2="59527" y2="48636"/>
                          <a14:foregroundMark x1="43669" y1="48182" x2="43669" y2="48182"/>
                          <a14:foregroundMark x1="41420" y1="45909" x2="41420" y2="45909"/>
                          <a14:foregroundMark x1="39290" y1="46364" x2="39290" y2="46364"/>
                          <a14:foregroundMark x1="39882" y1="46136" x2="39882" y2="46136"/>
                          <a14:foregroundMark x1="40947" y1="46136" x2="40947" y2="46136"/>
                          <a14:foregroundMark x1="40355" y1="47273" x2="40355" y2="47273"/>
                          <a14:foregroundMark x1="41420" y1="50000" x2="41420" y2="50000"/>
                          <a14:foregroundMark x1="41657" y1="52500" x2="41657" y2="52500"/>
                          <a14:foregroundMark x1="41775" y1="54545" x2="41775" y2="54545"/>
                          <a14:foregroundMark x1="42485" y1="57273" x2="44615" y2="60000"/>
                          <a14:foregroundMark x1="46036" y1="57273" x2="46627" y2="52273"/>
                          <a14:foregroundMark x1="38817" y1="55000" x2="38580" y2="51364"/>
                          <a14:foregroundMark x1="49349" y1="78864" x2="40000" y2="94773"/>
                          <a14:foregroundMark x1="40000" y1="94773" x2="46272" y2="85682"/>
                          <a14:foregroundMark x1="46272" y1="85682" x2="46509" y2="85682"/>
                          <a14:foregroundMark x1="55976" y1="67727" x2="57278" y2="700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017" t="2034" r="32638" b="26055"/>
            <a:stretch>
              <a:fillRect/>
            </a:stretch>
          </p:blipFill>
          <p:spPr bwMode="auto">
            <a:xfrm>
              <a:off x="1571044" y="1143016"/>
              <a:ext cx="329324" cy="3392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C3AFDD7-D8B9-6E5C-F194-D9DFB295E611}"/>
                </a:ext>
              </a:extLst>
            </p:cNvPr>
            <p:cNvSpPr txBox="1"/>
            <p:nvPr/>
          </p:nvSpPr>
          <p:spPr>
            <a:xfrm>
              <a:off x="1401981" y="1466200"/>
              <a:ext cx="82954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700" b="1" dirty="0"/>
                <a:t>Asha Workers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CD97B6E-D69B-2D67-668C-42023B6BAAA4}"/>
              </a:ext>
            </a:extLst>
          </p:cNvPr>
          <p:cNvGrpSpPr/>
          <p:nvPr/>
        </p:nvGrpSpPr>
        <p:grpSpPr>
          <a:xfrm>
            <a:off x="3555798" y="1080232"/>
            <a:ext cx="1215461" cy="594417"/>
            <a:chOff x="2012638" y="1143016"/>
            <a:chExt cx="1215461" cy="594417"/>
          </a:xfrm>
        </p:grpSpPr>
        <p:pic>
          <p:nvPicPr>
            <p:cNvPr id="1040" name="Picture 16" descr="Volunteer Icon SVG Vector &amp; PNG Free Download | UXWing">
              <a:extLst>
                <a:ext uri="{FF2B5EF4-FFF2-40B4-BE49-F238E27FC236}">
                  <a16:creationId xmlns:a16="http://schemas.microsoft.com/office/drawing/2014/main" id="{349711CF-8F99-D80B-D714-EB1239CCFB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9544" y="1143016"/>
              <a:ext cx="304800" cy="3229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AAA4BD9-3E4B-94CC-24C1-95F8ACF9FB60}"/>
                </a:ext>
              </a:extLst>
            </p:cNvPr>
            <p:cNvSpPr txBox="1"/>
            <p:nvPr/>
          </p:nvSpPr>
          <p:spPr>
            <a:xfrm>
              <a:off x="2012638" y="1460434"/>
              <a:ext cx="12154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600" b="1" dirty="0"/>
                <a:t>&gt; Volunteer</a:t>
              </a:r>
            </a:p>
            <a:p>
              <a:r>
                <a:rPr lang="en-IN" sz="600" b="1" dirty="0"/>
                <a:t>&gt; Community member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F199C48-19BE-DE08-9B9B-BDA310B54FB5}"/>
              </a:ext>
            </a:extLst>
          </p:cNvPr>
          <p:cNvGrpSpPr/>
          <p:nvPr/>
        </p:nvGrpSpPr>
        <p:grpSpPr>
          <a:xfrm>
            <a:off x="4825338" y="1169659"/>
            <a:ext cx="496497" cy="483458"/>
            <a:chOff x="3677849" y="1098869"/>
            <a:chExt cx="496497" cy="483458"/>
          </a:xfrm>
        </p:grpSpPr>
        <p:pic>
          <p:nvPicPr>
            <p:cNvPr id="1036" name="Picture 12" descr="Young User Icon transparent PNG - StickPNG">
              <a:extLst>
                <a:ext uri="{FF2B5EF4-FFF2-40B4-BE49-F238E27FC236}">
                  <a16:creationId xmlns:a16="http://schemas.microsoft.com/office/drawing/2014/main" id="{14CAF14E-89A5-9F61-69DF-D0A661C530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77849" y="1098869"/>
              <a:ext cx="327383" cy="3145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525ABAE-56D1-6573-D34E-A1CA2BE224E0}"/>
                </a:ext>
              </a:extLst>
            </p:cNvPr>
            <p:cNvSpPr txBox="1"/>
            <p:nvPr/>
          </p:nvSpPr>
          <p:spPr>
            <a:xfrm>
              <a:off x="3677849" y="1382272"/>
              <a:ext cx="4964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700" b="1" dirty="0"/>
                <a:t>User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D7E1AC03-73D4-2120-B95A-ADEB03BDBB29}"/>
              </a:ext>
            </a:extLst>
          </p:cNvPr>
          <p:cNvSpPr/>
          <p:nvPr/>
        </p:nvSpPr>
        <p:spPr>
          <a:xfrm>
            <a:off x="37235" y="1620795"/>
            <a:ext cx="1157514" cy="3684064"/>
          </a:xfrm>
          <a:prstGeom prst="rect">
            <a:avLst/>
          </a:prstGeom>
          <a:noFill/>
          <a:ln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6ED3F37-25F7-4DBC-ED1E-E3C944FB1B63}"/>
              </a:ext>
            </a:extLst>
          </p:cNvPr>
          <p:cNvSpPr/>
          <p:nvPr/>
        </p:nvSpPr>
        <p:spPr>
          <a:xfrm>
            <a:off x="1198589" y="1612674"/>
            <a:ext cx="1125421" cy="3684064"/>
          </a:xfrm>
          <a:prstGeom prst="rect">
            <a:avLst/>
          </a:prstGeom>
          <a:noFill/>
          <a:ln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6C6AAEF-54C5-FB9D-7B3C-8375D04D55F5}"/>
              </a:ext>
            </a:extLst>
          </p:cNvPr>
          <p:cNvSpPr/>
          <p:nvPr/>
        </p:nvSpPr>
        <p:spPr>
          <a:xfrm>
            <a:off x="2320978" y="1618079"/>
            <a:ext cx="1134177" cy="3684064"/>
          </a:xfrm>
          <a:prstGeom prst="rect">
            <a:avLst/>
          </a:prstGeom>
          <a:noFill/>
          <a:ln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6884A97-886A-484B-C4CA-76DE8CDA5043}"/>
              </a:ext>
            </a:extLst>
          </p:cNvPr>
          <p:cNvSpPr/>
          <p:nvPr/>
        </p:nvSpPr>
        <p:spPr>
          <a:xfrm>
            <a:off x="3548493" y="1617022"/>
            <a:ext cx="1107357" cy="3684064"/>
          </a:xfrm>
          <a:prstGeom prst="rect">
            <a:avLst/>
          </a:prstGeom>
          <a:noFill/>
          <a:ln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D6DBC1C-4453-C963-0FA0-C393BE90D46A}"/>
              </a:ext>
            </a:extLst>
          </p:cNvPr>
          <p:cNvSpPr/>
          <p:nvPr/>
        </p:nvSpPr>
        <p:spPr>
          <a:xfrm>
            <a:off x="4657115" y="1613867"/>
            <a:ext cx="1082821" cy="3684064"/>
          </a:xfrm>
          <a:prstGeom prst="rect">
            <a:avLst/>
          </a:prstGeom>
          <a:noFill/>
          <a:ln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8FCC607-E541-A14D-E1A7-526510441908}"/>
              </a:ext>
            </a:extLst>
          </p:cNvPr>
          <p:cNvSpPr/>
          <p:nvPr/>
        </p:nvSpPr>
        <p:spPr>
          <a:xfrm>
            <a:off x="2050231" y="620254"/>
            <a:ext cx="934319" cy="23901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FA8BA58-0D80-40E4-F18C-395E604497CD}"/>
              </a:ext>
            </a:extLst>
          </p:cNvPr>
          <p:cNvSpPr txBox="1"/>
          <p:nvPr/>
        </p:nvSpPr>
        <p:spPr>
          <a:xfrm>
            <a:off x="2081678" y="624347"/>
            <a:ext cx="10462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dirty="0"/>
              <a:t>Login/</a:t>
            </a:r>
            <a:r>
              <a:rPr lang="en-IN" sz="900" b="1" dirty="0" err="1"/>
              <a:t>SignUp</a:t>
            </a:r>
            <a:endParaRPr lang="en-IN" sz="900" b="1" dirty="0"/>
          </a:p>
        </p:txBody>
      </p: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41D56DC3-DA07-4447-635B-A15A6D3B9760}"/>
              </a:ext>
            </a:extLst>
          </p:cNvPr>
          <p:cNvCxnSpPr>
            <a:cxnSpLocks/>
            <a:stCxn id="33" idx="2"/>
            <a:endCxn id="1026" idx="0"/>
          </p:cNvCxnSpPr>
          <p:nvPr/>
        </p:nvCxnSpPr>
        <p:spPr>
          <a:xfrm rot="5400000">
            <a:off x="1411298" y="80650"/>
            <a:ext cx="327471" cy="1884717"/>
          </a:xfrm>
          <a:prstGeom prst="curvedConnector3">
            <a:avLst>
              <a:gd name="adj1" fmla="val 4786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8E91B342-F3F5-2CFB-367F-743489408F84}"/>
              </a:ext>
            </a:extLst>
          </p:cNvPr>
          <p:cNvCxnSpPr>
            <a:cxnSpLocks/>
            <a:stCxn id="33" idx="2"/>
            <a:endCxn id="15" idx="0"/>
          </p:cNvCxnSpPr>
          <p:nvPr/>
        </p:nvCxnSpPr>
        <p:spPr>
          <a:xfrm rot="5400000">
            <a:off x="1963585" y="631951"/>
            <a:ext cx="326485" cy="781129"/>
          </a:xfrm>
          <a:prstGeom prst="curvedConnector3">
            <a:avLst>
              <a:gd name="adj1" fmla="val 74681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id="{4CCA71F2-C44E-1B9A-3C6E-B222E4780E9E}"/>
              </a:ext>
            </a:extLst>
          </p:cNvPr>
          <p:cNvCxnSpPr>
            <a:cxnSpLocks/>
            <a:stCxn id="33" idx="2"/>
            <a:endCxn id="1038" idx="0"/>
          </p:cNvCxnSpPr>
          <p:nvPr/>
        </p:nvCxnSpPr>
        <p:spPr>
          <a:xfrm rot="16200000" flipH="1">
            <a:off x="2522631" y="854033"/>
            <a:ext cx="282206" cy="292686"/>
          </a:xfrm>
          <a:prstGeom prst="curvedConnector3">
            <a:avLst>
              <a:gd name="adj1" fmla="val 81036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nector: Curved 48">
            <a:extLst>
              <a:ext uri="{FF2B5EF4-FFF2-40B4-BE49-F238E27FC236}">
                <a16:creationId xmlns:a16="http://schemas.microsoft.com/office/drawing/2014/main" id="{BE5EAB9E-4C3C-C686-607D-105F6D676B33}"/>
              </a:ext>
            </a:extLst>
          </p:cNvPr>
          <p:cNvCxnSpPr>
            <a:cxnSpLocks/>
            <a:stCxn id="33" idx="2"/>
            <a:endCxn id="1040" idx="0"/>
          </p:cNvCxnSpPr>
          <p:nvPr/>
        </p:nvCxnSpPr>
        <p:spPr>
          <a:xfrm rot="16200000" flipH="1">
            <a:off x="3085768" y="290895"/>
            <a:ext cx="220959" cy="1357713"/>
          </a:xfrm>
          <a:prstGeom prst="curvedConnector3">
            <a:avLst>
              <a:gd name="adj1" fmla="val 102324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ctor: Curved 51">
            <a:extLst>
              <a:ext uri="{FF2B5EF4-FFF2-40B4-BE49-F238E27FC236}">
                <a16:creationId xmlns:a16="http://schemas.microsoft.com/office/drawing/2014/main" id="{2BB97BBB-9383-05C4-519A-D00FAD7EB62C}"/>
              </a:ext>
            </a:extLst>
          </p:cNvPr>
          <p:cNvCxnSpPr>
            <a:cxnSpLocks/>
            <a:stCxn id="33" idx="2"/>
            <a:endCxn id="1036" idx="0"/>
          </p:cNvCxnSpPr>
          <p:nvPr/>
        </p:nvCxnSpPr>
        <p:spPr>
          <a:xfrm rot="16200000" flipH="1">
            <a:off x="3598017" y="-221354"/>
            <a:ext cx="310386" cy="2471639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62C6A2BF-8126-C2A3-5B94-076BF718C259}"/>
              </a:ext>
            </a:extLst>
          </p:cNvPr>
          <p:cNvCxnSpPr>
            <a:cxnSpLocks/>
            <a:stCxn id="1030" idx="2"/>
            <a:endCxn id="34" idx="0"/>
          </p:cNvCxnSpPr>
          <p:nvPr/>
        </p:nvCxnSpPr>
        <p:spPr>
          <a:xfrm rot="5400000">
            <a:off x="2498073" y="517599"/>
            <a:ext cx="213496" cy="12700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54B342CE-D176-92AF-4071-61730960EB0A}"/>
              </a:ext>
            </a:extLst>
          </p:cNvPr>
          <p:cNvGrpSpPr/>
          <p:nvPr/>
        </p:nvGrpSpPr>
        <p:grpSpPr>
          <a:xfrm>
            <a:off x="5902821" y="1762417"/>
            <a:ext cx="1416968" cy="1171752"/>
            <a:chOff x="6553672" y="1715254"/>
            <a:chExt cx="1416968" cy="1171752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D1D54D6-E7F7-091B-01C4-3F0219990E56}"/>
                </a:ext>
              </a:extLst>
            </p:cNvPr>
            <p:cNvGrpSpPr/>
            <p:nvPr/>
          </p:nvGrpSpPr>
          <p:grpSpPr>
            <a:xfrm>
              <a:off x="6611560" y="2473058"/>
              <a:ext cx="1040669" cy="339284"/>
              <a:chOff x="1543455" y="1252307"/>
              <a:chExt cx="1040669" cy="339284"/>
            </a:xfrm>
          </p:grpSpPr>
          <p:pic>
            <p:nvPicPr>
              <p:cNvPr id="20" name="Picture 14" descr="കോവിഡ്; അറിയാമോ ആശാ വർക്കർമാർ ചെയ്യുന്ന ഈ നിശ്ശബ്ദ സേവനം?">
                <a:extLst>
                  <a:ext uri="{FF2B5EF4-FFF2-40B4-BE49-F238E27FC236}">
                    <a16:creationId xmlns:a16="http://schemas.microsoft.com/office/drawing/2014/main" id="{EB469F61-B2D7-A6B7-8852-C2D5B682A6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7500" b="94773" l="9941" r="89941">
                            <a14:foregroundMark x1="48047" y1="7500" x2="48047" y2="7500"/>
                            <a14:foregroundMark x1="50414" y1="51818" x2="50414" y2="51818"/>
                            <a14:foregroundMark x1="45562" y1="44545" x2="45562" y2="44545"/>
                            <a14:foregroundMark x1="56450" y1="50000" x2="56450" y2="50000"/>
                            <a14:foregroundMark x1="44970" y1="45455" x2="44970" y2="45455"/>
                            <a14:foregroundMark x1="59882" y1="54318" x2="59882" y2="54318"/>
                            <a14:foregroundMark x1="58343" y1="46136" x2="58343" y2="46136"/>
                            <a14:foregroundMark x1="59053" y1="48182" x2="59053" y2="48182"/>
                            <a14:foregroundMark x1="51243" y1="61136" x2="51243" y2="61136"/>
                            <a14:foregroundMark x1="59290" y1="47500" x2="59290" y2="47500"/>
                            <a14:foregroundMark x1="59527" y1="48636" x2="59527" y2="48636"/>
                            <a14:foregroundMark x1="43669" y1="48182" x2="43669" y2="48182"/>
                            <a14:foregroundMark x1="41420" y1="45909" x2="41420" y2="45909"/>
                            <a14:foregroundMark x1="39290" y1="46364" x2="39290" y2="46364"/>
                            <a14:foregroundMark x1="39882" y1="46136" x2="39882" y2="46136"/>
                            <a14:foregroundMark x1="40947" y1="46136" x2="40947" y2="46136"/>
                            <a14:foregroundMark x1="40355" y1="47273" x2="40355" y2="47273"/>
                            <a14:foregroundMark x1="41420" y1="50000" x2="41420" y2="50000"/>
                            <a14:foregroundMark x1="41657" y1="52500" x2="41657" y2="52500"/>
                            <a14:foregroundMark x1="41775" y1="54545" x2="41775" y2="54545"/>
                            <a14:foregroundMark x1="42485" y1="57273" x2="44615" y2="60000"/>
                            <a14:foregroundMark x1="46036" y1="57273" x2="46627" y2="52273"/>
                            <a14:foregroundMark x1="38817" y1="55000" x2="38580" y2="51364"/>
                            <a14:foregroundMark x1="49349" y1="78864" x2="40000" y2="94773"/>
                            <a14:foregroundMark x1="40000" y1="94773" x2="46272" y2="85682"/>
                            <a14:foregroundMark x1="46272" y1="85682" x2="46509" y2="85682"/>
                            <a14:foregroundMark x1="55976" y1="67727" x2="57278" y2="70000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017" t="2034" r="32638" b="26055"/>
              <a:stretch>
                <a:fillRect/>
              </a:stretch>
            </p:blipFill>
            <p:spPr bwMode="auto">
              <a:xfrm>
                <a:off x="1543455" y="1252307"/>
                <a:ext cx="329324" cy="3392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107F1C9-47D9-398E-1C38-2E68F1309482}"/>
                  </a:ext>
                </a:extLst>
              </p:cNvPr>
              <p:cNvSpPr txBox="1"/>
              <p:nvPr/>
            </p:nvSpPr>
            <p:spPr>
              <a:xfrm>
                <a:off x="1754580" y="1296303"/>
                <a:ext cx="82954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700" b="1" dirty="0"/>
                  <a:t>Asha Workers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29A38206-F8DE-0F42-574D-F5FC8D152821}"/>
                </a:ext>
              </a:extLst>
            </p:cNvPr>
            <p:cNvGrpSpPr/>
            <p:nvPr/>
          </p:nvGrpSpPr>
          <p:grpSpPr>
            <a:xfrm>
              <a:off x="6755179" y="2012107"/>
              <a:ext cx="1215461" cy="449455"/>
              <a:chOff x="1921986" y="1286239"/>
              <a:chExt cx="1215461" cy="449455"/>
            </a:xfrm>
          </p:grpSpPr>
          <p:pic>
            <p:nvPicPr>
              <p:cNvPr id="62" name="Picture 16" descr="Volunteer Icon SVG Vector &amp; PNG Free Download | UXWing">
                <a:extLst>
                  <a:ext uri="{FF2B5EF4-FFF2-40B4-BE49-F238E27FC236}">
                    <a16:creationId xmlns:a16="http://schemas.microsoft.com/office/drawing/2014/main" id="{3006DDFF-D5A3-8AC0-1836-DD80C64159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14555" y="1286239"/>
                <a:ext cx="304800" cy="3229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46DB541-84A4-18F6-324C-593ED2565E7F}"/>
                  </a:ext>
                </a:extLst>
              </p:cNvPr>
              <p:cNvSpPr txBox="1"/>
              <p:nvPr/>
            </p:nvSpPr>
            <p:spPr>
              <a:xfrm>
                <a:off x="1921986" y="1458695"/>
                <a:ext cx="121546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600" b="1" dirty="0"/>
                  <a:t>&gt; Volunteer</a:t>
                </a:r>
              </a:p>
              <a:p>
                <a:r>
                  <a:rPr lang="en-IN" sz="600" b="1" dirty="0"/>
                  <a:t>&gt; Community member</a:t>
                </a:r>
              </a:p>
            </p:txBody>
          </p:sp>
        </p:grpSp>
        <p:grpSp>
          <p:nvGrpSpPr>
            <p:cNvPr id="1024" name="Group 1023">
              <a:extLst>
                <a:ext uri="{FF2B5EF4-FFF2-40B4-BE49-F238E27FC236}">
                  <a16:creationId xmlns:a16="http://schemas.microsoft.com/office/drawing/2014/main" id="{7F35B472-D4D3-FBAA-AC1C-F471383D9894}"/>
                </a:ext>
              </a:extLst>
            </p:cNvPr>
            <p:cNvGrpSpPr/>
            <p:nvPr/>
          </p:nvGrpSpPr>
          <p:grpSpPr>
            <a:xfrm>
              <a:off x="6682140" y="1765848"/>
              <a:ext cx="496497" cy="483458"/>
              <a:chOff x="3677849" y="1098869"/>
              <a:chExt cx="496497" cy="483458"/>
            </a:xfrm>
          </p:grpSpPr>
          <p:pic>
            <p:nvPicPr>
              <p:cNvPr id="1025" name="Picture 12" descr="Young User Icon transparent PNG - StickPNG">
                <a:extLst>
                  <a:ext uri="{FF2B5EF4-FFF2-40B4-BE49-F238E27FC236}">
                    <a16:creationId xmlns:a16="http://schemas.microsoft.com/office/drawing/2014/main" id="{792CE2D4-88D7-73F2-E16C-C9179593BE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77849" y="1098869"/>
                <a:ext cx="327383" cy="3145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27" name="TextBox 1026">
                <a:extLst>
                  <a:ext uri="{FF2B5EF4-FFF2-40B4-BE49-F238E27FC236}">
                    <a16:creationId xmlns:a16="http://schemas.microsoft.com/office/drawing/2014/main" id="{96CC2D4F-38B6-5907-99B5-982326F9114A}"/>
                  </a:ext>
                </a:extLst>
              </p:cNvPr>
              <p:cNvSpPr txBox="1"/>
              <p:nvPr/>
            </p:nvSpPr>
            <p:spPr>
              <a:xfrm>
                <a:off x="3677849" y="1382272"/>
                <a:ext cx="496497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700" b="1" dirty="0"/>
                  <a:t>User</a:t>
                </a:r>
              </a:p>
            </p:txBody>
          </p:sp>
        </p:grpSp>
        <p:sp>
          <p:nvSpPr>
            <p:cNvPr id="1029" name="Rectangle: Rounded Corners 1028">
              <a:extLst>
                <a:ext uri="{FF2B5EF4-FFF2-40B4-BE49-F238E27FC236}">
                  <a16:creationId xmlns:a16="http://schemas.microsoft.com/office/drawing/2014/main" id="{D4CC770E-5EAB-2E81-95DB-C085C6DEEB45}"/>
                </a:ext>
              </a:extLst>
            </p:cNvPr>
            <p:cNvSpPr/>
            <p:nvPr/>
          </p:nvSpPr>
          <p:spPr>
            <a:xfrm>
              <a:off x="6553672" y="1715254"/>
              <a:ext cx="1040669" cy="1171752"/>
            </a:xfrm>
            <a:prstGeom prst="round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AEA36117-3723-C542-FBDC-0A9538EBBA29}"/>
              </a:ext>
            </a:extLst>
          </p:cNvPr>
          <p:cNvGrpSpPr/>
          <p:nvPr/>
        </p:nvGrpSpPr>
        <p:grpSpPr>
          <a:xfrm>
            <a:off x="5902820" y="1158606"/>
            <a:ext cx="1242456" cy="510784"/>
            <a:chOff x="6765725" y="1016395"/>
            <a:chExt cx="1242456" cy="51078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16A6494-8C14-6983-7A4D-63D115E31247}"/>
                </a:ext>
              </a:extLst>
            </p:cNvPr>
            <p:cNvGrpSpPr/>
            <p:nvPr/>
          </p:nvGrpSpPr>
          <p:grpSpPr>
            <a:xfrm>
              <a:off x="7178637" y="1016395"/>
              <a:ext cx="829544" cy="467359"/>
              <a:chOff x="743894" y="1143016"/>
              <a:chExt cx="829544" cy="467359"/>
            </a:xfrm>
          </p:grpSpPr>
          <p:pic>
            <p:nvPicPr>
              <p:cNvPr id="1028" name="Picture 4" descr="User Icon Vector Art, Icons, and Graphics for Free Download">
                <a:extLst>
                  <a:ext uri="{FF2B5EF4-FFF2-40B4-BE49-F238E27FC236}">
                    <a16:creationId xmlns:a16="http://schemas.microsoft.com/office/drawing/2014/main" id="{C33FB191-2FEA-4268-4A2C-78EE4520020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39484" y="1143016"/>
                <a:ext cx="329324" cy="3293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236048B-FEB2-774B-EADE-0587A8554ED8}"/>
                  </a:ext>
                </a:extLst>
              </p:cNvPr>
              <p:cNvSpPr txBox="1"/>
              <p:nvPr/>
            </p:nvSpPr>
            <p:spPr>
              <a:xfrm>
                <a:off x="743894" y="1410320"/>
                <a:ext cx="82954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700" b="1" dirty="0"/>
                  <a:t>Health official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D242813-4E4A-D9FD-6C54-2363C8473DB9}"/>
                </a:ext>
              </a:extLst>
            </p:cNvPr>
            <p:cNvGrpSpPr/>
            <p:nvPr/>
          </p:nvGrpSpPr>
          <p:grpSpPr>
            <a:xfrm>
              <a:off x="6765726" y="1035621"/>
              <a:ext cx="496497" cy="467359"/>
              <a:chOff x="247397" y="1143016"/>
              <a:chExt cx="496497" cy="467359"/>
            </a:xfrm>
          </p:grpSpPr>
          <p:pic>
            <p:nvPicPr>
              <p:cNvPr id="11" name="Picture 2" descr="User profile - Free computer icons">
                <a:extLst>
                  <a:ext uri="{FF2B5EF4-FFF2-40B4-BE49-F238E27FC236}">
                    <a16:creationId xmlns:a16="http://schemas.microsoft.com/office/drawing/2014/main" id="{632BD2D7-41DF-0A9E-EF3F-DC57741158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0984" y="1143016"/>
                <a:ext cx="329324" cy="3293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F7043FB-695D-11BF-9FBD-90E8AB1EBC2F}"/>
                  </a:ext>
                </a:extLst>
              </p:cNvPr>
              <p:cNvSpPr txBox="1"/>
              <p:nvPr/>
            </p:nvSpPr>
            <p:spPr>
              <a:xfrm>
                <a:off x="247397" y="1410320"/>
                <a:ext cx="496497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700" b="1" dirty="0"/>
                  <a:t>Admin</a:t>
                </a:r>
              </a:p>
            </p:txBody>
          </p:sp>
        </p:grpSp>
        <p:sp>
          <p:nvSpPr>
            <p:cNvPr id="1031" name="Rectangle: Rounded Corners 1030">
              <a:extLst>
                <a:ext uri="{FF2B5EF4-FFF2-40B4-BE49-F238E27FC236}">
                  <a16:creationId xmlns:a16="http://schemas.microsoft.com/office/drawing/2014/main" id="{D4ADF205-9A9E-9A3F-FF20-7D85A65A8D66}"/>
                </a:ext>
              </a:extLst>
            </p:cNvPr>
            <p:cNvSpPr/>
            <p:nvPr/>
          </p:nvSpPr>
          <p:spPr>
            <a:xfrm>
              <a:off x="6765725" y="1016395"/>
              <a:ext cx="1048351" cy="510784"/>
            </a:xfrm>
            <a:prstGeom prst="round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037" name="Rectangle: Rounded Corners 1036">
            <a:extLst>
              <a:ext uri="{FF2B5EF4-FFF2-40B4-BE49-F238E27FC236}">
                <a16:creationId xmlns:a16="http://schemas.microsoft.com/office/drawing/2014/main" id="{B49CA345-BFB9-596B-75D5-5AD198382373}"/>
              </a:ext>
            </a:extLst>
          </p:cNvPr>
          <p:cNvSpPr/>
          <p:nvPr/>
        </p:nvSpPr>
        <p:spPr>
          <a:xfrm>
            <a:off x="7171306" y="1645191"/>
            <a:ext cx="829544" cy="1317453"/>
          </a:xfrm>
          <a:prstGeom prst="roundRect">
            <a:avLst>
              <a:gd name="adj" fmla="val 5032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43" name="Connector: Curved 1042">
            <a:extLst>
              <a:ext uri="{FF2B5EF4-FFF2-40B4-BE49-F238E27FC236}">
                <a16:creationId xmlns:a16="http://schemas.microsoft.com/office/drawing/2014/main" id="{A6CEE898-5E77-C157-CD7A-7A712A3C290F}"/>
              </a:ext>
            </a:extLst>
          </p:cNvPr>
          <p:cNvCxnSpPr>
            <a:cxnSpLocks/>
            <a:stCxn id="1037" idx="1"/>
            <a:endCxn id="1031" idx="3"/>
          </p:cNvCxnSpPr>
          <p:nvPr/>
        </p:nvCxnSpPr>
        <p:spPr>
          <a:xfrm rot="10800000">
            <a:off x="6951172" y="1413998"/>
            <a:ext cx="220135" cy="889920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6" name="Connector: Curved 1045">
            <a:extLst>
              <a:ext uri="{FF2B5EF4-FFF2-40B4-BE49-F238E27FC236}">
                <a16:creationId xmlns:a16="http://schemas.microsoft.com/office/drawing/2014/main" id="{261C9A6A-EC37-315A-9224-2BF675482801}"/>
              </a:ext>
            </a:extLst>
          </p:cNvPr>
          <p:cNvCxnSpPr>
            <a:cxnSpLocks/>
            <a:stCxn id="1037" idx="1"/>
            <a:endCxn id="1029" idx="3"/>
          </p:cNvCxnSpPr>
          <p:nvPr/>
        </p:nvCxnSpPr>
        <p:spPr>
          <a:xfrm rot="10800000" flipV="1">
            <a:off x="6943490" y="2303917"/>
            <a:ext cx="227816" cy="44375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7" name="Rectangle: Rounded Corners 1046">
            <a:extLst>
              <a:ext uri="{FF2B5EF4-FFF2-40B4-BE49-F238E27FC236}">
                <a16:creationId xmlns:a16="http://schemas.microsoft.com/office/drawing/2014/main" id="{74E41B0F-2E48-E980-3BE9-6CCD8470D1B3}"/>
              </a:ext>
            </a:extLst>
          </p:cNvPr>
          <p:cNvSpPr/>
          <p:nvPr/>
        </p:nvSpPr>
        <p:spPr>
          <a:xfrm>
            <a:off x="8255223" y="1091107"/>
            <a:ext cx="1565916" cy="4101601"/>
          </a:xfrm>
          <a:prstGeom prst="roundRect">
            <a:avLst>
              <a:gd name="adj" fmla="val 498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FBE33CA4-C1BD-B8D0-6B2C-58F90A130428}"/>
              </a:ext>
            </a:extLst>
          </p:cNvPr>
          <p:cNvSpPr txBox="1"/>
          <p:nvPr/>
        </p:nvSpPr>
        <p:spPr>
          <a:xfrm>
            <a:off x="7243964" y="1751074"/>
            <a:ext cx="71846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900" dirty="0"/>
              <a:t>Frontend</a:t>
            </a:r>
          </a:p>
          <a:p>
            <a:r>
              <a:rPr lang="en-IN" sz="900" dirty="0" err="1"/>
              <a:t>AquaShield</a:t>
            </a:r>
            <a:endParaRPr lang="en-IN" sz="900" dirty="0"/>
          </a:p>
          <a:p>
            <a:r>
              <a:rPr lang="en-IN" sz="900" dirty="0"/>
              <a:t>Application</a:t>
            </a:r>
          </a:p>
        </p:txBody>
      </p:sp>
      <p:pic>
        <p:nvPicPr>
          <p:cNvPr id="1058" name="Picture 1057" descr="A logo of a health surveillance system&#10;&#10;AI-generated content may be incorrect.">
            <a:extLst>
              <a:ext uri="{FF2B5EF4-FFF2-40B4-BE49-F238E27FC236}">
                <a16:creationId xmlns:a16="http://schemas.microsoft.com/office/drawing/2014/main" id="{6DCB2297-6A57-14B3-6A9B-1E8C9BF68D5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80099" y="2241119"/>
            <a:ext cx="646195" cy="646195"/>
          </a:xfrm>
          <a:prstGeom prst="rect">
            <a:avLst/>
          </a:prstGeom>
        </p:spPr>
      </p:pic>
      <p:sp>
        <p:nvSpPr>
          <p:cNvPr id="1059" name="TextBox 1058">
            <a:extLst>
              <a:ext uri="{FF2B5EF4-FFF2-40B4-BE49-F238E27FC236}">
                <a16:creationId xmlns:a16="http://schemas.microsoft.com/office/drawing/2014/main" id="{8604E7C9-47C2-E8FF-2AE6-72B9C4DEBE3D}"/>
              </a:ext>
            </a:extLst>
          </p:cNvPr>
          <p:cNvSpPr txBox="1"/>
          <p:nvPr/>
        </p:nvSpPr>
        <p:spPr>
          <a:xfrm>
            <a:off x="8442447" y="1108758"/>
            <a:ext cx="11306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Backend System</a:t>
            </a:r>
          </a:p>
        </p:txBody>
      </p:sp>
      <p:sp>
        <p:nvSpPr>
          <p:cNvPr id="1060" name="Rectangle: Rounded Corners 1059">
            <a:extLst>
              <a:ext uri="{FF2B5EF4-FFF2-40B4-BE49-F238E27FC236}">
                <a16:creationId xmlns:a16="http://schemas.microsoft.com/office/drawing/2014/main" id="{66101238-A2A4-A6D4-33F9-5C8E25D2D4ED}"/>
              </a:ext>
            </a:extLst>
          </p:cNvPr>
          <p:cNvSpPr/>
          <p:nvPr/>
        </p:nvSpPr>
        <p:spPr>
          <a:xfrm>
            <a:off x="38547" y="5404958"/>
            <a:ext cx="12104292" cy="1411078"/>
          </a:xfrm>
          <a:prstGeom prst="roundRect">
            <a:avLst>
              <a:gd name="adj" fmla="val 2477"/>
            </a:avLst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61" name="Picture 18" descr="MQTT standard communication protocol in IoT and cloud applications">
            <a:extLst>
              <a:ext uri="{FF2B5EF4-FFF2-40B4-BE49-F238E27FC236}">
                <a16:creationId xmlns:a16="http://schemas.microsoft.com/office/drawing/2014/main" id="{DAD5CD6F-11CC-A478-EFCC-0D4286ADD5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40" t="17994" r="31591" b="17579"/>
          <a:stretch>
            <a:fillRect/>
          </a:stretch>
        </p:blipFill>
        <p:spPr bwMode="auto">
          <a:xfrm>
            <a:off x="7267064" y="3215039"/>
            <a:ext cx="833534" cy="1080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68" name="Ink 1067">
                <a:extLst>
                  <a:ext uri="{FF2B5EF4-FFF2-40B4-BE49-F238E27FC236}">
                    <a16:creationId xmlns:a16="http://schemas.microsoft.com/office/drawing/2014/main" id="{B12A14E0-D988-B4EA-61C2-CBB267DF61EA}"/>
                  </a:ext>
                </a:extLst>
              </p14:cNvPr>
              <p14:cNvContentPartPr/>
              <p14:nvPr/>
            </p14:nvContentPartPr>
            <p14:xfrm>
              <a:off x="8463433" y="1839220"/>
              <a:ext cx="1162800" cy="686520"/>
            </p14:xfrm>
          </p:contentPart>
        </mc:Choice>
        <mc:Fallback xmlns="">
          <p:pic>
            <p:nvPicPr>
              <p:cNvPr id="1068" name="Ink 1067">
                <a:extLst>
                  <a:ext uri="{FF2B5EF4-FFF2-40B4-BE49-F238E27FC236}">
                    <a16:creationId xmlns:a16="http://schemas.microsoft.com/office/drawing/2014/main" id="{B12A14E0-D988-B4EA-61C2-CBB267DF61E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459112" y="1834900"/>
                <a:ext cx="1171443" cy="695160"/>
              </a:xfrm>
              <a:prstGeom prst="rect">
                <a:avLst/>
              </a:prstGeom>
            </p:spPr>
          </p:pic>
        </mc:Fallback>
      </mc:AlternateContent>
      <p:sp>
        <p:nvSpPr>
          <p:cNvPr id="1076" name="TextBox 1075">
            <a:extLst>
              <a:ext uri="{FF2B5EF4-FFF2-40B4-BE49-F238E27FC236}">
                <a16:creationId xmlns:a16="http://schemas.microsoft.com/office/drawing/2014/main" id="{C1E03DE6-22FD-E570-6F99-B5FD35E7B77D}"/>
              </a:ext>
            </a:extLst>
          </p:cNvPr>
          <p:cNvSpPr txBox="1"/>
          <p:nvPr/>
        </p:nvSpPr>
        <p:spPr>
          <a:xfrm>
            <a:off x="8490012" y="196399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API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6FAFB829-54D8-31F0-7017-FB4669E6041F}"/>
              </a:ext>
            </a:extLst>
          </p:cNvPr>
          <p:cNvSpPr txBox="1"/>
          <p:nvPr/>
        </p:nvSpPr>
        <p:spPr>
          <a:xfrm>
            <a:off x="8916511" y="1656172"/>
            <a:ext cx="5033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Server</a:t>
            </a:r>
          </a:p>
        </p:txBody>
      </p:sp>
      <p:cxnSp>
        <p:nvCxnSpPr>
          <p:cNvPr id="1081" name="Connector: Curved 1080">
            <a:extLst>
              <a:ext uri="{FF2B5EF4-FFF2-40B4-BE49-F238E27FC236}">
                <a16:creationId xmlns:a16="http://schemas.microsoft.com/office/drawing/2014/main" id="{9124ED5B-CED1-5499-F922-B5D325D1E9E0}"/>
              </a:ext>
            </a:extLst>
          </p:cNvPr>
          <p:cNvCxnSpPr>
            <a:cxnSpLocks/>
            <a:stCxn id="1037" idx="3"/>
            <a:endCxn id="1076" idx="1"/>
          </p:cNvCxnSpPr>
          <p:nvPr/>
        </p:nvCxnSpPr>
        <p:spPr>
          <a:xfrm flipV="1">
            <a:off x="8000850" y="2148664"/>
            <a:ext cx="489162" cy="155254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6" name="Connector: Curved 1085">
            <a:extLst>
              <a:ext uri="{FF2B5EF4-FFF2-40B4-BE49-F238E27FC236}">
                <a16:creationId xmlns:a16="http://schemas.microsoft.com/office/drawing/2014/main" id="{BA1C9DE1-CFCA-9BAD-DF07-88F7D0840226}"/>
              </a:ext>
            </a:extLst>
          </p:cNvPr>
          <p:cNvCxnSpPr>
            <a:cxnSpLocks/>
            <a:stCxn id="1061" idx="3"/>
            <a:endCxn id="1076" idx="1"/>
          </p:cNvCxnSpPr>
          <p:nvPr/>
        </p:nvCxnSpPr>
        <p:spPr>
          <a:xfrm flipV="1">
            <a:off x="8100598" y="2148664"/>
            <a:ext cx="389414" cy="1606690"/>
          </a:xfrm>
          <a:prstGeom prst="curvedConnector3">
            <a:avLst>
              <a:gd name="adj1" fmla="val 6668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416" name="Cylinder 17415">
            <a:extLst>
              <a:ext uri="{FF2B5EF4-FFF2-40B4-BE49-F238E27FC236}">
                <a16:creationId xmlns:a16="http://schemas.microsoft.com/office/drawing/2014/main" id="{2A33B74B-2830-AAF6-AFB6-86A8850636AE}"/>
              </a:ext>
            </a:extLst>
          </p:cNvPr>
          <p:cNvSpPr/>
          <p:nvPr/>
        </p:nvSpPr>
        <p:spPr>
          <a:xfrm>
            <a:off x="8334644" y="3637900"/>
            <a:ext cx="1411872" cy="1500811"/>
          </a:xfrm>
          <a:prstGeom prst="can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Database</a:t>
            </a:r>
          </a:p>
          <a:p>
            <a:pPr algn="ctr"/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Mongo DB</a:t>
            </a:r>
          </a:p>
        </p:txBody>
      </p:sp>
      <p:cxnSp>
        <p:nvCxnSpPr>
          <p:cNvPr id="17420" name="Connector: Curved 17419">
            <a:extLst>
              <a:ext uri="{FF2B5EF4-FFF2-40B4-BE49-F238E27FC236}">
                <a16:creationId xmlns:a16="http://schemas.microsoft.com/office/drawing/2014/main" id="{0B7B9527-8D3C-051F-D341-BEE781ED10F6}"/>
              </a:ext>
            </a:extLst>
          </p:cNvPr>
          <p:cNvCxnSpPr>
            <a:cxnSpLocks/>
            <a:stCxn id="1076" idx="2"/>
            <a:endCxn id="17416" idx="1"/>
          </p:cNvCxnSpPr>
          <p:nvPr/>
        </p:nvCxnSpPr>
        <p:spPr>
          <a:xfrm rot="5400000">
            <a:off x="8391618" y="2982293"/>
            <a:ext cx="1304570" cy="6645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425" name="Connector: Curved 17424">
            <a:extLst>
              <a:ext uri="{FF2B5EF4-FFF2-40B4-BE49-F238E27FC236}">
                <a16:creationId xmlns:a16="http://schemas.microsoft.com/office/drawing/2014/main" id="{602F5808-2443-17B2-52D6-D831F7D20D4E}"/>
              </a:ext>
            </a:extLst>
          </p:cNvPr>
          <p:cNvCxnSpPr>
            <a:cxnSpLocks/>
            <a:stCxn id="3" idx="1"/>
            <a:endCxn id="1076" idx="3"/>
          </p:cNvCxnSpPr>
          <p:nvPr/>
        </p:nvCxnSpPr>
        <p:spPr>
          <a:xfrm rot="10800000" flipV="1">
            <a:off x="9604437" y="1726934"/>
            <a:ext cx="437890" cy="421730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33" name="Connector: Curved 17432">
            <a:extLst>
              <a:ext uri="{FF2B5EF4-FFF2-40B4-BE49-F238E27FC236}">
                <a16:creationId xmlns:a16="http://schemas.microsoft.com/office/drawing/2014/main" id="{E37AE394-56F1-7F49-517C-0FB35672E23C}"/>
              </a:ext>
            </a:extLst>
          </p:cNvPr>
          <p:cNvCxnSpPr>
            <a:cxnSpLocks/>
            <a:stCxn id="1076" idx="3"/>
            <a:endCxn id="17429" idx="1"/>
          </p:cNvCxnSpPr>
          <p:nvPr/>
        </p:nvCxnSpPr>
        <p:spPr>
          <a:xfrm>
            <a:off x="9604437" y="2148664"/>
            <a:ext cx="424912" cy="753271"/>
          </a:xfrm>
          <a:prstGeom prst="curvedConnector3">
            <a:avLst>
              <a:gd name="adj1" fmla="val 30786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7415" name="Group 17414">
            <a:extLst>
              <a:ext uri="{FF2B5EF4-FFF2-40B4-BE49-F238E27FC236}">
                <a16:creationId xmlns:a16="http://schemas.microsoft.com/office/drawing/2014/main" id="{D52964CA-1BD8-43B6-6F35-23A95FA33D01}"/>
              </a:ext>
            </a:extLst>
          </p:cNvPr>
          <p:cNvGrpSpPr/>
          <p:nvPr/>
        </p:nvGrpSpPr>
        <p:grpSpPr>
          <a:xfrm>
            <a:off x="9914079" y="2365547"/>
            <a:ext cx="2171527" cy="2826807"/>
            <a:chOff x="9920135" y="2474555"/>
            <a:chExt cx="2171527" cy="2826807"/>
          </a:xfrm>
        </p:grpSpPr>
        <p:sp>
          <p:nvSpPr>
            <p:cNvPr id="17417" name="Rectangle: Rounded Corners 17416">
              <a:extLst>
                <a:ext uri="{FF2B5EF4-FFF2-40B4-BE49-F238E27FC236}">
                  <a16:creationId xmlns:a16="http://schemas.microsoft.com/office/drawing/2014/main" id="{5DA7245A-8390-82FA-15DD-5DE3143E56B8}"/>
                </a:ext>
              </a:extLst>
            </p:cNvPr>
            <p:cNvSpPr/>
            <p:nvPr/>
          </p:nvSpPr>
          <p:spPr>
            <a:xfrm>
              <a:off x="9920135" y="2518307"/>
              <a:ext cx="2171527" cy="2783055"/>
            </a:xfrm>
            <a:prstGeom prst="roundRect">
              <a:avLst>
                <a:gd name="adj" fmla="val 3161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429" name="Rectangle: Rounded Corners 17428">
              <a:extLst>
                <a:ext uri="{FF2B5EF4-FFF2-40B4-BE49-F238E27FC236}">
                  <a16:creationId xmlns:a16="http://schemas.microsoft.com/office/drawing/2014/main" id="{191933E1-CEDC-8ACF-4840-A21B4364C435}"/>
                </a:ext>
              </a:extLst>
            </p:cNvPr>
            <p:cNvSpPr/>
            <p:nvPr/>
          </p:nvSpPr>
          <p:spPr>
            <a:xfrm>
              <a:off x="10035405" y="2810730"/>
              <a:ext cx="1952348" cy="400425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 dirty="0">
                  <a:solidFill>
                    <a:schemeClr val="tx1"/>
                  </a:solidFill>
                </a:rPr>
                <a:t>Flask Server</a:t>
              </a:r>
            </a:p>
          </p:txBody>
        </p:sp>
        <p:sp>
          <p:nvSpPr>
            <p:cNvPr id="17430" name="TextBox 17429">
              <a:extLst>
                <a:ext uri="{FF2B5EF4-FFF2-40B4-BE49-F238E27FC236}">
                  <a16:creationId xmlns:a16="http://schemas.microsoft.com/office/drawing/2014/main" id="{8E0424FE-9148-F738-B8CD-166CD7CB2245}"/>
                </a:ext>
              </a:extLst>
            </p:cNvPr>
            <p:cNvSpPr txBox="1"/>
            <p:nvPr/>
          </p:nvSpPr>
          <p:spPr>
            <a:xfrm>
              <a:off x="10391494" y="2474555"/>
              <a:ext cx="13155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b="1" dirty="0"/>
                <a:t>Microservice System</a:t>
              </a:r>
            </a:p>
          </p:txBody>
        </p:sp>
        <p:sp>
          <p:nvSpPr>
            <p:cNvPr id="17438" name="Cylinder 17437">
              <a:extLst>
                <a:ext uri="{FF2B5EF4-FFF2-40B4-BE49-F238E27FC236}">
                  <a16:creationId xmlns:a16="http://schemas.microsoft.com/office/drawing/2014/main" id="{BBBFF603-9A96-53B6-A69A-7D2AC8CC6444}"/>
                </a:ext>
              </a:extLst>
            </p:cNvPr>
            <p:cNvSpPr/>
            <p:nvPr/>
          </p:nvSpPr>
          <p:spPr>
            <a:xfrm>
              <a:off x="10003631" y="4217634"/>
              <a:ext cx="804585" cy="782873"/>
            </a:xfrm>
            <a:prstGeom prst="can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accent5">
                      <a:lumMod val="50000"/>
                    </a:schemeClr>
                  </a:solidFill>
                </a:rPr>
                <a:t>Vector</a:t>
              </a:r>
            </a:p>
            <a:p>
              <a:pPr algn="ctr"/>
              <a:r>
                <a:rPr lang="en-IN" dirty="0">
                  <a:solidFill>
                    <a:schemeClr val="accent5">
                      <a:lumMod val="50000"/>
                    </a:schemeClr>
                  </a:solidFill>
                </a:rPr>
                <a:t>DB</a:t>
              </a:r>
            </a:p>
          </p:txBody>
        </p:sp>
        <p:cxnSp>
          <p:nvCxnSpPr>
            <p:cNvPr id="17440" name="Connector: Curved 17439">
              <a:extLst>
                <a:ext uri="{FF2B5EF4-FFF2-40B4-BE49-F238E27FC236}">
                  <a16:creationId xmlns:a16="http://schemas.microsoft.com/office/drawing/2014/main" id="{0235A3C6-43D7-9B54-7D2E-3DE34CE53516}"/>
                </a:ext>
              </a:extLst>
            </p:cNvPr>
            <p:cNvCxnSpPr>
              <a:cxnSpLocks/>
              <a:stCxn id="17429" idx="2"/>
              <a:endCxn id="17438" idx="1"/>
            </p:cNvCxnSpPr>
            <p:nvPr/>
          </p:nvCxnSpPr>
          <p:spPr>
            <a:xfrm rot="5400000">
              <a:off x="10205513" y="3411567"/>
              <a:ext cx="1006479" cy="605655"/>
            </a:xfrm>
            <a:prstGeom prst="curvedConnector3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7444" name="Rectangle: Rounded Corners 17443">
              <a:extLst>
                <a:ext uri="{FF2B5EF4-FFF2-40B4-BE49-F238E27FC236}">
                  <a16:creationId xmlns:a16="http://schemas.microsoft.com/office/drawing/2014/main" id="{73A74C0F-43A0-E4BF-CDC6-9DA131BAE17C}"/>
                </a:ext>
              </a:extLst>
            </p:cNvPr>
            <p:cNvSpPr/>
            <p:nvPr/>
          </p:nvSpPr>
          <p:spPr>
            <a:xfrm>
              <a:off x="11049275" y="3663979"/>
              <a:ext cx="919205" cy="200383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500" dirty="0">
                  <a:solidFill>
                    <a:schemeClr val="tx1"/>
                  </a:solidFill>
                </a:rPr>
                <a:t>Collect health and water data</a:t>
              </a:r>
            </a:p>
          </p:txBody>
        </p:sp>
        <p:sp>
          <p:nvSpPr>
            <p:cNvPr id="17446" name="Rectangle: Rounded Corners 17445">
              <a:extLst>
                <a:ext uri="{FF2B5EF4-FFF2-40B4-BE49-F238E27FC236}">
                  <a16:creationId xmlns:a16="http://schemas.microsoft.com/office/drawing/2014/main" id="{0CBD3394-6CC3-4C6D-7FDF-7150CFED1515}"/>
                </a:ext>
              </a:extLst>
            </p:cNvPr>
            <p:cNvSpPr/>
            <p:nvPr/>
          </p:nvSpPr>
          <p:spPr>
            <a:xfrm>
              <a:off x="11131247" y="4079192"/>
              <a:ext cx="919205" cy="200383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500" dirty="0">
                  <a:solidFill>
                    <a:schemeClr val="tx1"/>
                  </a:solidFill>
                </a:rPr>
                <a:t>Train For the Best Model</a:t>
              </a:r>
            </a:p>
          </p:txBody>
        </p:sp>
        <p:sp>
          <p:nvSpPr>
            <p:cNvPr id="17447" name="Rectangle: Rounded Corners 17446">
              <a:extLst>
                <a:ext uri="{FF2B5EF4-FFF2-40B4-BE49-F238E27FC236}">
                  <a16:creationId xmlns:a16="http://schemas.microsoft.com/office/drawing/2014/main" id="{4491F05E-69E3-AAA1-9EA6-8A9CB82C6DFD}"/>
                </a:ext>
              </a:extLst>
            </p:cNvPr>
            <p:cNvSpPr/>
            <p:nvPr/>
          </p:nvSpPr>
          <p:spPr>
            <a:xfrm>
              <a:off x="11122797" y="4508878"/>
              <a:ext cx="919205" cy="200383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500" dirty="0">
                  <a:solidFill>
                    <a:schemeClr val="tx1"/>
                  </a:solidFill>
                </a:rPr>
                <a:t>Predict water Quality and disease Outbreak</a:t>
              </a:r>
            </a:p>
          </p:txBody>
        </p:sp>
        <p:sp>
          <p:nvSpPr>
            <p:cNvPr id="17448" name="Rectangle: Rounded Corners 17447">
              <a:extLst>
                <a:ext uri="{FF2B5EF4-FFF2-40B4-BE49-F238E27FC236}">
                  <a16:creationId xmlns:a16="http://schemas.microsoft.com/office/drawing/2014/main" id="{6350F023-6F70-8A41-7BF4-43053A27F1DB}"/>
                </a:ext>
              </a:extLst>
            </p:cNvPr>
            <p:cNvSpPr/>
            <p:nvPr/>
          </p:nvSpPr>
          <p:spPr>
            <a:xfrm>
              <a:off x="11068548" y="4947956"/>
              <a:ext cx="919205" cy="200383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500" dirty="0">
                  <a:solidFill>
                    <a:schemeClr val="tx1"/>
                  </a:solidFill>
                </a:rPr>
                <a:t>Train the Model</a:t>
              </a:r>
            </a:p>
          </p:txBody>
        </p:sp>
        <p:cxnSp>
          <p:nvCxnSpPr>
            <p:cNvPr id="22" name="Connector: Curved 21">
              <a:extLst>
                <a:ext uri="{FF2B5EF4-FFF2-40B4-BE49-F238E27FC236}">
                  <a16:creationId xmlns:a16="http://schemas.microsoft.com/office/drawing/2014/main" id="{7DF9C6F5-662E-52F1-AE8B-9387F247FEDB}"/>
                </a:ext>
              </a:extLst>
            </p:cNvPr>
            <p:cNvCxnSpPr>
              <a:cxnSpLocks/>
              <a:stCxn id="17448" idx="1"/>
              <a:endCxn id="17444" idx="1"/>
            </p:cNvCxnSpPr>
            <p:nvPr/>
          </p:nvCxnSpPr>
          <p:spPr>
            <a:xfrm rot="10800000">
              <a:off x="11049276" y="3764172"/>
              <a:ext cx="19273" cy="1283977"/>
            </a:xfrm>
            <a:prstGeom prst="curvedConnector3">
              <a:avLst>
                <a:gd name="adj1" fmla="val 859451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Connector: Curved 39">
              <a:extLst>
                <a:ext uri="{FF2B5EF4-FFF2-40B4-BE49-F238E27FC236}">
                  <a16:creationId xmlns:a16="http://schemas.microsoft.com/office/drawing/2014/main" id="{EF30F7E6-2538-D79D-E1A6-FF27AF2BBC50}"/>
                </a:ext>
              </a:extLst>
            </p:cNvPr>
            <p:cNvCxnSpPr>
              <a:cxnSpLocks/>
              <a:stCxn id="17444" idx="2"/>
              <a:endCxn id="17446" idx="0"/>
            </p:cNvCxnSpPr>
            <p:nvPr/>
          </p:nvCxnSpPr>
          <p:spPr>
            <a:xfrm rot="16200000" flipH="1">
              <a:off x="11442449" y="3930791"/>
              <a:ext cx="214830" cy="81972"/>
            </a:xfrm>
            <a:prstGeom prst="curvedConnector3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Connector: Curved 42">
              <a:extLst>
                <a:ext uri="{FF2B5EF4-FFF2-40B4-BE49-F238E27FC236}">
                  <a16:creationId xmlns:a16="http://schemas.microsoft.com/office/drawing/2014/main" id="{6410F9AF-55C2-D426-BC59-7ECEA19485C1}"/>
                </a:ext>
              </a:extLst>
            </p:cNvPr>
            <p:cNvCxnSpPr>
              <a:cxnSpLocks/>
              <a:stCxn id="17446" idx="2"/>
              <a:endCxn id="17447" idx="0"/>
            </p:cNvCxnSpPr>
            <p:nvPr/>
          </p:nvCxnSpPr>
          <p:spPr>
            <a:xfrm rot="5400000">
              <a:off x="11471974" y="4390001"/>
              <a:ext cx="229303" cy="8450"/>
            </a:xfrm>
            <a:prstGeom prst="curvedConnector3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Connector: Curved 46">
              <a:extLst>
                <a:ext uri="{FF2B5EF4-FFF2-40B4-BE49-F238E27FC236}">
                  <a16:creationId xmlns:a16="http://schemas.microsoft.com/office/drawing/2014/main" id="{66E1DC4D-57C3-5AC0-0418-90CE53A0F5A0}"/>
                </a:ext>
              </a:extLst>
            </p:cNvPr>
            <p:cNvCxnSpPr>
              <a:cxnSpLocks/>
              <a:stCxn id="17447" idx="2"/>
              <a:endCxn id="17448" idx="0"/>
            </p:cNvCxnSpPr>
            <p:nvPr/>
          </p:nvCxnSpPr>
          <p:spPr>
            <a:xfrm rot="5400000">
              <a:off x="11435929" y="4801484"/>
              <a:ext cx="238695" cy="54249"/>
            </a:xfrm>
            <a:prstGeom prst="curvedConnector3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Connector: Curved 50">
              <a:extLst>
                <a:ext uri="{FF2B5EF4-FFF2-40B4-BE49-F238E27FC236}">
                  <a16:creationId xmlns:a16="http://schemas.microsoft.com/office/drawing/2014/main" id="{4877F431-2EF9-199C-EA3D-52A434846DAD}"/>
                </a:ext>
              </a:extLst>
            </p:cNvPr>
            <p:cNvCxnSpPr>
              <a:stCxn id="17429" idx="2"/>
              <a:endCxn id="17444" idx="0"/>
            </p:cNvCxnSpPr>
            <p:nvPr/>
          </p:nvCxnSpPr>
          <p:spPr>
            <a:xfrm rot="16200000" flipH="1">
              <a:off x="11033816" y="3188917"/>
              <a:ext cx="452824" cy="497299"/>
            </a:xfrm>
            <a:prstGeom prst="curvedConnector3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120E80E3-9585-A81A-6831-BBA231235B0B}"/>
              </a:ext>
            </a:extLst>
          </p:cNvPr>
          <p:cNvSpPr/>
          <p:nvPr/>
        </p:nvSpPr>
        <p:spPr>
          <a:xfrm>
            <a:off x="14524550" y="-1413964"/>
            <a:ext cx="64246" cy="45719"/>
          </a:xfrm>
          <a:prstGeom prst="roundRect">
            <a:avLst>
              <a:gd name="adj" fmla="val 3207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408" name="Picture 4" descr="Brain Icon Vector Art, Icons, and Graphics for Free Download">
            <a:extLst>
              <a:ext uri="{FF2B5EF4-FFF2-40B4-BE49-F238E27FC236}">
                <a16:creationId xmlns:a16="http://schemas.microsoft.com/office/drawing/2014/main" id="{4CA42B51-06E8-D3D6-CA62-CAA9C0879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2327" y="1543022"/>
            <a:ext cx="386628" cy="367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414" name="Group 17413">
            <a:extLst>
              <a:ext uri="{FF2B5EF4-FFF2-40B4-BE49-F238E27FC236}">
                <a16:creationId xmlns:a16="http://schemas.microsoft.com/office/drawing/2014/main" id="{BCC8487B-4FC8-DAED-421A-C3B58D50CB47}"/>
              </a:ext>
            </a:extLst>
          </p:cNvPr>
          <p:cNvGrpSpPr/>
          <p:nvPr/>
        </p:nvGrpSpPr>
        <p:grpSpPr>
          <a:xfrm>
            <a:off x="9941432" y="1313684"/>
            <a:ext cx="2205965" cy="998119"/>
            <a:chOff x="9947488" y="1422692"/>
            <a:chExt cx="2205965" cy="998119"/>
          </a:xfrm>
        </p:grpSpPr>
        <p:grpSp>
          <p:nvGrpSpPr>
            <p:cNvPr id="17449" name="Group 17448">
              <a:extLst>
                <a:ext uri="{FF2B5EF4-FFF2-40B4-BE49-F238E27FC236}">
                  <a16:creationId xmlns:a16="http://schemas.microsoft.com/office/drawing/2014/main" id="{0C6118C9-83D0-FBAA-BE54-EB4C087FF7BF}"/>
                </a:ext>
              </a:extLst>
            </p:cNvPr>
            <p:cNvGrpSpPr/>
            <p:nvPr/>
          </p:nvGrpSpPr>
          <p:grpSpPr>
            <a:xfrm>
              <a:off x="9947488" y="1422692"/>
              <a:ext cx="2102997" cy="998119"/>
              <a:chOff x="9947488" y="1588087"/>
              <a:chExt cx="2102997" cy="998119"/>
            </a:xfrm>
          </p:grpSpPr>
          <p:sp>
            <p:nvSpPr>
              <p:cNvPr id="17418" name="Rectangle: Rounded Corners 17417">
                <a:extLst>
                  <a:ext uri="{FF2B5EF4-FFF2-40B4-BE49-F238E27FC236}">
                    <a16:creationId xmlns:a16="http://schemas.microsoft.com/office/drawing/2014/main" id="{0DED5BC2-192A-87DE-DE18-3BC257716025}"/>
                  </a:ext>
                </a:extLst>
              </p:cNvPr>
              <p:cNvSpPr/>
              <p:nvPr/>
            </p:nvSpPr>
            <p:spPr>
              <a:xfrm>
                <a:off x="9947488" y="1634945"/>
                <a:ext cx="2102997" cy="951261"/>
              </a:xfrm>
              <a:prstGeom prst="roundRect">
                <a:avLst>
                  <a:gd name="adj" fmla="val 5903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7422" name="Rectangle: Rounded Corners 17421">
                <a:extLst>
                  <a:ext uri="{FF2B5EF4-FFF2-40B4-BE49-F238E27FC236}">
                    <a16:creationId xmlns:a16="http://schemas.microsoft.com/office/drawing/2014/main" id="{C7F48C0B-CD96-ABD2-4258-72879F7DF3D2}"/>
                  </a:ext>
                </a:extLst>
              </p:cNvPr>
              <p:cNvSpPr/>
              <p:nvPr/>
            </p:nvSpPr>
            <p:spPr>
              <a:xfrm>
                <a:off x="10003631" y="1795463"/>
                <a:ext cx="484852" cy="742950"/>
              </a:xfrm>
              <a:prstGeom prst="roundRect">
                <a:avLst>
                  <a:gd name="adj" fmla="val 4880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423" name="Rectangle: Rounded Corners 17422">
                <a:extLst>
                  <a:ext uri="{FF2B5EF4-FFF2-40B4-BE49-F238E27FC236}">
                    <a16:creationId xmlns:a16="http://schemas.microsoft.com/office/drawing/2014/main" id="{6837FEAD-63C2-AAF3-9D08-1B9DBAA371A2}"/>
                  </a:ext>
                </a:extLst>
              </p:cNvPr>
              <p:cNvSpPr/>
              <p:nvPr/>
            </p:nvSpPr>
            <p:spPr>
              <a:xfrm>
                <a:off x="10035405" y="2208755"/>
                <a:ext cx="426411" cy="307035"/>
              </a:xfrm>
              <a:prstGeom prst="roundRect">
                <a:avLst>
                  <a:gd name="adj" fmla="val 5809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431" name="TextBox 17430">
                <a:extLst>
                  <a:ext uri="{FF2B5EF4-FFF2-40B4-BE49-F238E27FC236}">
                    <a16:creationId xmlns:a16="http://schemas.microsoft.com/office/drawing/2014/main" id="{1799C3D7-9416-1BAF-2104-236C095FA6D6}"/>
                  </a:ext>
                </a:extLst>
              </p:cNvPr>
              <p:cNvSpPr txBox="1"/>
              <p:nvPr/>
            </p:nvSpPr>
            <p:spPr>
              <a:xfrm>
                <a:off x="10016144" y="1588087"/>
                <a:ext cx="65144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b="1" dirty="0"/>
                  <a:t>Ai Agent</a:t>
                </a: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5DC1FAFC-5736-19EF-337A-C2E2CAFB1BF7}"/>
                </a:ext>
              </a:extLst>
            </p:cNvPr>
            <p:cNvGrpSpPr/>
            <p:nvPr/>
          </p:nvGrpSpPr>
          <p:grpSpPr>
            <a:xfrm>
              <a:off x="10692923" y="2010106"/>
              <a:ext cx="759380" cy="377766"/>
              <a:chOff x="10692923" y="2064536"/>
              <a:chExt cx="759380" cy="377766"/>
            </a:xfrm>
          </p:grpSpPr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0C7B81F4-A9BF-70BD-3C91-339B065105F6}"/>
                  </a:ext>
                </a:extLst>
              </p:cNvPr>
              <p:cNvGrpSpPr/>
              <p:nvPr/>
            </p:nvGrpSpPr>
            <p:grpSpPr>
              <a:xfrm>
                <a:off x="10746714" y="2064536"/>
                <a:ext cx="705589" cy="377766"/>
                <a:chOff x="10746714" y="2064536"/>
                <a:chExt cx="705589" cy="377766"/>
              </a:xfrm>
            </p:grpSpPr>
            <p:sp>
              <p:nvSpPr>
                <p:cNvPr id="56" name="Rectangle: Rounded Corners 55">
                  <a:extLst>
                    <a:ext uri="{FF2B5EF4-FFF2-40B4-BE49-F238E27FC236}">
                      <a16:creationId xmlns:a16="http://schemas.microsoft.com/office/drawing/2014/main" id="{A4825C35-C44B-A58D-334C-169826B1E053}"/>
                    </a:ext>
                  </a:extLst>
                </p:cNvPr>
                <p:cNvSpPr/>
                <p:nvPr/>
              </p:nvSpPr>
              <p:spPr>
                <a:xfrm>
                  <a:off x="10746714" y="2064536"/>
                  <a:ext cx="705589" cy="377766"/>
                </a:xfrm>
                <a:prstGeom prst="round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pic>
              <p:nvPicPr>
                <p:cNvPr id="54" name="Picture 2" descr="Tools - Free marketing icons">
                  <a:extLst>
                    <a:ext uri="{FF2B5EF4-FFF2-40B4-BE49-F238E27FC236}">
                      <a16:creationId xmlns:a16="http://schemas.microsoft.com/office/drawing/2014/main" id="{9AA749D5-CC90-931A-129B-154CDB823E5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082847" y="2115818"/>
                  <a:ext cx="291246" cy="29124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D745A1E-EE59-9025-EFCC-06D4EF4FD152}"/>
                  </a:ext>
                </a:extLst>
              </p:cNvPr>
              <p:cNvSpPr txBox="1"/>
              <p:nvPr/>
            </p:nvSpPr>
            <p:spPr>
              <a:xfrm>
                <a:off x="10692923" y="2117720"/>
                <a:ext cx="55055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50" dirty="0"/>
                  <a:t>Tools</a:t>
                </a:r>
              </a:p>
            </p:txBody>
          </p:sp>
        </p:grpSp>
        <p:grpSp>
          <p:nvGrpSpPr>
            <p:cNvPr id="1039" name="Group 1038">
              <a:extLst>
                <a:ext uri="{FF2B5EF4-FFF2-40B4-BE49-F238E27FC236}">
                  <a16:creationId xmlns:a16="http://schemas.microsoft.com/office/drawing/2014/main" id="{57D41F5B-8392-2F46-3505-5944F60BA3F1}"/>
                </a:ext>
              </a:extLst>
            </p:cNvPr>
            <p:cNvGrpSpPr/>
            <p:nvPr/>
          </p:nvGrpSpPr>
          <p:grpSpPr>
            <a:xfrm>
              <a:off x="11525004" y="1502575"/>
              <a:ext cx="492370" cy="498966"/>
              <a:chOff x="11525004" y="1557005"/>
              <a:chExt cx="492370" cy="498966"/>
            </a:xfrm>
          </p:grpSpPr>
          <p:sp>
            <p:nvSpPr>
              <p:cNvPr id="1032" name="Cylinder 1031">
                <a:extLst>
                  <a:ext uri="{FF2B5EF4-FFF2-40B4-BE49-F238E27FC236}">
                    <a16:creationId xmlns:a16="http://schemas.microsoft.com/office/drawing/2014/main" id="{5AE2EC80-CEDE-B011-E330-506F53E2346F}"/>
                  </a:ext>
                </a:extLst>
              </p:cNvPr>
              <p:cNvSpPr/>
              <p:nvPr/>
            </p:nvSpPr>
            <p:spPr>
              <a:xfrm>
                <a:off x="11528149" y="1557005"/>
                <a:ext cx="459603" cy="498966"/>
              </a:xfrm>
              <a:prstGeom prst="can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34" name="TextBox 1033">
                <a:extLst>
                  <a:ext uri="{FF2B5EF4-FFF2-40B4-BE49-F238E27FC236}">
                    <a16:creationId xmlns:a16="http://schemas.microsoft.com/office/drawing/2014/main" id="{60078C8A-4937-DEED-5149-45B1A039098A}"/>
                  </a:ext>
                </a:extLst>
              </p:cNvPr>
              <p:cNvSpPr txBox="1"/>
              <p:nvPr/>
            </p:nvSpPr>
            <p:spPr>
              <a:xfrm>
                <a:off x="11525004" y="1706460"/>
                <a:ext cx="49237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700" dirty="0"/>
                  <a:t>Storage</a:t>
                </a:r>
              </a:p>
            </p:txBody>
          </p:sp>
        </p:grpSp>
        <p:sp>
          <p:nvSpPr>
            <p:cNvPr id="1041" name="TextBox 1040">
              <a:extLst>
                <a:ext uri="{FF2B5EF4-FFF2-40B4-BE49-F238E27FC236}">
                  <a16:creationId xmlns:a16="http://schemas.microsoft.com/office/drawing/2014/main" id="{0EB39319-1F57-829D-1A70-9D20A05620F5}"/>
                </a:ext>
              </a:extLst>
            </p:cNvPr>
            <p:cNvSpPr txBox="1"/>
            <p:nvPr/>
          </p:nvSpPr>
          <p:spPr>
            <a:xfrm>
              <a:off x="10007864" y="2048689"/>
              <a:ext cx="5997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/>
                <a:t>LLM</a:t>
              </a:r>
              <a:endParaRPr lang="en-IN" dirty="0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54" name="Ink 1053">
                  <a:extLst>
                    <a:ext uri="{FF2B5EF4-FFF2-40B4-BE49-F238E27FC236}">
                      <a16:creationId xmlns:a16="http://schemas.microsoft.com/office/drawing/2014/main" id="{BBB359FF-79BC-D542-9E39-8ADAB7F47818}"/>
                    </a:ext>
                  </a:extLst>
                </p14:cNvPr>
                <p14:cNvContentPartPr/>
                <p14:nvPr/>
              </p14:nvContentPartPr>
              <p14:xfrm>
                <a:off x="10476428" y="1666123"/>
                <a:ext cx="1001160" cy="253800"/>
              </p14:xfrm>
            </p:contentPart>
          </mc:Choice>
          <mc:Fallback xmlns="">
            <p:pic>
              <p:nvPicPr>
                <p:cNvPr id="1054" name="Ink 1053">
                  <a:extLst>
                    <a:ext uri="{FF2B5EF4-FFF2-40B4-BE49-F238E27FC236}">
                      <a16:creationId xmlns:a16="http://schemas.microsoft.com/office/drawing/2014/main" id="{BBB359FF-79BC-D542-9E39-8ADAB7F4781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472110" y="1661803"/>
                  <a:ext cx="1009797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62" name="Ink 1061">
                  <a:extLst>
                    <a:ext uri="{FF2B5EF4-FFF2-40B4-BE49-F238E27FC236}">
                      <a16:creationId xmlns:a16="http://schemas.microsoft.com/office/drawing/2014/main" id="{B57C30BE-DFC1-9657-32DB-7EDD29EE54B8}"/>
                    </a:ext>
                  </a:extLst>
                </p14:cNvPr>
                <p14:cNvContentPartPr/>
                <p14:nvPr/>
              </p14:nvContentPartPr>
              <p14:xfrm>
                <a:off x="11426108" y="1624363"/>
                <a:ext cx="58320" cy="91800"/>
              </p14:xfrm>
            </p:contentPart>
          </mc:Choice>
          <mc:Fallback xmlns="">
            <p:pic>
              <p:nvPicPr>
                <p:cNvPr id="1062" name="Ink 1061">
                  <a:extLst>
                    <a:ext uri="{FF2B5EF4-FFF2-40B4-BE49-F238E27FC236}">
                      <a16:creationId xmlns:a16="http://schemas.microsoft.com/office/drawing/2014/main" id="{B57C30BE-DFC1-9657-32DB-7EDD29EE54B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421788" y="1620060"/>
                  <a:ext cx="66960" cy="100406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073" name="Group 1072">
              <a:extLst>
                <a:ext uri="{FF2B5EF4-FFF2-40B4-BE49-F238E27FC236}">
                  <a16:creationId xmlns:a16="http://schemas.microsoft.com/office/drawing/2014/main" id="{DA52E452-E581-A873-330E-BA3A571FC57E}"/>
                </a:ext>
              </a:extLst>
            </p:cNvPr>
            <p:cNvGrpSpPr/>
            <p:nvPr/>
          </p:nvGrpSpPr>
          <p:grpSpPr>
            <a:xfrm>
              <a:off x="10485068" y="1863403"/>
              <a:ext cx="574560" cy="220320"/>
              <a:chOff x="10485068" y="1917833"/>
              <a:chExt cx="574560" cy="2203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2">
                <p14:nvContentPartPr>
                  <p14:cNvPr id="1063" name="Ink 1062">
                    <a:extLst>
                      <a:ext uri="{FF2B5EF4-FFF2-40B4-BE49-F238E27FC236}">
                        <a16:creationId xmlns:a16="http://schemas.microsoft.com/office/drawing/2014/main" id="{0F41473B-B101-6A21-22E7-11DCC7D7B4C9}"/>
                      </a:ext>
                    </a:extLst>
                  </p14:cNvPr>
                  <p14:cNvContentPartPr/>
                  <p14:nvPr/>
                </p14:nvContentPartPr>
                <p14:xfrm>
                  <a:off x="10486508" y="1917833"/>
                  <a:ext cx="55440" cy="94320"/>
                </p14:xfrm>
              </p:contentPart>
            </mc:Choice>
            <mc:Fallback xmlns="">
              <p:pic>
                <p:nvPicPr>
                  <p:cNvPr id="1063" name="Ink 1062">
                    <a:extLst>
                      <a:ext uri="{FF2B5EF4-FFF2-40B4-BE49-F238E27FC236}">
                        <a16:creationId xmlns:a16="http://schemas.microsoft.com/office/drawing/2014/main" id="{0F41473B-B101-6A21-22E7-11DCC7D7B4C9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10482188" y="1913513"/>
                    <a:ext cx="64080" cy="102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">
                <p14:nvContentPartPr>
                  <p14:cNvPr id="1064" name="Ink 1063">
                    <a:extLst>
                      <a:ext uri="{FF2B5EF4-FFF2-40B4-BE49-F238E27FC236}">
                        <a16:creationId xmlns:a16="http://schemas.microsoft.com/office/drawing/2014/main" id="{4322FFE3-5994-7C3F-76DA-7471E18B8959}"/>
                      </a:ext>
                    </a:extLst>
                  </p14:cNvPr>
                  <p14:cNvContentPartPr/>
                  <p14:nvPr/>
                </p14:nvContentPartPr>
                <p14:xfrm>
                  <a:off x="10490108" y="1927553"/>
                  <a:ext cx="552960" cy="166680"/>
                </p14:xfrm>
              </p:contentPart>
            </mc:Choice>
            <mc:Fallback xmlns="">
              <p:pic>
                <p:nvPicPr>
                  <p:cNvPr id="1064" name="Ink 1063">
                    <a:extLst>
                      <a:ext uri="{FF2B5EF4-FFF2-40B4-BE49-F238E27FC236}">
                        <a16:creationId xmlns:a16="http://schemas.microsoft.com/office/drawing/2014/main" id="{4322FFE3-5994-7C3F-76DA-7471E18B8959}"/>
                      </a:ext>
                    </a:extLst>
                  </p:cNvPr>
                  <p:cNvPicPr/>
                  <p:nvPr/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10485788" y="1923233"/>
                    <a:ext cx="561600" cy="175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6">
                <p14:nvContentPartPr>
                  <p14:cNvPr id="1065" name="Ink 1064">
                    <a:extLst>
                      <a:ext uri="{FF2B5EF4-FFF2-40B4-BE49-F238E27FC236}">
                        <a16:creationId xmlns:a16="http://schemas.microsoft.com/office/drawing/2014/main" id="{765F956F-8C82-0264-259B-505756389321}"/>
                      </a:ext>
                    </a:extLst>
                  </p14:cNvPr>
                  <p14:cNvContentPartPr/>
                  <p14:nvPr/>
                </p14:nvContentPartPr>
                <p14:xfrm>
                  <a:off x="10984748" y="2039153"/>
                  <a:ext cx="50400" cy="16200"/>
                </p14:xfrm>
              </p:contentPart>
            </mc:Choice>
            <mc:Fallback xmlns="">
              <p:pic>
                <p:nvPicPr>
                  <p:cNvPr id="1065" name="Ink 1064">
                    <a:extLst>
                      <a:ext uri="{FF2B5EF4-FFF2-40B4-BE49-F238E27FC236}">
                        <a16:creationId xmlns:a16="http://schemas.microsoft.com/office/drawing/2014/main" id="{765F956F-8C82-0264-259B-505756389321}"/>
                      </a:ext>
                    </a:extLst>
                  </p:cNvPr>
                  <p:cNvPicPr/>
                  <p:nvPr/>
                </p:nvPicPr>
                <p:blipFill>
                  <a:blip r:embed="rId27"/>
                  <a:stretch>
                    <a:fillRect/>
                  </a:stretch>
                </p:blipFill>
                <p:spPr>
                  <a:xfrm>
                    <a:off x="10980428" y="2034833"/>
                    <a:ext cx="59040" cy="24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8">
                <p14:nvContentPartPr>
                  <p14:cNvPr id="1066" name="Ink 1065">
                    <a:extLst>
                      <a:ext uri="{FF2B5EF4-FFF2-40B4-BE49-F238E27FC236}">
                        <a16:creationId xmlns:a16="http://schemas.microsoft.com/office/drawing/2014/main" id="{5E4C1828-74DB-F2CA-58B8-A340F5263269}"/>
                      </a:ext>
                    </a:extLst>
                  </p14:cNvPr>
                  <p14:cNvContentPartPr/>
                  <p14:nvPr/>
                </p14:nvContentPartPr>
                <p14:xfrm>
                  <a:off x="11036228" y="2021513"/>
                  <a:ext cx="23400" cy="46080"/>
                </p14:xfrm>
              </p:contentPart>
            </mc:Choice>
            <mc:Fallback xmlns="">
              <p:pic>
                <p:nvPicPr>
                  <p:cNvPr id="1066" name="Ink 1065">
                    <a:extLst>
                      <a:ext uri="{FF2B5EF4-FFF2-40B4-BE49-F238E27FC236}">
                        <a16:creationId xmlns:a16="http://schemas.microsoft.com/office/drawing/2014/main" id="{5E4C1828-74DB-F2CA-58B8-A340F5263269}"/>
                      </a:ext>
                    </a:extLst>
                  </p:cNvPr>
                  <p:cNvPicPr/>
                  <p:nvPr/>
                </p:nvPicPr>
                <p:blipFill>
                  <a:blip r:embed="rId29"/>
                  <a:stretch>
                    <a:fillRect/>
                  </a:stretch>
                </p:blipFill>
                <p:spPr>
                  <a:xfrm>
                    <a:off x="11031908" y="2017193"/>
                    <a:ext cx="32040" cy="54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">
                <p14:nvContentPartPr>
                  <p14:cNvPr id="1071" name="Ink 1070">
                    <a:extLst>
                      <a:ext uri="{FF2B5EF4-FFF2-40B4-BE49-F238E27FC236}">
                        <a16:creationId xmlns:a16="http://schemas.microsoft.com/office/drawing/2014/main" id="{284A12A6-070E-3A0F-913E-670D39CC98BF}"/>
                      </a:ext>
                    </a:extLst>
                  </p14:cNvPr>
                  <p14:cNvContentPartPr/>
                  <p14:nvPr/>
                </p14:nvContentPartPr>
                <p14:xfrm>
                  <a:off x="10490108" y="2056073"/>
                  <a:ext cx="34560" cy="33480"/>
                </p14:xfrm>
              </p:contentPart>
            </mc:Choice>
            <mc:Fallback xmlns="">
              <p:pic>
                <p:nvPicPr>
                  <p:cNvPr id="1071" name="Ink 1070">
                    <a:extLst>
                      <a:ext uri="{FF2B5EF4-FFF2-40B4-BE49-F238E27FC236}">
                        <a16:creationId xmlns:a16="http://schemas.microsoft.com/office/drawing/2014/main" id="{284A12A6-070E-3A0F-913E-670D39CC98BF}"/>
                      </a:ext>
                    </a:extLst>
                  </p:cNvPr>
                  <p:cNvPicPr/>
                  <p:nvPr/>
                </p:nvPicPr>
                <p:blipFill>
                  <a:blip r:embed="rId31"/>
                  <a:stretch>
                    <a:fillRect/>
                  </a:stretch>
                </p:blipFill>
                <p:spPr>
                  <a:xfrm>
                    <a:off x="10485788" y="2051753"/>
                    <a:ext cx="43200" cy="42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2">
                <p14:nvContentPartPr>
                  <p14:cNvPr id="1072" name="Ink 1071">
                    <a:extLst>
                      <a:ext uri="{FF2B5EF4-FFF2-40B4-BE49-F238E27FC236}">
                        <a16:creationId xmlns:a16="http://schemas.microsoft.com/office/drawing/2014/main" id="{5B3421CA-07CA-0815-5955-F1B03A07F514}"/>
                      </a:ext>
                    </a:extLst>
                  </p14:cNvPr>
                  <p14:cNvContentPartPr/>
                  <p14:nvPr/>
                </p14:nvContentPartPr>
                <p14:xfrm>
                  <a:off x="10485068" y="2088113"/>
                  <a:ext cx="39960" cy="50040"/>
                </p14:xfrm>
              </p:contentPart>
            </mc:Choice>
            <mc:Fallback xmlns="">
              <p:pic>
                <p:nvPicPr>
                  <p:cNvPr id="1072" name="Ink 1071">
                    <a:extLst>
                      <a:ext uri="{FF2B5EF4-FFF2-40B4-BE49-F238E27FC236}">
                        <a16:creationId xmlns:a16="http://schemas.microsoft.com/office/drawing/2014/main" id="{5B3421CA-07CA-0815-5955-F1B03A07F514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10480748" y="2083793"/>
                    <a:ext cx="48600" cy="58680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1074" name="TextBox 1073">
              <a:extLst>
                <a:ext uri="{FF2B5EF4-FFF2-40B4-BE49-F238E27FC236}">
                  <a16:creationId xmlns:a16="http://schemas.microsoft.com/office/drawing/2014/main" id="{D35E3ACF-3FD3-1DAC-3AD9-C472F8D49C50}"/>
                </a:ext>
              </a:extLst>
            </p:cNvPr>
            <p:cNvSpPr txBox="1"/>
            <p:nvPr/>
          </p:nvSpPr>
          <p:spPr>
            <a:xfrm>
              <a:off x="11496909" y="2068014"/>
              <a:ext cx="65654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00" dirty="0"/>
                <a:t>* Web Search Tools</a:t>
              </a:r>
            </a:p>
            <a:p>
              <a:r>
                <a:rPr lang="en-IN" sz="400" dirty="0"/>
                <a:t>* DB search Tools</a:t>
              </a:r>
            </a:p>
          </p:txBody>
        </p:sp>
        <p:grpSp>
          <p:nvGrpSpPr>
            <p:cNvPr id="1085" name="Group 1084">
              <a:extLst>
                <a:ext uri="{FF2B5EF4-FFF2-40B4-BE49-F238E27FC236}">
                  <a16:creationId xmlns:a16="http://schemas.microsoft.com/office/drawing/2014/main" id="{9A4DAD3E-626F-A50D-B9FB-3C4FAFE63973}"/>
                </a:ext>
              </a:extLst>
            </p:cNvPr>
            <p:cNvGrpSpPr/>
            <p:nvPr/>
          </p:nvGrpSpPr>
          <p:grpSpPr>
            <a:xfrm>
              <a:off x="11450953" y="2121183"/>
              <a:ext cx="136800" cy="105480"/>
              <a:chOff x="11450953" y="2175613"/>
              <a:chExt cx="136800" cy="1054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4">
                <p14:nvContentPartPr>
                  <p14:cNvPr id="1078" name="Ink 1077">
                    <a:extLst>
                      <a:ext uri="{FF2B5EF4-FFF2-40B4-BE49-F238E27FC236}">
                        <a16:creationId xmlns:a16="http://schemas.microsoft.com/office/drawing/2014/main" id="{7E6AA0E5-43E9-6D23-D256-000C20E4250C}"/>
                      </a:ext>
                    </a:extLst>
                  </p14:cNvPr>
                  <p14:cNvContentPartPr/>
                  <p14:nvPr/>
                </p14:nvContentPartPr>
                <p14:xfrm>
                  <a:off x="11450953" y="2191453"/>
                  <a:ext cx="118080" cy="15840"/>
                </p14:xfrm>
              </p:contentPart>
            </mc:Choice>
            <mc:Fallback xmlns="">
              <p:pic>
                <p:nvPicPr>
                  <p:cNvPr id="1078" name="Ink 1077">
                    <a:extLst>
                      <a:ext uri="{FF2B5EF4-FFF2-40B4-BE49-F238E27FC236}">
                        <a16:creationId xmlns:a16="http://schemas.microsoft.com/office/drawing/2014/main" id="{7E6AA0E5-43E9-6D23-D256-000C20E4250C}"/>
                      </a:ext>
                    </a:extLst>
                  </p:cNvPr>
                  <p:cNvPicPr/>
                  <p:nvPr/>
                </p:nvPicPr>
                <p:blipFill>
                  <a:blip r:embed="rId35"/>
                  <a:stretch>
                    <a:fillRect/>
                  </a:stretch>
                </p:blipFill>
                <p:spPr>
                  <a:xfrm>
                    <a:off x="11446620" y="2187033"/>
                    <a:ext cx="126746" cy="2468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6">
                <p14:nvContentPartPr>
                  <p14:cNvPr id="1079" name="Ink 1078">
                    <a:extLst>
                      <a:ext uri="{FF2B5EF4-FFF2-40B4-BE49-F238E27FC236}">
                        <a16:creationId xmlns:a16="http://schemas.microsoft.com/office/drawing/2014/main" id="{BAA12C03-FED7-15E5-43EF-C534EEA1A260}"/>
                      </a:ext>
                    </a:extLst>
                  </p14:cNvPr>
                  <p14:cNvContentPartPr/>
                  <p14:nvPr/>
                </p14:nvContentPartPr>
                <p14:xfrm>
                  <a:off x="11563993" y="2175613"/>
                  <a:ext cx="23760" cy="30960"/>
                </p14:xfrm>
              </p:contentPart>
            </mc:Choice>
            <mc:Fallback xmlns="">
              <p:pic>
                <p:nvPicPr>
                  <p:cNvPr id="1079" name="Ink 1078">
                    <a:extLst>
                      <a:ext uri="{FF2B5EF4-FFF2-40B4-BE49-F238E27FC236}">
                        <a16:creationId xmlns:a16="http://schemas.microsoft.com/office/drawing/2014/main" id="{BAA12C03-FED7-15E5-43EF-C534EEA1A260}"/>
                      </a:ext>
                    </a:extLst>
                  </p:cNvPr>
                  <p:cNvPicPr/>
                  <p:nvPr/>
                </p:nvPicPr>
                <p:blipFill>
                  <a:blip r:embed="rId37"/>
                  <a:stretch>
                    <a:fillRect/>
                  </a:stretch>
                </p:blipFill>
                <p:spPr>
                  <a:xfrm>
                    <a:off x="11559673" y="2171293"/>
                    <a:ext cx="32400" cy="39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8">
                <p14:nvContentPartPr>
                  <p14:cNvPr id="1080" name="Ink 1079">
                    <a:extLst>
                      <a:ext uri="{FF2B5EF4-FFF2-40B4-BE49-F238E27FC236}">
                        <a16:creationId xmlns:a16="http://schemas.microsoft.com/office/drawing/2014/main" id="{E0F0829B-E72E-123C-5980-2ACD0BE8778F}"/>
                      </a:ext>
                    </a:extLst>
                  </p14:cNvPr>
                  <p14:cNvContentPartPr/>
                  <p14:nvPr/>
                </p14:nvContentPartPr>
                <p14:xfrm>
                  <a:off x="11450953" y="2251213"/>
                  <a:ext cx="115560" cy="29880"/>
                </p14:xfrm>
              </p:contentPart>
            </mc:Choice>
            <mc:Fallback xmlns="">
              <p:pic>
                <p:nvPicPr>
                  <p:cNvPr id="1080" name="Ink 1079">
                    <a:extLst>
                      <a:ext uri="{FF2B5EF4-FFF2-40B4-BE49-F238E27FC236}">
                        <a16:creationId xmlns:a16="http://schemas.microsoft.com/office/drawing/2014/main" id="{E0F0829B-E72E-123C-5980-2ACD0BE8778F}"/>
                      </a:ext>
                    </a:extLst>
                  </p:cNvPr>
                  <p:cNvPicPr/>
                  <p:nvPr/>
                </p:nvPicPr>
                <p:blipFill>
                  <a:blip r:embed="rId39"/>
                  <a:stretch>
                    <a:fillRect/>
                  </a:stretch>
                </p:blipFill>
                <p:spPr>
                  <a:xfrm>
                    <a:off x="11446633" y="2246944"/>
                    <a:ext cx="124200" cy="3841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0">
                <p14:nvContentPartPr>
                  <p14:cNvPr id="1084" name="Ink 1083">
                    <a:extLst>
                      <a:ext uri="{FF2B5EF4-FFF2-40B4-BE49-F238E27FC236}">
                        <a16:creationId xmlns:a16="http://schemas.microsoft.com/office/drawing/2014/main" id="{6D1A199F-69F5-A278-4186-63DEB9E65843}"/>
                      </a:ext>
                    </a:extLst>
                  </p14:cNvPr>
                  <p14:cNvContentPartPr/>
                  <p14:nvPr/>
                </p14:nvContentPartPr>
                <p14:xfrm>
                  <a:off x="11547073" y="2238613"/>
                  <a:ext cx="24840" cy="40320"/>
                </p14:xfrm>
              </p:contentPart>
            </mc:Choice>
            <mc:Fallback xmlns="">
              <p:pic>
                <p:nvPicPr>
                  <p:cNvPr id="1084" name="Ink 1083">
                    <a:extLst>
                      <a:ext uri="{FF2B5EF4-FFF2-40B4-BE49-F238E27FC236}">
                        <a16:creationId xmlns:a16="http://schemas.microsoft.com/office/drawing/2014/main" id="{6D1A199F-69F5-A278-4186-63DEB9E65843}"/>
                      </a:ext>
                    </a:extLst>
                  </p:cNvPr>
                  <p:cNvPicPr/>
                  <p:nvPr/>
                </p:nvPicPr>
                <p:blipFill>
                  <a:blip r:embed="rId41"/>
                  <a:stretch>
                    <a:fillRect/>
                  </a:stretch>
                </p:blipFill>
                <p:spPr>
                  <a:xfrm>
                    <a:off x="11542753" y="2234254"/>
                    <a:ext cx="33480" cy="49038"/>
                  </a:xfrm>
                  <a:prstGeom prst="rect">
                    <a:avLst/>
                  </a:prstGeom>
                </p:spPr>
              </p:pic>
            </mc:Fallback>
          </mc:AlternateContent>
        </p:grpSp>
        <p:pic>
          <p:nvPicPr>
            <p:cNvPr id="3" name="Picture 4" descr="Brain Icon Vector Art, Icons, and Graphics for Free Download">
              <a:extLst>
                <a:ext uri="{FF2B5EF4-FFF2-40B4-BE49-F238E27FC236}">
                  <a16:creationId xmlns:a16="http://schemas.microsoft.com/office/drawing/2014/main" id="{4CA42B51-06E8-D3D6-CA62-CAA9C08792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48383" y="1652030"/>
              <a:ext cx="386628" cy="3678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466" name="Group 17465">
            <a:extLst>
              <a:ext uri="{FF2B5EF4-FFF2-40B4-BE49-F238E27FC236}">
                <a16:creationId xmlns:a16="http://schemas.microsoft.com/office/drawing/2014/main" id="{CC80E352-A87E-1346-07A1-9953DFFE1229}"/>
              </a:ext>
            </a:extLst>
          </p:cNvPr>
          <p:cNvGrpSpPr/>
          <p:nvPr/>
        </p:nvGrpSpPr>
        <p:grpSpPr>
          <a:xfrm>
            <a:off x="5830840" y="3187058"/>
            <a:ext cx="1124480" cy="484348"/>
            <a:chOff x="5678444" y="3373614"/>
            <a:chExt cx="1124480" cy="484348"/>
          </a:xfrm>
        </p:grpSpPr>
        <p:sp>
          <p:nvSpPr>
            <p:cNvPr id="17419" name="Rectangle: Rounded Corners 17418">
              <a:extLst>
                <a:ext uri="{FF2B5EF4-FFF2-40B4-BE49-F238E27FC236}">
                  <a16:creationId xmlns:a16="http://schemas.microsoft.com/office/drawing/2014/main" id="{2E9DB6BE-A98E-DAA5-C8BA-7E27087B7DBA}"/>
                </a:ext>
              </a:extLst>
            </p:cNvPr>
            <p:cNvSpPr/>
            <p:nvPr/>
          </p:nvSpPr>
          <p:spPr>
            <a:xfrm>
              <a:off x="6401551" y="3505778"/>
              <a:ext cx="369447" cy="186928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400" dirty="0"/>
            </a:p>
          </p:txBody>
        </p:sp>
        <p:sp>
          <p:nvSpPr>
            <p:cNvPr id="17421" name="TextBox 17420">
              <a:extLst>
                <a:ext uri="{FF2B5EF4-FFF2-40B4-BE49-F238E27FC236}">
                  <a16:creationId xmlns:a16="http://schemas.microsoft.com/office/drawing/2014/main" id="{7CC41516-C3EC-C6F8-A988-CDD8BDCAA34D}"/>
                </a:ext>
              </a:extLst>
            </p:cNvPr>
            <p:cNvSpPr txBox="1"/>
            <p:nvPr/>
          </p:nvSpPr>
          <p:spPr>
            <a:xfrm>
              <a:off x="6395596" y="3505355"/>
              <a:ext cx="407328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600" dirty="0"/>
                <a:t>ESP 32</a:t>
              </a:r>
            </a:p>
          </p:txBody>
        </p:sp>
        <p:grpSp>
          <p:nvGrpSpPr>
            <p:cNvPr id="17428" name="Group 17427">
              <a:extLst>
                <a:ext uri="{FF2B5EF4-FFF2-40B4-BE49-F238E27FC236}">
                  <a16:creationId xmlns:a16="http://schemas.microsoft.com/office/drawing/2014/main" id="{B7FFB137-3EEA-F72A-4150-4BDE58088D2A}"/>
                </a:ext>
              </a:extLst>
            </p:cNvPr>
            <p:cNvGrpSpPr/>
            <p:nvPr/>
          </p:nvGrpSpPr>
          <p:grpSpPr>
            <a:xfrm>
              <a:off x="5769869" y="3373614"/>
              <a:ext cx="612741" cy="138499"/>
              <a:chOff x="5806282" y="3373614"/>
              <a:chExt cx="612741" cy="138499"/>
            </a:xfrm>
          </p:grpSpPr>
          <p:sp>
            <p:nvSpPr>
              <p:cNvPr id="17427" name="TextBox 17426">
                <a:extLst>
                  <a:ext uri="{FF2B5EF4-FFF2-40B4-BE49-F238E27FC236}">
                    <a16:creationId xmlns:a16="http://schemas.microsoft.com/office/drawing/2014/main" id="{B30CC5EB-0AA3-C7C7-1101-AC24BC54D647}"/>
                  </a:ext>
                </a:extLst>
              </p:cNvPr>
              <p:cNvSpPr txBox="1"/>
              <p:nvPr/>
            </p:nvSpPr>
            <p:spPr>
              <a:xfrm>
                <a:off x="5806282" y="3373614"/>
                <a:ext cx="612741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00" dirty="0"/>
                  <a:t>Temperature Sensor</a:t>
                </a:r>
              </a:p>
            </p:txBody>
          </p:sp>
          <p:sp>
            <p:nvSpPr>
              <p:cNvPr id="17426" name="Rectangle 17425">
                <a:extLst>
                  <a:ext uri="{FF2B5EF4-FFF2-40B4-BE49-F238E27FC236}">
                    <a16:creationId xmlns:a16="http://schemas.microsoft.com/office/drawing/2014/main" id="{76B7C23B-B80D-F1A5-7CCA-80C93D91C88B}"/>
                  </a:ext>
                </a:extLst>
              </p:cNvPr>
              <p:cNvSpPr/>
              <p:nvPr/>
            </p:nvSpPr>
            <p:spPr>
              <a:xfrm>
                <a:off x="5862298" y="3401193"/>
                <a:ext cx="407328" cy="83343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7432" name="Group 17431">
              <a:extLst>
                <a:ext uri="{FF2B5EF4-FFF2-40B4-BE49-F238E27FC236}">
                  <a16:creationId xmlns:a16="http://schemas.microsoft.com/office/drawing/2014/main" id="{A467ACCD-AF02-7C84-7CD7-9136C9A961B4}"/>
                </a:ext>
              </a:extLst>
            </p:cNvPr>
            <p:cNvGrpSpPr/>
            <p:nvPr/>
          </p:nvGrpSpPr>
          <p:grpSpPr>
            <a:xfrm>
              <a:off x="5713318" y="3479545"/>
              <a:ext cx="612741" cy="138499"/>
              <a:chOff x="5806282" y="3373614"/>
              <a:chExt cx="612741" cy="138499"/>
            </a:xfrm>
          </p:grpSpPr>
          <p:sp>
            <p:nvSpPr>
              <p:cNvPr id="17434" name="TextBox 17433">
                <a:extLst>
                  <a:ext uri="{FF2B5EF4-FFF2-40B4-BE49-F238E27FC236}">
                    <a16:creationId xmlns:a16="http://schemas.microsoft.com/office/drawing/2014/main" id="{EF73FE72-C0CD-C419-F7AC-152C205FE31C}"/>
                  </a:ext>
                </a:extLst>
              </p:cNvPr>
              <p:cNvSpPr txBox="1"/>
              <p:nvPr/>
            </p:nvSpPr>
            <p:spPr>
              <a:xfrm>
                <a:off x="5806282" y="3373614"/>
                <a:ext cx="612741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00" dirty="0"/>
                  <a:t>Turbidity Sensor</a:t>
                </a:r>
              </a:p>
            </p:txBody>
          </p:sp>
          <p:sp>
            <p:nvSpPr>
              <p:cNvPr id="17435" name="Rectangle 17434">
                <a:extLst>
                  <a:ext uri="{FF2B5EF4-FFF2-40B4-BE49-F238E27FC236}">
                    <a16:creationId xmlns:a16="http://schemas.microsoft.com/office/drawing/2014/main" id="{B4D7D1C2-474A-9EE8-7846-2DB260624C81}"/>
                  </a:ext>
                </a:extLst>
              </p:cNvPr>
              <p:cNvSpPr/>
              <p:nvPr/>
            </p:nvSpPr>
            <p:spPr>
              <a:xfrm>
                <a:off x="5862298" y="3401193"/>
                <a:ext cx="407328" cy="83343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7436" name="Group 17435">
              <a:extLst>
                <a:ext uri="{FF2B5EF4-FFF2-40B4-BE49-F238E27FC236}">
                  <a16:creationId xmlns:a16="http://schemas.microsoft.com/office/drawing/2014/main" id="{60361E28-792E-A7C8-518C-593425DFD055}"/>
                </a:ext>
              </a:extLst>
            </p:cNvPr>
            <p:cNvGrpSpPr/>
            <p:nvPr/>
          </p:nvGrpSpPr>
          <p:grpSpPr>
            <a:xfrm>
              <a:off x="5724610" y="3578915"/>
              <a:ext cx="612741" cy="138499"/>
              <a:chOff x="5806891" y="3372148"/>
              <a:chExt cx="612741" cy="138499"/>
            </a:xfrm>
          </p:grpSpPr>
          <p:sp>
            <p:nvSpPr>
              <p:cNvPr id="17437" name="TextBox 17436">
                <a:extLst>
                  <a:ext uri="{FF2B5EF4-FFF2-40B4-BE49-F238E27FC236}">
                    <a16:creationId xmlns:a16="http://schemas.microsoft.com/office/drawing/2014/main" id="{A6CC071D-4BA4-DDBB-F32C-A7E8E177A409}"/>
                  </a:ext>
                </a:extLst>
              </p:cNvPr>
              <p:cNvSpPr txBox="1"/>
              <p:nvPr/>
            </p:nvSpPr>
            <p:spPr>
              <a:xfrm>
                <a:off x="5806891" y="3372148"/>
                <a:ext cx="612741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00" dirty="0"/>
                  <a:t>PH Sensor</a:t>
                </a:r>
              </a:p>
            </p:txBody>
          </p:sp>
          <p:sp>
            <p:nvSpPr>
              <p:cNvPr id="17439" name="Rectangle 17438">
                <a:extLst>
                  <a:ext uri="{FF2B5EF4-FFF2-40B4-BE49-F238E27FC236}">
                    <a16:creationId xmlns:a16="http://schemas.microsoft.com/office/drawing/2014/main" id="{1D3C377F-E649-35B1-E1AC-9943FF947D04}"/>
                  </a:ext>
                </a:extLst>
              </p:cNvPr>
              <p:cNvSpPr/>
              <p:nvPr/>
            </p:nvSpPr>
            <p:spPr>
              <a:xfrm>
                <a:off x="5862298" y="3401193"/>
                <a:ext cx="407328" cy="83343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7441" name="Group 17440">
              <a:extLst>
                <a:ext uri="{FF2B5EF4-FFF2-40B4-BE49-F238E27FC236}">
                  <a16:creationId xmlns:a16="http://schemas.microsoft.com/office/drawing/2014/main" id="{3FF0BEF4-E463-89CF-E035-0BCD88ACD5A1}"/>
                </a:ext>
              </a:extLst>
            </p:cNvPr>
            <p:cNvGrpSpPr/>
            <p:nvPr/>
          </p:nvGrpSpPr>
          <p:grpSpPr>
            <a:xfrm>
              <a:off x="5678444" y="3688276"/>
              <a:ext cx="686284" cy="169686"/>
              <a:chOff x="5806282" y="3373614"/>
              <a:chExt cx="605321" cy="184666"/>
            </a:xfrm>
          </p:grpSpPr>
          <p:sp>
            <p:nvSpPr>
              <p:cNvPr id="17442" name="TextBox 17441">
                <a:extLst>
                  <a:ext uri="{FF2B5EF4-FFF2-40B4-BE49-F238E27FC236}">
                    <a16:creationId xmlns:a16="http://schemas.microsoft.com/office/drawing/2014/main" id="{F407B8C8-E719-61A4-DE99-D4CF6FD1EB99}"/>
                  </a:ext>
                </a:extLst>
              </p:cNvPr>
              <p:cNvSpPr txBox="1"/>
              <p:nvPr/>
            </p:nvSpPr>
            <p:spPr>
              <a:xfrm>
                <a:off x="5806282" y="3373614"/>
                <a:ext cx="605321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00" dirty="0"/>
                  <a:t>Other Water Quality Sensor</a:t>
                </a:r>
              </a:p>
            </p:txBody>
          </p:sp>
          <p:sp>
            <p:nvSpPr>
              <p:cNvPr id="17443" name="Rectangle 17442">
                <a:extLst>
                  <a:ext uri="{FF2B5EF4-FFF2-40B4-BE49-F238E27FC236}">
                    <a16:creationId xmlns:a16="http://schemas.microsoft.com/office/drawing/2014/main" id="{70CCC774-6FCB-BD82-86A5-86FF79BAB304}"/>
                  </a:ext>
                </a:extLst>
              </p:cNvPr>
              <p:cNvSpPr/>
              <p:nvPr/>
            </p:nvSpPr>
            <p:spPr>
              <a:xfrm>
                <a:off x="5862298" y="3401193"/>
                <a:ext cx="407328" cy="83343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cxnSp>
          <p:nvCxnSpPr>
            <p:cNvPr id="17450" name="Connector: Curved 17449">
              <a:extLst>
                <a:ext uri="{FF2B5EF4-FFF2-40B4-BE49-F238E27FC236}">
                  <a16:creationId xmlns:a16="http://schemas.microsoft.com/office/drawing/2014/main" id="{A24611F2-1856-94AF-BF95-62076B8CE2C1}"/>
                </a:ext>
              </a:extLst>
            </p:cNvPr>
            <p:cNvCxnSpPr>
              <a:cxnSpLocks/>
              <a:stCxn id="17426" idx="3"/>
              <a:endCxn id="17421" idx="1"/>
            </p:cNvCxnSpPr>
            <p:nvPr/>
          </p:nvCxnSpPr>
          <p:spPr>
            <a:xfrm>
              <a:off x="6233213" y="3442865"/>
              <a:ext cx="162383" cy="154823"/>
            </a:xfrm>
            <a:prstGeom prst="curvedConnector3">
              <a:avLst>
                <a:gd name="adj1" fmla="val 5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56" name="Connector: Curved 17455">
              <a:extLst>
                <a:ext uri="{FF2B5EF4-FFF2-40B4-BE49-F238E27FC236}">
                  <a16:creationId xmlns:a16="http://schemas.microsoft.com/office/drawing/2014/main" id="{0DD90B13-5DE8-385C-EE61-768751462B36}"/>
                </a:ext>
              </a:extLst>
            </p:cNvPr>
            <p:cNvCxnSpPr>
              <a:cxnSpLocks/>
              <a:stCxn id="17435" idx="3"/>
              <a:endCxn id="17421" idx="1"/>
            </p:cNvCxnSpPr>
            <p:nvPr/>
          </p:nvCxnSpPr>
          <p:spPr>
            <a:xfrm>
              <a:off x="6176662" y="3548796"/>
              <a:ext cx="218934" cy="48892"/>
            </a:xfrm>
            <a:prstGeom prst="curvedConnector3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59" name="Connector: Curved 17458">
              <a:extLst>
                <a:ext uri="{FF2B5EF4-FFF2-40B4-BE49-F238E27FC236}">
                  <a16:creationId xmlns:a16="http://schemas.microsoft.com/office/drawing/2014/main" id="{CC802EE0-3256-D5B9-C5CF-3B3882F3316F}"/>
                </a:ext>
              </a:extLst>
            </p:cNvPr>
            <p:cNvCxnSpPr>
              <a:cxnSpLocks/>
              <a:stCxn id="17439" idx="3"/>
              <a:endCxn id="17421" idx="1"/>
            </p:cNvCxnSpPr>
            <p:nvPr/>
          </p:nvCxnSpPr>
          <p:spPr>
            <a:xfrm flipV="1">
              <a:off x="6187345" y="3597688"/>
              <a:ext cx="208251" cy="51944"/>
            </a:xfrm>
            <a:prstGeom prst="curvedConnector3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62" name="Connector: Curved 17461">
              <a:extLst>
                <a:ext uri="{FF2B5EF4-FFF2-40B4-BE49-F238E27FC236}">
                  <a16:creationId xmlns:a16="http://schemas.microsoft.com/office/drawing/2014/main" id="{1488B596-9E46-3CD5-06E0-BE49F0C7840F}"/>
                </a:ext>
              </a:extLst>
            </p:cNvPr>
            <p:cNvCxnSpPr>
              <a:cxnSpLocks/>
              <a:stCxn id="17443" idx="3"/>
              <a:endCxn id="17421" idx="1"/>
            </p:cNvCxnSpPr>
            <p:nvPr/>
          </p:nvCxnSpPr>
          <p:spPr>
            <a:xfrm flipV="1">
              <a:off x="6203761" y="3597688"/>
              <a:ext cx="191835" cy="154221"/>
            </a:xfrm>
            <a:prstGeom prst="curvedConnector3">
              <a:avLst>
                <a:gd name="adj1" fmla="val 5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467" name="Group 17466">
            <a:extLst>
              <a:ext uri="{FF2B5EF4-FFF2-40B4-BE49-F238E27FC236}">
                <a16:creationId xmlns:a16="http://schemas.microsoft.com/office/drawing/2014/main" id="{552F9098-24B1-66C9-873A-BDDCC98B34BD}"/>
              </a:ext>
            </a:extLst>
          </p:cNvPr>
          <p:cNvGrpSpPr/>
          <p:nvPr/>
        </p:nvGrpSpPr>
        <p:grpSpPr>
          <a:xfrm>
            <a:off x="5813106" y="3701643"/>
            <a:ext cx="1124480" cy="484348"/>
            <a:chOff x="5678444" y="3373614"/>
            <a:chExt cx="1124480" cy="484348"/>
          </a:xfrm>
        </p:grpSpPr>
        <p:sp>
          <p:nvSpPr>
            <p:cNvPr id="17468" name="Rectangle: Rounded Corners 17467">
              <a:extLst>
                <a:ext uri="{FF2B5EF4-FFF2-40B4-BE49-F238E27FC236}">
                  <a16:creationId xmlns:a16="http://schemas.microsoft.com/office/drawing/2014/main" id="{89B4AB32-EF39-2D7C-7951-AC8914DBD226}"/>
                </a:ext>
              </a:extLst>
            </p:cNvPr>
            <p:cNvSpPr/>
            <p:nvPr/>
          </p:nvSpPr>
          <p:spPr>
            <a:xfrm>
              <a:off x="6401551" y="3505778"/>
              <a:ext cx="369447" cy="186928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400" dirty="0"/>
            </a:p>
          </p:txBody>
        </p:sp>
        <p:sp>
          <p:nvSpPr>
            <p:cNvPr id="17469" name="TextBox 17468">
              <a:extLst>
                <a:ext uri="{FF2B5EF4-FFF2-40B4-BE49-F238E27FC236}">
                  <a16:creationId xmlns:a16="http://schemas.microsoft.com/office/drawing/2014/main" id="{8A41ABC7-67E1-F91A-9D9E-ADC145D5C046}"/>
                </a:ext>
              </a:extLst>
            </p:cNvPr>
            <p:cNvSpPr txBox="1"/>
            <p:nvPr/>
          </p:nvSpPr>
          <p:spPr>
            <a:xfrm>
              <a:off x="6395596" y="3505355"/>
              <a:ext cx="407328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600" dirty="0"/>
                <a:t>ESP 32</a:t>
              </a:r>
            </a:p>
          </p:txBody>
        </p:sp>
        <p:grpSp>
          <p:nvGrpSpPr>
            <p:cNvPr id="17470" name="Group 17469">
              <a:extLst>
                <a:ext uri="{FF2B5EF4-FFF2-40B4-BE49-F238E27FC236}">
                  <a16:creationId xmlns:a16="http://schemas.microsoft.com/office/drawing/2014/main" id="{A128E68F-FDFE-1408-074E-462CC266097D}"/>
                </a:ext>
              </a:extLst>
            </p:cNvPr>
            <p:cNvGrpSpPr/>
            <p:nvPr/>
          </p:nvGrpSpPr>
          <p:grpSpPr>
            <a:xfrm>
              <a:off x="5769869" y="3373614"/>
              <a:ext cx="612741" cy="138499"/>
              <a:chOff x="5806282" y="3373614"/>
              <a:chExt cx="612741" cy="138499"/>
            </a:xfrm>
          </p:grpSpPr>
          <p:sp>
            <p:nvSpPr>
              <p:cNvPr id="17484" name="TextBox 17483">
                <a:extLst>
                  <a:ext uri="{FF2B5EF4-FFF2-40B4-BE49-F238E27FC236}">
                    <a16:creationId xmlns:a16="http://schemas.microsoft.com/office/drawing/2014/main" id="{AEE34CCD-6E40-5DF0-127A-F269E6B05389}"/>
                  </a:ext>
                </a:extLst>
              </p:cNvPr>
              <p:cNvSpPr txBox="1"/>
              <p:nvPr/>
            </p:nvSpPr>
            <p:spPr>
              <a:xfrm>
                <a:off x="5806282" y="3373614"/>
                <a:ext cx="612741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00" dirty="0"/>
                  <a:t>Temperature Sensor</a:t>
                </a:r>
              </a:p>
            </p:txBody>
          </p:sp>
          <p:sp>
            <p:nvSpPr>
              <p:cNvPr id="17485" name="Rectangle 17484">
                <a:extLst>
                  <a:ext uri="{FF2B5EF4-FFF2-40B4-BE49-F238E27FC236}">
                    <a16:creationId xmlns:a16="http://schemas.microsoft.com/office/drawing/2014/main" id="{8F52059C-21C7-3D15-AB3C-49C332335401}"/>
                  </a:ext>
                </a:extLst>
              </p:cNvPr>
              <p:cNvSpPr/>
              <p:nvPr/>
            </p:nvSpPr>
            <p:spPr>
              <a:xfrm>
                <a:off x="5862298" y="3401193"/>
                <a:ext cx="407328" cy="83343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7471" name="Group 17470">
              <a:extLst>
                <a:ext uri="{FF2B5EF4-FFF2-40B4-BE49-F238E27FC236}">
                  <a16:creationId xmlns:a16="http://schemas.microsoft.com/office/drawing/2014/main" id="{0FEC3AE6-C5EE-9B77-E21F-8579CB8E2470}"/>
                </a:ext>
              </a:extLst>
            </p:cNvPr>
            <p:cNvGrpSpPr/>
            <p:nvPr/>
          </p:nvGrpSpPr>
          <p:grpSpPr>
            <a:xfrm>
              <a:off x="5713318" y="3479545"/>
              <a:ext cx="612741" cy="138499"/>
              <a:chOff x="5806282" y="3373614"/>
              <a:chExt cx="612741" cy="138499"/>
            </a:xfrm>
          </p:grpSpPr>
          <p:sp>
            <p:nvSpPr>
              <p:cNvPr id="17482" name="TextBox 17481">
                <a:extLst>
                  <a:ext uri="{FF2B5EF4-FFF2-40B4-BE49-F238E27FC236}">
                    <a16:creationId xmlns:a16="http://schemas.microsoft.com/office/drawing/2014/main" id="{9E9798A2-D427-4F61-E78F-920BD2804418}"/>
                  </a:ext>
                </a:extLst>
              </p:cNvPr>
              <p:cNvSpPr txBox="1"/>
              <p:nvPr/>
            </p:nvSpPr>
            <p:spPr>
              <a:xfrm>
                <a:off x="5806282" y="3373614"/>
                <a:ext cx="612741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00" dirty="0"/>
                  <a:t>Turbidity Sensor</a:t>
                </a:r>
              </a:p>
            </p:txBody>
          </p:sp>
          <p:sp>
            <p:nvSpPr>
              <p:cNvPr id="17483" name="Rectangle 17482">
                <a:extLst>
                  <a:ext uri="{FF2B5EF4-FFF2-40B4-BE49-F238E27FC236}">
                    <a16:creationId xmlns:a16="http://schemas.microsoft.com/office/drawing/2014/main" id="{398EDAD4-F9A4-9335-30AF-AEDDE3A8AB50}"/>
                  </a:ext>
                </a:extLst>
              </p:cNvPr>
              <p:cNvSpPr/>
              <p:nvPr/>
            </p:nvSpPr>
            <p:spPr>
              <a:xfrm>
                <a:off x="5862298" y="3401193"/>
                <a:ext cx="407328" cy="83343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7472" name="Group 17471">
              <a:extLst>
                <a:ext uri="{FF2B5EF4-FFF2-40B4-BE49-F238E27FC236}">
                  <a16:creationId xmlns:a16="http://schemas.microsoft.com/office/drawing/2014/main" id="{51185650-6CDB-6971-D08F-631ECE6ABAFD}"/>
                </a:ext>
              </a:extLst>
            </p:cNvPr>
            <p:cNvGrpSpPr/>
            <p:nvPr/>
          </p:nvGrpSpPr>
          <p:grpSpPr>
            <a:xfrm>
              <a:off x="5724610" y="3578915"/>
              <a:ext cx="612741" cy="138499"/>
              <a:chOff x="5806891" y="3372148"/>
              <a:chExt cx="612741" cy="138499"/>
            </a:xfrm>
          </p:grpSpPr>
          <p:sp>
            <p:nvSpPr>
              <p:cNvPr id="17480" name="TextBox 17479">
                <a:extLst>
                  <a:ext uri="{FF2B5EF4-FFF2-40B4-BE49-F238E27FC236}">
                    <a16:creationId xmlns:a16="http://schemas.microsoft.com/office/drawing/2014/main" id="{7C51FB61-36B5-23FD-0A9D-F7752B0D385E}"/>
                  </a:ext>
                </a:extLst>
              </p:cNvPr>
              <p:cNvSpPr txBox="1"/>
              <p:nvPr/>
            </p:nvSpPr>
            <p:spPr>
              <a:xfrm>
                <a:off x="5806891" y="3372148"/>
                <a:ext cx="612741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00" dirty="0"/>
                  <a:t>PH Sensor</a:t>
                </a:r>
              </a:p>
            </p:txBody>
          </p:sp>
          <p:sp>
            <p:nvSpPr>
              <p:cNvPr id="17481" name="Rectangle 17480">
                <a:extLst>
                  <a:ext uri="{FF2B5EF4-FFF2-40B4-BE49-F238E27FC236}">
                    <a16:creationId xmlns:a16="http://schemas.microsoft.com/office/drawing/2014/main" id="{A632FD26-7F7A-5207-3E3D-1BE8049D87CD}"/>
                  </a:ext>
                </a:extLst>
              </p:cNvPr>
              <p:cNvSpPr/>
              <p:nvPr/>
            </p:nvSpPr>
            <p:spPr>
              <a:xfrm>
                <a:off x="5862298" y="3401193"/>
                <a:ext cx="407328" cy="83343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7473" name="Group 17472">
              <a:extLst>
                <a:ext uri="{FF2B5EF4-FFF2-40B4-BE49-F238E27FC236}">
                  <a16:creationId xmlns:a16="http://schemas.microsoft.com/office/drawing/2014/main" id="{A71125E8-842F-CE99-4015-105DC6A87E1E}"/>
                </a:ext>
              </a:extLst>
            </p:cNvPr>
            <p:cNvGrpSpPr/>
            <p:nvPr/>
          </p:nvGrpSpPr>
          <p:grpSpPr>
            <a:xfrm>
              <a:off x="5678444" y="3688276"/>
              <a:ext cx="686284" cy="169686"/>
              <a:chOff x="5806282" y="3373614"/>
              <a:chExt cx="605321" cy="184666"/>
            </a:xfrm>
          </p:grpSpPr>
          <p:sp>
            <p:nvSpPr>
              <p:cNvPr id="17478" name="TextBox 17477">
                <a:extLst>
                  <a:ext uri="{FF2B5EF4-FFF2-40B4-BE49-F238E27FC236}">
                    <a16:creationId xmlns:a16="http://schemas.microsoft.com/office/drawing/2014/main" id="{C97DBF00-79D4-29EC-002A-5C6DF4849779}"/>
                  </a:ext>
                </a:extLst>
              </p:cNvPr>
              <p:cNvSpPr txBox="1"/>
              <p:nvPr/>
            </p:nvSpPr>
            <p:spPr>
              <a:xfrm>
                <a:off x="5806282" y="3373614"/>
                <a:ext cx="605321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00" dirty="0"/>
                  <a:t>Other Water Quality Sensor</a:t>
                </a:r>
              </a:p>
            </p:txBody>
          </p:sp>
          <p:sp>
            <p:nvSpPr>
              <p:cNvPr id="17479" name="Rectangle 17478">
                <a:extLst>
                  <a:ext uri="{FF2B5EF4-FFF2-40B4-BE49-F238E27FC236}">
                    <a16:creationId xmlns:a16="http://schemas.microsoft.com/office/drawing/2014/main" id="{0D330858-B628-17A5-79B4-37E04539DE3E}"/>
                  </a:ext>
                </a:extLst>
              </p:cNvPr>
              <p:cNvSpPr/>
              <p:nvPr/>
            </p:nvSpPr>
            <p:spPr>
              <a:xfrm>
                <a:off x="5862298" y="3401193"/>
                <a:ext cx="407328" cy="83343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cxnSp>
          <p:nvCxnSpPr>
            <p:cNvPr id="17474" name="Connector: Curved 17473">
              <a:extLst>
                <a:ext uri="{FF2B5EF4-FFF2-40B4-BE49-F238E27FC236}">
                  <a16:creationId xmlns:a16="http://schemas.microsoft.com/office/drawing/2014/main" id="{12016AD7-34E4-2DF8-5A12-AF2B9B84043D}"/>
                </a:ext>
              </a:extLst>
            </p:cNvPr>
            <p:cNvCxnSpPr>
              <a:cxnSpLocks/>
              <a:stCxn id="17485" idx="3"/>
              <a:endCxn id="17469" idx="1"/>
            </p:cNvCxnSpPr>
            <p:nvPr/>
          </p:nvCxnSpPr>
          <p:spPr>
            <a:xfrm>
              <a:off x="6233213" y="3442865"/>
              <a:ext cx="162383" cy="154823"/>
            </a:xfrm>
            <a:prstGeom prst="curvedConnector3">
              <a:avLst>
                <a:gd name="adj1" fmla="val 5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75" name="Connector: Curved 17474">
              <a:extLst>
                <a:ext uri="{FF2B5EF4-FFF2-40B4-BE49-F238E27FC236}">
                  <a16:creationId xmlns:a16="http://schemas.microsoft.com/office/drawing/2014/main" id="{1C98B955-62E2-2E92-F9F1-93273F50650B}"/>
                </a:ext>
              </a:extLst>
            </p:cNvPr>
            <p:cNvCxnSpPr>
              <a:cxnSpLocks/>
              <a:stCxn id="17483" idx="3"/>
              <a:endCxn id="17469" idx="1"/>
            </p:cNvCxnSpPr>
            <p:nvPr/>
          </p:nvCxnSpPr>
          <p:spPr>
            <a:xfrm>
              <a:off x="6176662" y="3548796"/>
              <a:ext cx="218934" cy="48892"/>
            </a:xfrm>
            <a:prstGeom prst="curvedConnector3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76" name="Connector: Curved 17475">
              <a:extLst>
                <a:ext uri="{FF2B5EF4-FFF2-40B4-BE49-F238E27FC236}">
                  <a16:creationId xmlns:a16="http://schemas.microsoft.com/office/drawing/2014/main" id="{30574135-53BB-7A9C-6598-BCBD172AD701}"/>
                </a:ext>
              </a:extLst>
            </p:cNvPr>
            <p:cNvCxnSpPr>
              <a:cxnSpLocks/>
              <a:stCxn id="17481" idx="3"/>
              <a:endCxn id="17469" idx="1"/>
            </p:cNvCxnSpPr>
            <p:nvPr/>
          </p:nvCxnSpPr>
          <p:spPr>
            <a:xfrm flipV="1">
              <a:off x="6187345" y="3597688"/>
              <a:ext cx="208251" cy="51944"/>
            </a:xfrm>
            <a:prstGeom prst="curvedConnector3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77" name="Connector: Curved 17476">
              <a:extLst>
                <a:ext uri="{FF2B5EF4-FFF2-40B4-BE49-F238E27FC236}">
                  <a16:creationId xmlns:a16="http://schemas.microsoft.com/office/drawing/2014/main" id="{41B81527-E858-564F-C0CC-417CC378266F}"/>
                </a:ext>
              </a:extLst>
            </p:cNvPr>
            <p:cNvCxnSpPr>
              <a:cxnSpLocks/>
              <a:stCxn id="17479" idx="3"/>
              <a:endCxn id="17469" idx="1"/>
            </p:cNvCxnSpPr>
            <p:nvPr/>
          </p:nvCxnSpPr>
          <p:spPr>
            <a:xfrm flipV="1">
              <a:off x="6203761" y="3597688"/>
              <a:ext cx="191835" cy="154221"/>
            </a:xfrm>
            <a:prstGeom prst="curvedConnector3">
              <a:avLst>
                <a:gd name="adj1" fmla="val 5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486" name="Group 17485">
            <a:extLst>
              <a:ext uri="{FF2B5EF4-FFF2-40B4-BE49-F238E27FC236}">
                <a16:creationId xmlns:a16="http://schemas.microsoft.com/office/drawing/2014/main" id="{D6616044-30B5-D9F4-4797-31BEBA5FD3B5}"/>
              </a:ext>
            </a:extLst>
          </p:cNvPr>
          <p:cNvGrpSpPr/>
          <p:nvPr/>
        </p:nvGrpSpPr>
        <p:grpSpPr>
          <a:xfrm>
            <a:off x="5838705" y="4205507"/>
            <a:ext cx="1124480" cy="484348"/>
            <a:chOff x="5678444" y="3373614"/>
            <a:chExt cx="1124480" cy="484348"/>
          </a:xfrm>
        </p:grpSpPr>
        <p:sp>
          <p:nvSpPr>
            <p:cNvPr id="17487" name="Rectangle: Rounded Corners 17486">
              <a:extLst>
                <a:ext uri="{FF2B5EF4-FFF2-40B4-BE49-F238E27FC236}">
                  <a16:creationId xmlns:a16="http://schemas.microsoft.com/office/drawing/2014/main" id="{287049EA-1836-57E3-8A07-E1C624E73359}"/>
                </a:ext>
              </a:extLst>
            </p:cNvPr>
            <p:cNvSpPr/>
            <p:nvPr/>
          </p:nvSpPr>
          <p:spPr>
            <a:xfrm>
              <a:off x="6401551" y="3505778"/>
              <a:ext cx="369447" cy="186928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400" dirty="0"/>
            </a:p>
          </p:txBody>
        </p:sp>
        <p:sp>
          <p:nvSpPr>
            <p:cNvPr id="17488" name="TextBox 17487">
              <a:extLst>
                <a:ext uri="{FF2B5EF4-FFF2-40B4-BE49-F238E27FC236}">
                  <a16:creationId xmlns:a16="http://schemas.microsoft.com/office/drawing/2014/main" id="{2CE4CE51-8754-13F8-F9FE-DE82AD01D076}"/>
                </a:ext>
              </a:extLst>
            </p:cNvPr>
            <p:cNvSpPr txBox="1"/>
            <p:nvPr/>
          </p:nvSpPr>
          <p:spPr>
            <a:xfrm>
              <a:off x="6395596" y="3505355"/>
              <a:ext cx="407328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600" dirty="0"/>
                <a:t>ESP 32</a:t>
              </a:r>
            </a:p>
          </p:txBody>
        </p:sp>
        <p:grpSp>
          <p:nvGrpSpPr>
            <p:cNvPr id="17489" name="Group 17488">
              <a:extLst>
                <a:ext uri="{FF2B5EF4-FFF2-40B4-BE49-F238E27FC236}">
                  <a16:creationId xmlns:a16="http://schemas.microsoft.com/office/drawing/2014/main" id="{BCAA3E74-AA26-9257-FC24-75571894CED9}"/>
                </a:ext>
              </a:extLst>
            </p:cNvPr>
            <p:cNvGrpSpPr/>
            <p:nvPr/>
          </p:nvGrpSpPr>
          <p:grpSpPr>
            <a:xfrm>
              <a:off x="5769869" y="3373614"/>
              <a:ext cx="612741" cy="138499"/>
              <a:chOff x="5806282" y="3373614"/>
              <a:chExt cx="612741" cy="138499"/>
            </a:xfrm>
          </p:grpSpPr>
          <p:sp>
            <p:nvSpPr>
              <p:cNvPr id="17503" name="TextBox 17502">
                <a:extLst>
                  <a:ext uri="{FF2B5EF4-FFF2-40B4-BE49-F238E27FC236}">
                    <a16:creationId xmlns:a16="http://schemas.microsoft.com/office/drawing/2014/main" id="{E8C08986-5DED-5DB2-CD8E-D12090EB8D12}"/>
                  </a:ext>
                </a:extLst>
              </p:cNvPr>
              <p:cNvSpPr txBox="1"/>
              <p:nvPr/>
            </p:nvSpPr>
            <p:spPr>
              <a:xfrm>
                <a:off x="5806282" y="3373614"/>
                <a:ext cx="612741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00" dirty="0"/>
                  <a:t>Temperature Sensor</a:t>
                </a:r>
              </a:p>
            </p:txBody>
          </p:sp>
          <p:sp>
            <p:nvSpPr>
              <p:cNvPr id="17504" name="Rectangle 17503">
                <a:extLst>
                  <a:ext uri="{FF2B5EF4-FFF2-40B4-BE49-F238E27FC236}">
                    <a16:creationId xmlns:a16="http://schemas.microsoft.com/office/drawing/2014/main" id="{C9262CCE-6557-DB16-2717-B393AFD8CA12}"/>
                  </a:ext>
                </a:extLst>
              </p:cNvPr>
              <p:cNvSpPr/>
              <p:nvPr/>
            </p:nvSpPr>
            <p:spPr>
              <a:xfrm>
                <a:off x="5862298" y="3401193"/>
                <a:ext cx="407328" cy="83343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7490" name="Group 17489">
              <a:extLst>
                <a:ext uri="{FF2B5EF4-FFF2-40B4-BE49-F238E27FC236}">
                  <a16:creationId xmlns:a16="http://schemas.microsoft.com/office/drawing/2014/main" id="{97F58FB5-3135-EB13-0A25-0BDA193581F8}"/>
                </a:ext>
              </a:extLst>
            </p:cNvPr>
            <p:cNvGrpSpPr/>
            <p:nvPr/>
          </p:nvGrpSpPr>
          <p:grpSpPr>
            <a:xfrm>
              <a:off x="5713318" y="3479545"/>
              <a:ext cx="612741" cy="138499"/>
              <a:chOff x="5806282" y="3373614"/>
              <a:chExt cx="612741" cy="138499"/>
            </a:xfrm>
          </p:grpSpPr>
          <p:sp>
            <p:nvSpPr>
              <p:cNvPr id="17501" name="TextBox 17500">
                <a:extLst>
                  <a:ext uri="{FF2B5EF4-FFF2-40B4-BE49-F238E27FC236}">
                    <a16:creationId xmlns:a16="http://schemas.microsoft.com/office/drawing/2014/main" id="{D0EBB10A-45C0-3258-7E10-D5C000C43E45}"/>
                  </a:ext>
                </a:extLst>
              </p:cNvPr>
              <p:cNvSpPr txBox="1"/>
              <p:nvPr/>
            </p:nvSpPr>
            <p:spPr>
              <a:xfrm>
                <a:off x="5806282" y="3373614"/>
                <a:ext cx="612741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00" dirty="0"/>
                  <a:t>Turbidity Sensor</a:t>
                </a:r>
              </a:p>
            </p:txBody>
          </p:sp>
          <p:sp>
            <p:nvSpPr>
              <p:cNvPr id="17502" name="Rectangle 17501">
                <a:extLst>
                  <a:ext uri="{FF2B5EF4-FFF2-40B4-BE49-F238E27FC236}">
                    <a16:creationId xmlns:a16="http://schemas.microsoft.com/office/drawing/2014/main" id="{3A4B87D1-3E88-E0A3-57F4-FC2E7C3B816B}"/>
                  </a:ext>
                </a:extLst>
              </p:cNvPr>
              <p:cNvSpPr/>
              <p:nvPr/>
            </p:nvSpPr>
            <p:spPr>
              <a:xfrm>
                <a:off x="5862298" y="3401193"/>
                <a:ext cx="407328" cy="83343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7491" name="Group 17490">
              <a:extLst>
                <a:ext uri="{FF2B5EF4-FFF2-40B4-BE49-F238E27FC236}">
                  <a16:creationId xmlns:a16="http://schemas.microsoft.com/office/drawing/2014/main" id="{BC3E0216-CEC6-D769-D94D-AE5F1BB7A6DF}"/>
                </a:ext>
              </a:extLst>
            </p:cNvPr>
            <p:cNvGrpSpPr/>
            <p:nvPr/>
          </p:nvGrpSpPr>
          <p:grpSpPr>
            <a:xfrm>
              <a:off x="5724610" y="3578915"/>
              <a:ext cx="612741" cy="138499"/>
              <a:chOff x="5806891" y="3372148"/>
              <a:chExt cx="612741" cy="138499"/>
            </a:xfrm>
          </p:grpSpPr>
          <p:sp>
            <p:nvSpPr>
              <p:cNvPr id="17499" name="TextBox 17498">
                <a:extLst>
                  <a:ext uri="{FF2B5EF4-FFF2-40B4-BE49-F238E27FC236}">
                    <a16:creationId xmlns:a16="http://schemas.microsoft.com/office/drawing/2014/main" id="{F3B22FEF-87AB-172C-2F2D-11647F43B72D}"/>
                  </a:ext>
                </a:extLst>
              </p:cNvPr>
              <p:cNvSpPr txBox="1"/>
              <p:nvPr/>
            </p:nvSpPr>
            <p:spPr>
              <a:xfrm>
                <a:off x="5806891" y="3372148"/>
                <a:ext cx="612741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00" dirty="0"/>
                  <a:t>PH Sensor</a:t>
                </a:r>
              </a:p>
            </p:txBody>
          </p:sp>
          <p:sp>
            <p:nvSpPr>
              <p:cNvPr id="17500" name="Rectangle 17499">
                <a:extLst>
                  <a:ext uri="{FF2B5EF4-FFF2-40B4-BE49-F238E27FC236}">
                    <a16:creationId xmlns:a16="http://schemas.microsoft.com/office/drawing/2014/main" id="{561CC989-73B6-1D41-FD22-8038D2ADBA7E}"/>
                  </a:ext>
                </a:extLst>
              </p:cNvPr>
              <p:cNvSpPr/>
              <p:nvPr/>
            </p:nvSpPr>
            <p:spPr>
              <a:xfrm>
                <a:off x="5862298" y="3401193"/>
                <a:ext cx="407328" cy="83343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7492" name="Group 17491">
              <a:extLst>
                <a:ext uri="{FF2B5EF4-FFF2-40B4-BE49-F238E27FC236}">
                  <a16:creationId xmlns:a16="http://schemas.microsoft.com/office/drawing/2014/main" id="{10E42398-D5B6-4927-FC4D-D4EB62300B7B}"/>
                </a:ext>
              </a:extLst>
            </p:cNvPr>
            <p:cNvGrpSpPr/>
            <p:nvPr/>
          </p:nvGrpSpPr>
          <p:grpSpPr>
            <a:xfrm>
              <a:off x="5678444" y="3688276"/>
              <a:ext cx="686284" cy="169686"/>
              <a:chOff x="5806282" y="3373614"/>
              <a:chExt cx="605321" cy="184666"/>
            </a:xfrm>
          </p:grpSpPr>
          <p:sp>
            <p:nvSpPr>
              <p:cNvPr id="17497" name="TextBox 17496">
                <a:extLst>
                  <a:ext uri="{FF2B5EF4-FFF2-40B4-BE49-F238E27FC236}">
                    <a16:creationId xmlns:a16="http://schemas.microsoft.com/office/drawing/2014/main" id="{65E6E8FE-FED9-BEC2-8EFF-4326EA18AEEE}"/>
                  </a:ext>
                </a:extLst>
              </p:cNvPr>
              <p:cNvSpPr txBox="1"/>
              <p:nvPr/>
            </p:nvSpPr>
            <p:spPr>
              <a:xfrm>
                <a:off x="5806282" y="3373614"/>
                <a:ext cx="605321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00" dirty="0"/>
                  <a:t>Other Water Quality Sensor</a:t>
                </a:r>
              </a:p>
            </p:txBody>
          </p:sp>
          <p:sp>
            <p:nvSpPr>
              <p:cNvPr id="17498" name="Rectangle 17497">
                <a:extLst>
                  <a:ext uri="{FF2B5EF4-FFF2-40B4-BE49-F238E27FC236}">
                    <a16:creationId xmlns:a16="http://schemas.microsoft.com/office/drawing/2014/main" id="{E02D2E57-46C2-C420-2EFB-D4E1326F0767}"/>
                  </a:ext>
                </a:extLst>
              </p:cNvPr>
              <p:cNvSpPr/>
              <p:nvPr/>
            </p:nvSpPr>
            <p:spPr>
              <a:xfrm>
                <a:off x="5862298" y="3401193"/>
                <a:ext cx="407328" cy="83343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cxnSp>
          <p:nvCxnSpPr>
            <p:cNvPr id="17493" name="Connector: Curved 17492">
              <a:extLst>
                <a:ext uri="{FF2B5EF4-FFF2-40B4-BE49-F238E27FC236}">
                  <a16:creationId xmlns:a16="http://schemas.microsoft.com/office/drawing/2014/main" id="{A51D976C-3039-3B6F-129D-A896EB554B27}"/>
                </a:ext>
              </a:extLst>
            </p:cNvPr>
            <p:cNvCxnSpPr>
              <a:cxnSpLocks/>
              <a:stCxn id="17504" idx="3"/>
              <a:endCxn id="17488" idx="1"/>
            </p:cNvCxnSpPr>
            <p:nvPr/>
          </p:nvCxnSpPr>
          <p:spPr>
            <a:xfrm>
              <a:off x="6233213" y="3442865"/>
              <a:ext cx="162383" cy="154823"/>
            </a:xfrm>
            <a:prstGeom prst="curvedConnector3">
              <a:avLst>
                <a:gd name="adj1" fmla="val 5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94" name="Connector: Curved 17493">
              <a:extLst>
                <a:ext uri="{FF2B5EF4-FFF2-40B4-BE49-F238E27FC236}">
                  <a16:creationId xmlns:a16="http://schemas.microsoft.com/office/drawing/2014/main" id="{C4A07F79-443E-51D4-1359-FF6204186C87}"/>
                </a:ext>
              </a:extLst>
            </p:cNvPr>
            <p:cNvCxnSpPr>
              <a:cxnSpLocks/>
              <a:stCxn id="17502" idx="3"/>
              <a:endCxn id="17488" idx="1"/>
            </p:cNvCxnSpPr>
            <p:nvPr/>
          </p:nvCxnSpPr>
          <p:spPr>
            <a:xfrm>
              <a:off x="6176662" y="3548796"/>
              <a:ext cx="218934" cy="48892"/>
            </a:xfrm>
            <a:prstGeom prst="curvedConnector3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95" name="Connector: Curved 17494">
              <a:extLst>
                <a:ext uri="{FF2B5EF4-FFF2-40B4-BE49-F238E27FC236}">
                  <a16:creationId xmlns:a16="http://schemas.microsoft.com/office/drawing/2014/main" id="{56CB8D80-A814-A6EB-E2E0-FB58E52746D3}"/>
                </a:ext>
              </a:extLst>
            </p:cNvPr>
            <p:cNvCxnSpPr>
              <a:cxnSpLocks/>
              <a:stCxn id="17500" idx="3"/>
              <a:endCxn id="17488" idx="1"/>
            </p:cNvCxnSpPr>
            <p:nvPr/>
          </p:nvCxnSpPr>
          <p:spPr>
            <a:xfrm flipV="1">
              <a:off x="6187345" y="3597688"/>
              <a:ext cx="208251" cy="51944"/>
            </a:xfrm>
            <a:prstGeom prst="curvedConnector3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96" name="Connector: Curved 17495">
              <a:extLst>
                <a:ext uri="{FF2B5EF4-FFF2-40B4-BE49-F238E27FC236}">
                  <a16:creationId xmlns:a16="http://schemas.microsoft.com/office/drawing/2014/main" id="{E2CA6BA9-0E4C-5790-55A0-D7678AC14B46}"/>
                </a:ext>
              </a:extLst>
            </p:cNvPr>
            <p:cNvCxnSpPr>
              <a:cxnSpLocks/>
              <a:stCxn id="17498" idx="3"/>
              <a:endCxn id="17488" idx="1"/>
            </p:cNvCxnSpPr>
            <p:nvPr/>
          </p:nvCxnSpPr>
          <p:spPr>
            <a:xfrm flipV="1">
              <a:off x="6203761" y="3597688"/>
              <a:ext cx="191835" cy="154221"/>
            </a:xfrm>
            <a:prstGeom prst="curvedConnector3">
              <a:avLst>
                <a:gd name="adj1" fmla="val 5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505" name="Group 17504">
            <a:extLst>
              <a:ext uri="{FF2B5EF4-FFF2-40B4-BE49-F238E27FC236}">
                <a16:creationId xmlns:a16="http://schemas.microsoft.com/office/drawing/2014/main" id="{B1B36291-EFEE-1015-AC46-CE6EDC6BBA32}"/>
              </a:ext>
            </a:extLst>
          </p:cNvPr>
          <p:cNvGrpSpPr/>
          <p:nvPr/>
        </p:nvGrpSpPr>
        <p:grpSpPr>
          <a:xfrm>
            <a:off x="5865714" y="4726021"/>
            <a:ext cx="1124480" cy="484348"/>
            <a:chOff x="5678444" y="3373614"/>
            <a:chExt cx="1124480" cy="484348"/>
          </a:xfrm>
        </p:grpSpPr>
        <p:sp>
          <p:nvSpPr>
            <p:cNvPr id="17506" name="Rectangle: Rounded Corners 17505">
              <a:extLst>
                <a:ext uri="{FF2B5EF4-FFF2-40B4-BE49-F238E27FC236}">
                  <a16:creationId xmlns:a16="http://schemas.microsoft.com/office/drawing/2014/main" id="{1CA8CEB2-B638-F506-C3BE-E42D3FA9E234}"/>
                </a:ext>
              </a:extLst>
            </p:cNvPr>
            <p:cNvSpPr/>
            <p:nvPr/>
          </p:nvSpPr>
          <p:spPr>
            <a:xfrm>
              <a:off x="6401551" y="3505778"/>
              <a:ext cx="369447" cy="186928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400" dirty="0"/>
            </a:p>
          </p:txBody>
        </p:sp>
        <p:sp>
          <p:nvSpPr>
            <p:cNvPr id="17507" name="TextBox 17506">
              <a:extLst>
                <a:ext uri="{FF2B5EF4-FFF2-40B4-BE49-F238E27FC236}">
                  <a16:creationId xmlns:a16="http://schemas.microsoft.com/office/drawing/2014/main" id="{3F120ED1-CD9C-2850-EE33-F82B017573DF}"/>
                </a:ext>
              </a:extLst>
            </p:cNvPr>
            <p:cNvSpPr txBox="1"/>
            <p:nvPr/>
          </p:nvSpPr>
          <p:spPr>
            <a:xfrm>
              <a:off x="6395596" y="3505355"/>
              <a:ext cx="407328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600" dirty="0"/>
                <a:t>ESP 32</a:t>
              </a:r>
            </a:p>
          </p:txBody>
        </p:sp>
        <p:grpSp>
          <p:nvGrpSpPr>
            <p:cNvPr id="17508" name="Group 17507">
              <a:extLst>
                <a:ext uri="{FF2B5EF4-FFF2-40B4-BE49-F238E27FC236}">
                  <a16:creationId xmlns:a16="http://schemas.microsoft.com/office/drawing/2014/main" id="{0EA31B05-A618-8F28-E756-01449114B201}"/>
                </a:ext>
              </a:extLst>
            </p:cNvPr>
            <p:cNvGrpSpPr/>
            <p:nvPr/>
          </p:nvGrpSpPr>
          <p:grpSpPr>
            <a:xfrm>
              <a:off x="5769869" y="3373614"/>
              <a:ext cx="612741" cy="138499"/>
              <a:chOff x="5806282" y="3373614"/>
              <a:chExt cx="612741" cy="138499"/>
            </a:xfrm>
          </p:grpSpPr>
          <p:sp>
            <p:nvSpPr>
              <p:cNvPr id="17522" name="TextBox 17521">
                <a:extLst>
                  <a:ext uri="{FF2B5EF4-FFF2-40B4-BE49-F238E27FC236}">
                    <a16:creationId xmlns:a16="http://schemas.microsoft.com/office/drawing/2014/main" id="{73F81774-7007-ED41-CBAA-BA764382CEC1}"/>
                  </a:ext>
                </a:extLst>
              </p:cNvPr>
              <p:cNvSpPr txBox="1"/>
              <p:nvPr/>
            </p:nvSpPr>
            <p:spPr>
              <a:xfrm>
                <a:off x="5806282" y="3373614"/>
                <a:ext cx="612741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00" dirty="0"/>
                  <a:t>Temperature Sensor</a:t>
                </a:r>
              </a:p>
            </p:txBody>
          </p:sp>
          <p:sp>
            <p:nvSpPr>
              <p:cNvPr id="17523" name="Rectangle 17522">
                <a:extLst>
                  <a:ext uri="{FF2B5EF4-FFF2-40B4-BE49-F238E27FC236}">
                    <a16:creationId xmlns:a16="http://schemas.microsoft.com/office/drawing/2014/main" id="{D91F22B8-5933-549D-E8DF-1265D079AE05}"/>
                  </a:ext>
                </a:extLst>
              </p:cNvPr>
              <p:cNvSpPr/>
              <p:nvPr/>
            </p:nvSpPr>
            <p:spPr>
              <a:xfrm>
                <a:off x="5862298" y="3401193"/>
                <a:ext cx="407328" cy="83343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7509" name="Group 17508">
              <a:extLst>
                <a:ext uri="{FF2B5EF4-FFF2-40B4-BE49-F238E27FC236}">
                  <a16:creationId xmlns:a16="http://schemas.microsoft.com/office/drawing/2014/main" id="{53B85054-F8DF-DC47-373D-64F03EE8A75B}"/>
                </a:ext>
              </a:extLst>
            </p:cNvPr>
            <p:cNvGrpSpPr/>
            <p:nvPr/>
          </p:nvGrpSpPr>
          <p:grpSpPr>
            <a:xfrm>
              <a:off x="5713318" y="3479545"/>
              <a:ext cx="612741" cy="138499"/>
              <a:chOff x="5806282" y="3373614"/>
              <a:chExt cx="612741" cy="138499"/>
            </a:xfrm>
          </p:grpSpPr>
          <p:sp>
            <p:nvSpPr>
              <p:cNvPr id="17520" name="TextBox 17519">
                <a:extLst>
                  <a:ext uri="{FF2B5EF4-FFF2-40B4-BE49-F238E27FC236}">
                    <a16:creationId xmlns:a16="http://schemas.microsoft.com/office/drawing/2014/main" id="{BF388B4D-D8CE-52EB-678B-B9CDD04FB3D5}"/>
                  </a:ext>
                </a:extLst>
              </p:cNvPr>
              <p:cNvSpPr txBox="1"/>
              <p:nvPr/>
            </p:nvSpPr>
            <p:spPr>
              <a:xfrm>
                <a:off x="5806282" y="3373614"/>
                <a:ext cx="612741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00" dirty="0"/>
                  <a:t>Turbidity Sensor</a:t>
                </a:r>
              </a:p>
            </p:txBody>
          </p:sp>
          <p:sp>
            <p:nvSpPr>
              <p:cNvPr id="17521" name="Rectangle 17520">
                <a:extLst>
                  <a:ext uri="{FF2B5EF4-FFF2-40B4-BE49-F238E27FC236}">
                    <a16:creationId xmlns:a16="http://schemas.microsoft.com/office/drawing/2014/main" id="{1B234DA9-7322-68F1-BDD1-A0BD7F335676}"/>
                  </a:ext>
                </a:extLst>
              </p:cNvPr>
              <p:cNvSpPr/>
              <p:nvPr/>
            </p:nvSpPr>
            <p:spPr>
              <a:xfrm>
                <a:off x="5862298" y="3401193"/>
                <a:ext cx="407328" cy="83343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7510" name="Group 17509">
              <a:extLst>
                <a:ext uri="{FF2B5EF4-FFF2-40B4-BE49-F238E27FC236}">
                  <a16:creationId xmlns:a16="http://schemas.microsoft.com/office/drawing/2014/main" id="{CFB03714-CAD8-BC0A-1C19-8E9AE05F39CC}"/>
                </a:ext>
              </a:extLst>
            </p:cNvPr>
            <p:cNvGrpSpPr/>
            <p:nvPr/>
          </p:nvGrpSpPr>
          <p:grpSpPr>
            <a:xfrm>
              <a:off x="5724610" y="3578915"/>
              <a:ext cx="612741" cy="138499"/>
              <a:chOff x="5806891" y="3372148"/>
              <a:chExt cx="612741" cy="138499"/>
            </a:xfrm>
          </p:grpSpPr>
          <p:sp>
            <p:nvSpPr>
              <p:cNvPr id="17518" name="TextBox 17517">
                <a:extLst>
                  <a:ext uri="{FF2B5EF4-FFF2-40B4-BE49-F238E27FC236}">
                    <a16:creationId xmlns:a16="http://schemas.microsoft.com/office/drawing/2014/main" id="{F43BF7CB-5C2F-41B6-4A96-BC7FA0065BE8}"/>
                  </a:ext>
                </a:extLst>
              </p:cNvPr>
              <p:cNvSpPr txBox="1"/>
              <p:nvPr/>
            </p:nvSpPr>
            <p:spPr>
              <a:xfrm>
                <a:off x="5806891" y="3372148"/>
                <a:ext cx="612741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00" dirty="0"/>
                  <a:t>PH Sensor</a:t>
                </a:r>
              </a:p>
            </p:txBody>
          </p:sp>
          <p:sp>
            <p:nvSpPr>
              <p:cNvPr id="17519" name="Rectangle 17518">
                <a:extLst>
                  <a:ext uri="{FF2B5EF4-FFF2-40B4-BE49-F238E27FC236}">
                    <a16:creationId xmlns:a16="http://schemas.microsoft.com/office/drawing/2014/main" id="{EFA215C2-A8CD-677C-3CC2-E43948E5D835}"/>
                  </a:ext>
                </a:extLst>
              </p:cNvPr>
              <p:cNvSpPr/>
              <p:nvPr/>
            </p:nvSpPr>
            <p:spPr>
              <a:xfrm>
                <a:off x="5862298" y="3401193"/>
                <a:ext cx="407328" cy="83343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7511" name="Group 17510">
              <a:extLst>
                <a:ext uri="{FF2B5EF4-FFF2-40B4-BE49-F238E27FC236}">
                  <a16:creationId xmlns:a16="http://schemas.microsoft.com/office/drawing/2014/main" id="{9A2F789F-DB80-DFAE-EF7A-4D423787D899}"/>
                </a:ext>
              </a:extLst>
            </p:cNvPr>
            <p:cNvGrpSpPr/>
            <p:nvPr/>
          </p:nvGrpSpPr>
          <p:grpSpPr>
            <a:xfrm>
              <a:off x="5678444" y="3688276"/>
              <a:ext cx="686284" cy="169686"/>
              <a:chOff x="5806282" y="3373614"/>
              <a:chExt cx="605321" cy="184666"/>
            </a:xfrm>
          </p:grpSpPr>
          <p:sp>
            <p:nvSpPr>
              <p:cNvPr id="17516" name="TextBox 17515">
                <a:extLst>
                  <a:ext uri="{FF2B5EF4-FFF2-40B4-BE49-F238E27FC236}">
                    <a16:creationId xmlns:a16="http://schemas.microsoft.com/office/drawing/2014/main" id="{85E7EAF8-232A-212E-4D74-19D946BC1974}"/>
                  </a:ext>
                </a:extLst>
              </p:cNvPr>
              <p:cNvSpPr txBox="1"/>
              <p:nvPr/>
            </p:nvSpPr>
            <p:spPr>
              <a:xfrm>
                <a:off x="5806282" y="3373614"/>
                <a:ext cx="605321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00" dirty="0"/>
                  <a:t>Other Water Quality Sensor</a:t>
                </a:r>
              </a:p>
            </p:txBody>
          </p:sp>
          <p:sp>
            <p:nvSpPr>
              <p:cNvPr id="17517" name="Rectangle 17516">
                <a:extLst>
                  <a:ext uri="{FF2B5EF4-FFF2-40B4-BE49-F238E27FC236}">
                    <a16:creationId xmlns:a16="http://schemas.microsoft.com/office/drawing/2014/main" id="{3837D4C6-ABCB-F240-0644-31B5C496D4D7}"/>
                  </a:ext>
                </a:extLst>
              </p:cNvPr>
              <p:cNvSpPr/>
              <p:nvPr/>
            </p:nvSpPr>
            <p:spPr>
              <a:xfrm>
                <a:off x="5862298" y="3401193"/>
                <a:ext cx="407328" cy="83343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cxnSp>
          <p:nvCxnSpPr>
            <p:cNvPr id="17512" name="Connector: Curved 17511">
              <a:extLst>
                <a:ext uri="{FF2B5EF4-FFF2-40B4-BE49-F238E27FC236}">
                  <a16:creationId xmlns:a16="http://schemas.microsoft.com/office/drawing/2014/main" id="{E2EDBD9E-E14A-9F63-7932-E9E4CFFF5FB1}"/>
                </a:ext>
              </a:extLst>
            </p:cNvPr>
            <p:cNvCxnSpPr>
              <a:cxnSpLocks/>
              <a:stCxn id="17523" idx="3"/>
              <a:endCxn id="17507" idx="1"/>
            </p:cNvCxnSpPr>
            <p:nvPr/>
          </p:nvCxnSpPr>
          <p:spPr>
            <a:xfrm>
              <a:off x="6233213" y="3442865"/>
              <a:ext cx="162383" cy="154823"/>
            </a:xfrm>
            <a:prstGeom prst="curvedConnector3">
              <a:avLst>
                <a:gd name="adj1" fmla="val 5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13" name="Connector: Curved 17512">
              <a:extLst>
                <a:ext uri="{FF2B5EF4-FFF2-40B4-BE49-F238E27FC236}">
                  <a16:creationId xmlns:a16="http://schemas.microsoft.com/office/drawing/2014/main" id="{CD3C5095-8384-2A1C-8FD7-BEC6791A0C82}"/>
                </a:ext>
              </a:extLst>
            </p:cNvPr>
            <p:cNvCxnSpPr>
              <a:cxnSpLocks/>
              <a:stCxn id="17521" idx="3"/>
              <a:endCxn id="17507" idx="1"/>
            </p:cNvCxnSpPr>
            <p:nvPr/>
          </p:nvCxnSpPr>
          <p:spPr>
            <a:xfrm>
              <a:off x="6176662" y="3548796"/>
              <a:ext cx="218934" cy="48892"/>
            </a:xfrm>
            <a:prstGeom prst="curvedConnector3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14" name="Connector: Curved 17513">
              <a:extLst>
                <a:ext uri="{FF2B5EF4-FFF2-40B4-BE49-F238E27FC236}">
                  <a16:creationId xmlns:a16="http://schemas.microsoft.com/office/drawing/2014/main" id="{E26747B8-0192-461E-AAE6-67AB3395C95F}"/>
                </a:ext>
              </a:extLst>
            </p:cNvPr>
            <p:cNvCxnSpPr>
              <a:cxnSpLocks/>
              <a:stCxn id="17519" idx="3"/>
              <a:endCxn id="17507" idx="1"/>
            </p:cNvCxnSpPr>
            <p:nvPr/>
          </p:nvCxnSpPr>
          <p:spPr>
            <a:xfrm flipV="1">
              <a:off x="6187345" y="3597688"/>
              <a:ext cx="208251" cy="51944"/>
            </a:xfrm>
            <a:prstGeom prst="curvedConnector3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15" name="Connector: Curved 17514">
              <a:extLst>
                <a:ext uri="{FF2B5EF4-FFF2-40B4-BE49-F238E27FC236}">
                  <a16:creationId xmlns:a16="http://schemas.microsoft.com/office/drawing/2014/main" id="{3E1CF6CC-7054-774A-01AA-8BA805900402}"/>
                </a:ext>
              </a:extLst>
            </p:cNvPr>
            <p:cNvCxnSpPr>
              <a:cxnSpLocks/>
              <a:stCxn id="17517" idx="3"/>
              <a:endCxn id="17507" idx="1"/>
            </p:cNvCxnSpPr>
            <p:nvPr/>
          </p:nvCxnSpPr>
          <p:spPr>
            <a:xfrm flipV="1">
              <a:off x="6203761" y="3597688"/>
              <a:ext cx="191835" cy="154221"/>
            </a:xfrm>
            <a:prstGeom prst="curvedConnector3">
              <a:avLst>
                <a:gd name="adj1" fmla="val 5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7531" name="Connector: Curved 17530">
            <a:extLst>
              <a:ext uri="{FF2B5EF4-FFF2-40B4-BE49-F238E27FC236}">
                <a16:creationId xmlns:a16="http://schemas.microsoft.com/office/drawing/2014/main" id="{8ADCE684-3AE0-1E0B-2A50-21E810E6C95E}"/>
              </a:ext>
            </a:extLst>
          </p:cNvPr>
          <p:cNvCxnSpPr>
            <a:cxnSpLocks/>
            <a:stCxn id="17421" idx="3"/>
            <a:endCxn id="1061" idx="1"/>
          </p:cNvCxnSpPr>
          <p:nvPr/>
        </p:nvCxnSpPr>
        <p:spPr>
          <a:xfrm>
            <a:off x="6955320" y="3411132"/>
            <a:ext cx="311744" cy="344222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534" name="Connector: Curved 17533">
            <a:extLst>
              <a:ext uri="{FF2B5EF4-FFF2-40B4-BE49-F238E27FC236}">
                <a16:creationId xmlns:a16="http://schemas.microsoft.com/office/drawing/2014/main" id="{FECA7139-F32B-3067-B55A-79DEE2195086}"/>
              </a:ext>
            </a:extLst>
          </p:cNvPr>
          <p:cNvCxnSpPr>
            <a:cxnSpLocks/>
            <a:stCxn id="17469" idx="3"/>
            <a:endCxn id="1061" idx="1"/>
          </p:cNvCxnSpPr>
          <p:nvPr/>
        </p:nvCxnSpPr>
        <p:spPr>
          <a:xfrm flipV="1">
            <a:off x="6937586" y="3755354"/>
            <a:ext cx="329478" cy="170363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540" name="Connector: Curved 17539">
            <a:extLst>
              <a:ext uri="{FF2B5EF4-FFF2-40B4-BE49-F238E27FC236}">
                <a16:creationId xmlns:a16="http://schemas.microsoft.com/office/drawing/2014/main" id="{1469868A-E450-A73F-2CB2-04CAC863897D}"/>
              </a:ext>
            </a:extLst>
          </p:cNvPr>
          <p:cNvCxnSpPr>
            <a:stCxn id="17488" idx="3"/>
            <a:endCxn id="1061" idx="1"/>
          </p:cNvCxnSpPr>
          <p:nvPr/>
        </p:nvCxnSpPr>
        <p:spPr>
          <a:xfrm flipV="1">
            <a:off x="6963185" y="3755354"/>
            <a:ext cx="303879" cy="674227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542" name="Connector: Curved 17541">
            <a:extLst>
              <a:ext uri="{FF2B5EF4-FFF2-40B4-BE49-F238E27FC236}">
                <a16:creationId xmlns:a16="http://schemas.microsoft.com/office/drawing/2014/main" id="{AAE5C026-36CE-4ECA-7C6B-D0406916280B}"/>
              </a:ext>
            </a:extLst>
          </p:cNvPr>
          <p:cNvCxnSpPr>
            <a:stCxn id="17507" idx="3"/>
            <a:endCxn id="1061" idx="1"/>
          </p:cNvCxnSpPr>
          <p:nvPr/>
        </p:nvCxnSpPr>
        <p:spPr>
          <a:xfrm flipV="1">
            <a:off x="6990194" y="3755354"/>
            <a:ext cx="276870" cy="1194741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545" name="Rectangle: Rounded Corners 17544">
            <a:extLst>
              <a:ext uri="{FF2B5EF4-FFF2-40B4-BE49-F238E27FC236}">
                <a16:creationId xmlns:a16="http://schemas.microsoft.com/office/drawing/2014/main" id="{2B632B63-7781-5117-6410-6AF9E8041CB8}"/>
              </a:ext>
            </a:extLst>
          </p:cNvPr>
          <p:cNvSpPr/>
          <p:nvPr/>
        </p:nvSpPr>
        <p:spPr>
          <a:xfrm>
            <a:off x="5833602" y="950566"/>
            <a:ext cx="2308995" cy="2099986"/>
          </a:xfrm>
          <a:prstGeom prst="roundRect">
            <a:avLst>
              <a:gd name="adj" fmla="val 4350"/>
            </a:avLst>
          </a:prstGeom>
          <a:noFill/>
          <a:ln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546" name="Rectangle: Rounded Corners 17545">
            <a:extLst>
              <a:ext uri="{FF2B5EF4-FFF2-40B4-BE49-F238E27FC236}">
                <a16:creationId xmlns:a16="http://schemas.microsoft.com/office/drawing/2014/main" id="{C1114811-60D9-8148-8074-22D149BC6C12}"/>
              </a:ext>
            </a:extLst>
          </p:cNvPr>
          <p:cNvSpPr/>
          <p:nvPr/>
        </p:nvSpPr>
        <p:spPr>
          <a:xfrm>
            <a:off x="5832421" y="3102145"/>
            <a:ext cx="2320785" cy="2145335"/>
          </a:xfrm>
          <a:prstGeom prst="roundRect">
            <a:avLst>
              <a:gd name="adj" fmla="val 2258"/>
            </a:avLst>
          </a:prstGeom>
          <a:noFill/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548" name="Rectangle: Rounded Corners 17547">
            <a:extLst>
              <a:ext uri="{FF2B5EF4-FFF2-40B4-BE49-F238E27FC236}">
                <a16:creationId xmlns:a16="http://schemas.microsoft.com/office/drawing/2014/main" id="{1BE0104A-4A00-FE73-6C11-043877717209}"/>
              </a:ext>
            </a:extLst>
          </p:cNvPr>
          <p:cNvSpPr/>
          <p:nvPr/>
        </p:nvSpPr>
        <p:spPr>
          <a:xfrm>
            <a:off x="8209479" y="950566"/>
            <a:ext cx="3927304" cy="4296914"/>
          </a:xfrm>
          <a:prstGeom prst="roundRect">
            <a:avLst>
              <a:gd name="adj" fmla="val 2462"/>
            </a:avLst>
          </a:prstGeom>
          <a:noFill/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549" name="TextBox 17548">
            <a:extLst>
              <a:ext uri="{FF2B5EF4-FFF2-40B4-BE49-F238E27FC236}">
                <a16:creationId xmlns:a16="http://schemas.microsoft.com/office/drawing/2014/main" id="{C426DF22-F4C4-17EF-FDD1-DA09CBF7BBA1}"/>
              </a:ext>
            </a:extLst>
          </p:cNvPr>
          <p:cNvSpPr txBox="1"/>
          <p:nvPr/>
        </p:nvSpPr>
        <p:spPr>
          <a:xfrm>
            <a:off x="7176986" y="4540606"/>
            <a:ext cx="9895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accent5">
                    <a:lumMod val="50000"/>
                  </a:schemeClr>
                </a:solidFill>
              </a:rPr>
              <a:t>IOT</a:t>
            </a:r>
          </a:p>
          <a:p>
            <a:pPr algn="ctr"/>
            <a:r>
              <a:rPr lang="en-IN" sz="1600" b="1" dirty="0">
                <a:solidFill>
                  <a:schemeClr val="accent5">
                    <a:lumMod val="50000"/>
                  </a:schemeClr>
                </a:solidFill>
              </a:rPr>
              <a:t>Network</a:t>
            </a:r>
          </a:p>
        </p:txBody>
      </p:sp>
      <p:sp>
        <p:nvSpPr>
          <p:cNvPr id="17550" name="TextBox 17549">
            <a:extLst>
              <a:ext uri="{FF2B5EF4-FFF2-40B4-BE49-F238E27FC236}">
                <a16:creationId xmlns:a16="http://schemas.microsoft.com/office/drawing/2014/main" id="{1028ADC1-5526-BC87-2064-35F623C87777}"/>
              </a:ext>
            </a:extLst>
          </p:cNvPr>
          <p:cNvSpPr txBox="1"/>
          <p:nvPr/>
        </p:nvSpPr>
        <p:spPr>
          <a:xfrm>
            <a:off x="7146820" y="1042591"/>
            <a:ext cx="1272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accent5">
                    <a:lumMod val="50000"/>
                  </a:schemeClr>
                </a:solidFill>
              </a:rPr>
              <a:t>Frontend/</a:t>
            </a:r>
          </a:p>
          <a:p>
            <a:r>
              <a:rPr lang="en-IN" sz="1200" b="1" dirty="0">
                <a:solidFill>
                  <a:schemeClr val="accent5">
                    <a:lumMod val="50000"/>
                  </a:schemeClr>
                </a:solidFill>
              </a:rPr>
              <a:t>Role base UI</a:t>
            </a:r>
          </a:p>
        </p:txBody>
      </p:sp>
      <p:sp>
        <p:nvSpPr>
          <p:cNvPr id="17551" name="TextBox 17550">
            <a:extLst>
              <a:ext uri="{FF2B5EF4-FFF2-40B4-BE49-F238E27FC236}">
                <a16:creationId xmlns:a16="http://schemas.microsoft.com/office/drawing/2014/main" id="{A4608351-6D48-F915-6B60-B6FEE5DA818D}"/>
              </a:ext>
            </a:extLst>
          </p:cNvPr>
          <p:cNvSpPr txBox="1"/>
          <p:nvPr/>
        </p:nvSpPr>
        <p:spPr>
          <a:xfrm>
            <a:off x="10010088" y="961571"/>
            <a:ext cx="2067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5">
                    <a:lumMod val="50000"/>
                  </a:schemeClr>
                </a:solidFill>
              </a:rPr>
              <a:t>Backend Node/Python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D5CDE99-A376-3034-1A9A-0FA95A300596}"/>
              </a:ext>
            </a:extLst>
          </p:cNvPr>
          <p:cNvGrpSpPr/>
          <p:nvPr/>
        </p:nvGrpSpPr>
        <p:grpSpPr>
          <a:xfrm>
            <a:off x="69850" y="5440717"/>
            <a:ext cx="1638803" cy="1078327"/>
            <a:chOff x="42141" y="5434445"/>
            <a:chExt cx="1638803" cy="107832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4574ABA-6311-2A7F-1514-DB04ACBDC9BB}"/>
                </a:ext>
              </a:extLst>
            </p:cNvPr>
            <p:cNvSpPr txBox="1"/>
            <p:nvPr/>
          </p:nvSpPr>
          <p:spPr>
            <a:xfrm>
              <a:off x="69851" y="5434445"/>
              <a:ext cx="539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01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5980A4D-DF7C-01E6-AE2B-52F42DF919C6}"/>
                </a:ext>
              </a:extLst>
            </p:cNvPr>
            <p:cNvSpPr txBox="1"/>
            <p:nvPr/>
          </p:nvSpPr>
          <p:spPr>
            <a:xfrm>
              <a:off x="42141" y="5728855"/>
              <a:ext cx="1638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Frontend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3B9B872-408A-4F04-479F-45C6B62ACECF}"/>
                </a:ext>
              </a:extLst>
            </p:cNvPr>
            <p:cNvSpPr txBox="1"/>
            <p:nvPr/>
          </p:nvSpPr>
          <p:spPr>
            <a:xfrm>
              <a:off x="142340" y="6004941"/>
              <a:ext cx="817419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/>
                <a:t>* React</a:t>
              </a:r>
            </a:p>
            <a:p>
              <a:r>
                <a:rPr lang="en-IN" sz="900" b="1" dirty="0"/>
                <a:t>* React icon</a:t>
              </a:r>
            </a:p>
            <a:p>
              <a:r>
                <a:rPr lang="en-IN" sz="900" b="1" dirty="0"/>
                <a:t>* </a:t>
              </a:r>
              <a:r>
                <a:rPr lang="en-IN" sz="900" b="1" dirty="0" err="1"/>
                <a:t>Zustand</a:t>
              </a:r>
              <a:endParaRPr lang="en-IN" sz="900" b="1" dirty="0"/>
            </a:p>
          </p:txBody>
        </p: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E561974-5139-A19C-FC17-7DED98F1CAFF}"/>
              </a:ext>
            </a:extLst>
          </p:cNvPr>
          <p:cNvCxnSpPr>
            <a:cxnSpLocks/>
          </p:cNvCxnSpPr>
          <p:nvPr/>
        </p:nvCxnSpPr>
        <p:spPr>
          <a:xfrm>
            <a:off x="1240700" y="5404958"/>
            <a:ext cx="0" cy="1411078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1D61D90-6485-D5D4-E28F-400B2545B99E}"/>
              </a:ext>
            </a:extLst>
          </p:cNvPr>
          <p:cNvGrpSpPr/>
          <p:nvPr/>
        </p:nvGrpSpPr>
        <p:grpSpPr>
          <a:xfrm>
            <a:off x="1257998" y="5398085"/>
            <a:ext cx="1638803" cy="1493826"/>
            <a:chOff x="42141" y="5434445"/>
            <a:chExt cx="1638803" cy="1493826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BF07485-E902-F56D-7E87-18F83433C6DE}"/>
                </a:ext>
              </a:extLst>
            </p:cNvPr>
            <p:cNvSpPr txBox="1"/>
            <p:nvPr/>
          </p:nvSpPr>
          <p:spPr>
            <a:xfrm>
              <a:off x="69851" y="5434445"/>
              <a:ext cx="539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02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E42B5AA-6889-352D-7855-C30C26429715}"/>
                </a:ext>
              </a:extLst>
            </p:cNvPr>
            <p:cNvSpPr txBox="1"/>
            <p:nvPr/>
          </p:nvSpPr>
          <p:spPr>
            <a:xfrm>
              <a:off x="42141" y="5728855"/>
              <a:ext cx="1638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Backend</a:t>
              </a:r>
            </a:p>
          </p:txBody>
        </p:sp>
        <p:sp>
          <p:nvSpPr>
            <p:cNvPr id="17524" name="TextBox 17523">
              <a:extLst>
                <a:ext uri="{FF2B5EF4-FFF2-40B4-BE49-F238E27FC236}">
                  <a16:creationId xmlns:a16="http://schemas.microsoft.com/office/drawing/2014/main" id="{64AD615E-EEB9-94A9-334A-83E9393CCC1C}"/>
                </a:ext>
              </a:extLst>
            </p:cNvPr>
            <p:cNvSpPr txBox="1"/>
            <p:nvPr/>
          </p:nvSpPr>
          <p:spPr>
            <a:xfrm>
              <a:off x="142340" y="6004941"/>
              <a:ext cx="143464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/>
                <a:t>* Express</a:t>
              </a:r>
            </a:p>
            <a:p>
              <a:r>
                <a:rPr lang="en-IN" sz="900" b="1" dirty="0"/>
                <a:t>* mongoose</a:t>
              </a:r>
            </a:p>
            <a:p>
              <a:r>
                <a:rPr lang="en-IN" sz="900" b="1" dirty="0"/>
                <a:t>* </a:t>
              </a:r>
              <a:r>
                <a:rPr lang="en-IN" sz="900" b="1" dirty="0" err="1"/>
                <a:t>Cors</a:t>
              </a:r>
              <a:endParaRPr lang="en-IN" sz="900" b="1" dirty="0"/>
            </a:p>
            <a:p>
              <a:r>
                <a:rPr lang="en-IN" sz="900" b="1" dirty="0"/>
                <a:t>* </a:t>
              </a:r>
              <a:r>
                <a:rPr lang="en-IN" sz="900" b="1" dirty="0" err="1"/>
                <a:t>Bcrypt</a:t>
              </a:r>
              <a:endParaRPr lang="en-IN" sz="900" b="1" dirty="0"/>
            </a:p>
            <a:p>
              <a:r>
                <a:rPr lang="en-IN" sz="900" b="1" dirty="0"/>
                <a:t>* </a:t>
              </a:r>
              <a:r>
                <a:rPr lang="en-IN" sz="900" b="1" dirty="0" err="1"/>
                <a:t>JsonwebToken</a:t>
              </a:r>
              <a:endParaRPr lang="en-IN" sz="900" b="1" dirty="0"/>
            </a:p>
            <a:p>
              <a:endParaRPr lang="en-IN" sz="900" b="1" dirty="0"/>
            </a:p>
          </p:txBody>
        </p:sp>
      </p:grpSp>
      <p:grpSp>
        <p:nvGrpSpPr>
          <p:cNvPr id="17525" name="Group 17524">
            <a:extLst>
              <a:ext uri="{FF2B5EF4-FFF2-40B4-BE49-F238E27FC236}">
                <a16:creationId xmlns:a16="http://schemas.microsoft.com/office/drawing/2014/main" id="{3BFAD7D5-D990-A5BA-5D01-3E68F70E1EE5}"/>
              </a:ext>
            </a:extLst>
          </p:cNvPr>
          <p:cNvGrpSpPr/>
          <p:nvPr/>
        </p:nvGrpSpPr>
        <p:grpSpPr>
          <a:xfrm>
            <a:off x="3832324" y="5429115"/>
            <a:ext cx="1638803" cy="891994"/>
            <a:chOff x="42141" y="5434445"/>
            <a:chExt cx="1638803" cy="891994"/>
          </a:xfrm>
        </p:grpSpPr>
        <p:sp>
          <p:nvSpPr>
            <p:cNvPr id="17526" name="TextBox 17525">
              <a:extLst>
                <a:ext uri="{FF2B5EF4-FFF2-40B4-BE49-F238E27FC236}">
                  <a16:creationId xmlns:a16="http://schemas.microsoft.com/office/drawing/2014/main" id="{05B81415-3589-0354-7A73-7021B61CCBDA}"/>
                </a:ext>
              </a:extLst>
            </p:cNvPr>
            <p:cNvSpPr txBox="1"/>
            <p:nvPr/>
          </p:nvSpPr>
          <p:spPr>
            <a:xfrm>
              <a:off x="69851" y="5434445"/>
              <a:ext cx="539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04</a:t>
              </a:r>
            </a:p>
          </p:txBody>
        </p:sp>
        <p:sp>
          <p:nvSpPr>
            <p:cNvPr id="17527" name="TextBox 17526">
              <a:extLst>
                <a:ext uri="{FF2B5EF4-FFF2-40B4-BE49-F238E27FC236}">
                  <a16:creationId xmlns:a16="http://schemas.microsoft.com/office/drawing/2014/main" id="{F26D392F-BDA8-2718-5A49-7562CEAC1E2F}"/>
                </a:ext>
              </a:extLst>
            </p:cNvPr>
            <p:cNvSpPr txBox="1"/>
            <p:nvPr/>
          </p:nvSpPr>
          <p:spPr>
            <a:xfrm>
              <a:off x="42141" y="5728855"/>
              <a:ext cx="1638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Database</a:t>
              </a:r>
            </a:p>
          </p:txBody>
        </p:sp>
        <p:sp>
          <p:nvSpPr>
            <p:cNvPr id="17528" name="TextBox 17527">
              <a:extLst>
                <a:ext uri="{FF2B5EF4-FFF2-40B4-BE49-F238E27FC236}">
                  <a16:creationId xmlns:a16="http://schemas.microsoft.com/office/drawing/2014/main" id="{B9730D44-5A58-32F0-A6C6-E05CD8891EFF}"/>
                </a:ext>
              </a:extLst>
            </p:cNvPr>
            <p:cNvSpPr txBox="1"/>
            <p:nvPr/>
          </p:nvSpPr>
          <p:spPr>
            <a:xfrm>
              <a:off x="139804" y="6095607"/>
              <a:ext cx="14346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/>
                <a:t>* Mongo DB</a:t>
              </a:r>
            </a:p>
          </p:txBody>
        </p:sp>
      </p:grpSp>
      <p:cxnSp>
        <p:nvCxnSpPr>
          <p:cNvPr id="17529" name="Straight Connector 17528">
            <a:extLst>
              <a:ext uri="{FF2B5EF4-FFF2-40B4-BE49-F238E27FC236}">
                <a16:creationId xmlns:a16="http://schemas.microsoft.com/office/drawing/2014/main" id="{8DE99DBD-C554-2100-6F91-0012CD1AC2C5}"/>
              </a:ext>
            </a:extLst>
          </p:cNvPr>
          <p:cNvCxnSpPr>
            <a:cxnSpLocks/>
          </p:cNvCxnSpPr>
          <p:nvPr/>
        </p:nvCxnSpPr>
        <p:spPr>
          <a:xfrm>
            <a:off x="3720563" y="5393356"/>
            <a:ext cx="0" cy="1411078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530" name="Group 17529">
            <a:extLst>
              <a:ext uri="{FF2B5EF4-FFF2-40B4-BE49-F238E27FC236}">
                <a16:creationId xmlns:a16="http://schemas.microsoft.com/office/drawing/2014/main" id="{8428192C-FF5C-D5EE-A8E7-BB75FF2D2FAE}"/>
              </a:ext>
            </a:extLst>
          </p:cNvPr>
          <p:cNvGrpSpPr/>
          <p:nvPr/>
        </p:nvGrpSpPr>
        <p:grpSpPr>
          <a:xfrm>
            <a:off x="5106683" y="5445836"/>
            <a:ext cx="1638803" cy="1216827"/>
            <a:chOff x="42141" y="5434445"/>
            <a:chExt cx="1638803" cy="1216827"/>
          </a:xfrm>
        </p:grpSpPr>
        <p:sp>
          <p:nvSpPr>
            <p:cNvPr id="17532" name="TextBox 17531">
              <a:extLst>
                <a:ext uri="{FF2B5EF4-FFF2-40B4-BE49-F238E27FC236}">
                  <a16:creationId xmlns:a16="http://schemas.microsoft.com/office/drawing/2014/main" id="{A1E7DA5F-610C-F079-9023-1337F07C63E5}"/>
                </a:ext>
              </a:extLst>
            </p:cNvPr>
            <p:cNvSpPr txBox="1"/>
            <p:nvPr/>
          </p:nvSpPr>
          <p:spPr>
            <a:xfrm>
              <a:off x="69851" y="5434445"/>
              <a:ext cx="539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05</a:t>
              </a:r>
            </a:p>
          </p:txBody>
        </p:sp>
        <p:sp>
          <p:nvSpPr>
            <p:cNvPr id="17533" name="TextBox 17532">
              <a:extLst>
                <a:ext uri="{FF2B5EF4-FFF2-40B4-BE49-F238E27FC236}">
                  <a16:creationId xmlns:a16="http://schemas.microsoft.com/office/drawing/2014/main" id="{FDBAE2AA-C633-788A-C980-48BBF559EF18}"/>
                </a:ext>
              </a:extLst>
            </p:cNvPr>
            <p:cNvSpPr txBox="1"/>
            <p:nvPr/>
          </p:nvSpPr>
          <p:spPr>
            <a:xfrm>
              <a:off x="42141" y="5728855"/>
              <a:ext cx="1638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Microservice</a:t>
              </a:r>
            </a:p>
          </p:txBody>
        </p:sp>
        <p:sp>
          <p:nvSpPr>
            <p:cNvPr id="17535" name="TextBox 17534">
              <a:extLst>
                <a:ext uri="{FF2B5EF4-FFF2-40B4-BE49-F238E27FC236}">
                  <a16:creationId xmlns:a16="http://schemas.microsoft.com/office/drawing/2014/main" id="{B308668D-6B9C-ECC1-21E9-62B584DAC182}"/>
                </a:ext>
              </a:extLst>
            </p:cNvPr>
            <p:cNvSpPr txBox="1"/>
            <p:nvPr/>
          </p:nvSpPr>
          <p:spPr>
            <a:xfrm>
              <a:off x="142340" y="6004941"/>
              <a:ext cx="14346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/>
                <a:t>* Python</a:t>
              </a:r>
            </a:p>
            <a:p>
              <a:r>
                <a:rPr lang="en-IN" sz="900" b="1" dirty="0"/>
                <a:t>* </a:t>
              </a:r>
              <a:r>
                <a:rPr lang="en-IN" sz="900" b="1" dirty="0" err="1"/>
                <a:t>Flsak</a:t>
              </a:r>
              <a:endParaRPr lang="en-IN" sz="900" b="1" dirty="0"/>
            </a:p>
            <a:p>
              <a:r>
                <a:rPr lang="en-IN" sz="900" b="1" dirty="0"/>
                <a:t>* Django</a:t>
              </a:r>
            </a:p>
            <a:p>
              <a:endParaRPr lang="en-IN" sz="900" b="1" dirty="0"/>
            </a:p>
          </p:txBody>
        </p:sp>
      </p:grpSp>
      <p:cxnSp>
        <p:nvCxnSpPr>
          <p:cNvPr id="17536" name="Straight Connector 17535">
            <a:extLst>
              <a:ext uri="{FF2B5EF4-FFF2-40B4-BE49-F238E27FC236}">
                <a16:creationId xmlns:a16="http://schemas.microsoft.com/office/drawing/2014/main" id="{4E2AD2FC-A5AE-98C7-0C2A-F0569999FF4B}"/>
              </a:ext>
            </a:extLst>
          </p:cNvPr>
          <p:cNvCxnSpPr>
            <a:cxnSpLocks/>
          </p:cNvCxnSpPr>
          <p:nvPr/>
        </p:nvCxnSpPr>
        <p:spPr>
          <a:xfrm>
            <a:off x="4999205" y="5397388"/>
            <a:ext cx="0" cy="1411078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37" name="Straight Connector 17536">
            <a:extLst>
              <a:ext uri="{FF2B5EF4-FFF2-40B4-BE49-F238E27FC236}">
                <a16:creationId xmlns:a16="http://schemas.microsoft.com/office/drawing/2014/main" id="{9C5235BA-5579-CDFB-BDFD-2889ECF68259}"/>
              </a:ext>
            </a:extLst>
          </p:cNvPr>
          <p:cNvCxnSpPr>
            <a:cxnSpLocks/>
          </p:cNvCxnSpPr>
          <p:nvPr/>
        </p:nvCxnSpPr>
        <p:spPr>
          <a:xfrm>
            <a:off x="6672603" y="5393356"/>
            <a:ext cx="0" cy="1411078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539" name="Group 17538">
            <a:extLst>
              <a:ext uri="{FF2B5EF4-FFF2-40B4-BE49-F238E27FC236}">
                <a16:creationId xmlns:a16="http://schemas.microsoft.com/office/drawing/2014/main" id="{73FDD7B9-70DB-7352-8BA1-99840B879BB3}"/>
              </a:ext>
            </a:extLst>
          </p:cNvPr>
          <p:cNvGrpSpPr/>
          <p:nvPr/>
        </p:nvGrpSpPr>
        <p:grpSpPr>
          <a:xfrm>
            <a:off x="6741756" y="5442245"/>
            <a:ext cx="1638803" cy="939828"/>
            <a:chOff x="42141" y="5434445"/>
            <a:chExt cx="1638803" cy="939828"/>
          </a:xfrm>
        </p:grpSpPr>
        <p:sp>
          <p:nvSpPr>
            <p:cNvPr id="17541" name="TextBox 17540">
              <a:extLst>
                <a:ext uri="{FF2B5EF4-FFF2-40B4-BE49-F238E27FC236}">
                  <a16:creationId xmlns:a16="http://schemas.microsoft.com/office/drawing/2014/main" id="{378BA81E-F7B6-12DE-C313-952346D67EDF}"/>
                </a:ext>
              </a:extLst>
            </p:cNvPr>
            <p:cNvSpPr txBox="1"/>
            <p:nvPr/>
          </p:nvSpPr>
          <p:spPr>
            <a:xfrm>
              <a:off x="69851" y="5434445"/>
              <a:ext cx="539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06</a:t>
              </a:r>
            </a:p>
          </p:txBody>
        </p:sp>
        <p:sp>
          <p:nvSpPr>
            <p:cNvPr id="17543" name="TextBox 17542">
              <a:extLst>
                <a:ext uri="{FF2B5EF4-FFF2-40B4-BE49-F238E27FC236}">
                  <a16:creationId xmlns:a16="http://schemas.microsoft.com/office/drawing/2014/main" id="{400D6892-D485-3CE5-677E-61E37C7CAFAF}"/>
                </a:ext>
              </a:extLst>
            </p:cNvPr>
            <p:cNvSpPr txBox="1"/>
            <p:nvPr/>
          </p:nvSpPr>
          <p:spPr>
            <a:xfrm>
              <a:off x="42141" y="5728855"/>
              <a:ext cx="1638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ML </a:t>
              </a:r>
            </a:p>
          </p:txBody>
        </p:sp>
        <p:sp>
          <p:nvSpPr>
            <p:cNvPr id="17544" name="TextBox 17543">
              <a:extLst>
                <a:ext uri="{FF2B5EF4-FFF2-40B4-BE49-F238E27FC236}">
                  <a16:creationId xmlns:a16="http://schemas.microsoft.com/office/drawing/2014/main" id="{EA6CAA9B-4632-1F3E-1A46-9EE54512AEED}"/>
                </a:ext>
              </a:extLst>
            </p:cNvPr>
            <p:cNvSpPr txBox="1"/>
            <p:nvPr/>
          </p:nvSpPr>
          <p:spPr>
            <a:xfrm>
              <a:off x="142340" y="6004941"/>
              <a:ext cx="14346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/>
                <a:t>* Scikit Learn</a:t>
              </a:r>
            </a:p>
            <a:p>
              <a:r>
                <a:rPr lang="en-IN" sz="900" b="1" dirty="0"/>
                <a:t>* TensorFlow</a:t>
              </a:r>
            </a:p>
          </p:txBody>
        </p:sp>
      </p:grpSp>
      <p:cxnSp>
        <p:nvCxnSpPr>
          <p:cNvPr id="17547" name="Straight Connector 17546">
            <a:extLst>
              <a:ext uri="{FF2B5EF4-FFF2-40B4-BE49-F238E27FC236}">
                <a16:creationId xmlns:a16="http://schemas.microsoft.com/office/drawing/2014/main" id="{FECA9373-8234-9B25-1C93-1C66A096CB18}"/>
              </a:ext>
            </a:extLst>
          </p:cNvPr>
          <p:cNvCxnSpPr>
            <a:cxnSpLocks/>
          </p:cNvCxnSpPr>
          <p:nvPr/>
        </p:nvCxnSpPr>
        <p:spPr>
          <a:xfrm>
            <a:off x="7789253" y="5399853"/>
            <a:ext cx="0" cy="1411078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52" name="Straight Connector 17551">
            <a:extLst>
              <a:ext uri="{FF2B5EF4-FFF2-40B4-BE49-F238E27FC236}">
                <a16:creationId xmlns:a16="http://schemas.microsoft.com/office/drawing/2014/main" id="{89D2FE6B-A31B-D084-8A59-84E324E6D5CC}"/>
              </a:ext>
            </a:extLst>
          </p:cNvPr>
          <p:cNvCxnSpPr>
            <a:cxnSpLocks/>
          </p:cNvCxnSpPr>
          <p:nvPr/>
        </p:nvCxnSpPr>
        <p:spPr>
          <a:xfrm>
            <a:off x="2387175" y="5397388"/>
            <a:ext cx="0" cy="1411078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553" name="Group 17552">
            <a:extLst>
              <a:ext uri="{FF2B5EF4-FFF2-40B4-BE49-F238E27FC236}">
                <a16:creationId xmlns:a16="http://schemas.microsoft.com/office/drawing/2014/main" id="{850FD87A-A78B-091C-B929-F6B32F75C2AB}"/>
              </a:ext>
            </a:extLst>
          </p:cNvPr>
          <p:cNvGrpSpPr/>
          <p:nvPr/>
        </p:nvGrpSpPr>
        <p:grpSpPr>
          <a:xfrm>
            <a:off x="2373631" y="5447687"/>
            <a:ext cx="1638803" cy="1030494"/>
            <a:chOff x="42141" y="5434445"/>
            <a:chExt cx="1638803" cy="1030494"/>
          </a:xfrm>
        </p:grpSpPr>
        <p:sp>
          <p:nvSpPr>
            <p:cNvPr id="17554" name="TextBox 17553">
              <a:extLst>
                <a:ext uri="{FF2B5EF4-FFF2-40B4-BE49-F238E27FC236}">
                  <a16:creationId xmlns:a16="http://schemas.microsoft.com/office/drawing/2014/main" id="{C1FF3FC9-34FA-9DD2-0CE7-946DC8321C8D}"/>
                </a:ext>
              </a:extLst>
            </p:cNvPr>
            <p:cNvSpPr txBox="1"/>
            <p:nvPr/>
          </p:nvSpPr>
          <p:spPr>
            <a:xfrm>
              <a:off x="69851" y="5434445"/>
              <a:ext cx="539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03</a:t>
              </a:r>
            </a:p>
          </p:txBody>
        </p:sp>
        <p:sp>
          <p:nvSpPr>
            <p:cNvPr id="17555" name="TextBox 17554">
              <a:extLst>
                <a:ext uri="{FF2B5EF4-FFF2-40B4-BE49-F238E27FC236}">
                  <a16:creationId xmlns:a16="http://schemas.microsoft.com/office/drawing/2014/main" id="{E67E47D9-13B5-ED18-F227-E6B9EABB80D8}"/>
                </a:ext>
              </a:extLst>
            </p:cNvPr>
            <p:cNvSpPr txBox="1"/>
            <p:nvPr/>
          </p:nvSpPr>
          <p:spPr>
            <a:xfrm>
              <a:off x="42141" y="5728855"/>
              <a:ext cx="1638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Styling </a:t>
              </a:r>
            </a:p>
          </p:txBody>
        </p:sp>
        <p:sp>
          <p:nvSpPr>
            <p:cNvPr id="17556" name="TextBox 17555">
              <a:extLst>
                <a:ext uri="{FF2B5EF4-FFF2-40B4-BE49-F238E27FC236}">
                  <a16:creationId xmlns:a16="http://schemas.microsoft.com/office/drawing/2014/main" id="{597C29BA-8E25-DA92-139F-E1B71F75DA8D}"/>
                </a:ext>
              </a:extLst>
            </p:cNvPr>
            <p:cNvSpPr txBox="1"/>
            <p:nvPr/>
          </p:nvSpPr>
          <p:spPr>
            <a:xfrm>
              <a:off x="139804" y="6095607"/>
              <a:ext cx="14346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/>
                <a:t>* Tailwind </a:t>
              </a:r>
              <a:r>
                <a:rPr lang="en-IN" sz="900" b="1" dirty="0" err="1"/>
                <a:t>Css</a:t>
              </a:r>
              <a:endParaRPr lang="en-IN" sz="900" b="1" dirty="0"/>
            </a:p>
            <a:p>
              <a:r>
                <a:rPr lang="en-IN" sz="900" b="1" dirty="0"/>
                <a:t>*  Lucid react</a:t>
              </a:r>
            </a:p>
          </p:txBody>
        </p:sp>
      </p:grpSp>
      <p:cxnSp>
        <p:nvCxnSpPr>
          <p:cNvPr id="17557" name="Straight Connector 17556">
            <a:extLst>
              <a:ext uri="{FF2B5EF4-FFF2-40B4-BE49-F238E27FC236}">
                <a16:creationId xmlns:a16="http://schemas.microsoft.com/office/drawing/2014/main" id="{B73853CE-ABBB-55D0-0CE4-580B3141737C}"/>
              </a:ext>
            </a:extLst>
          </p:cNvPr>
          <p:cNvCxnSpPr>
            <a:cxnSpLocks/>
          </p:cNvCxnSpPr>
          <p:nvPr/>
        </p:nvCxnSpPr>
        <p:spPr>
          <a:xfrm>
            <a:off x="9253618" y="5405890"/>
            <a:ext cx="0" cy="1411078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58" name="Straight Connector 17557">
            <a:extLst>
              <a:ext uri="{FF2B5EF4-FFF2-40B4-BE49-F238E27FC236}">
                <a16:creationId xmlns:a16="http://schemas.microsoft.com/office/drawing/2014/main" id="{F3B364C7-DE4B-DB11-772D-2374E9B1F968}"/>
              </a:ext>
            </a:extLst>
          </p:cNvPr>
          <p:cNvCxnSpPr>
            <a:cxnSpLocks/>
          </p:cNvCxnSpPr>
          <p:nvPr/>
        </p:nvCxnSpPr>
        <p:spPr>
          <a:xfrm>
            <a:off x="10667593" y="5398920"/>
            <a:ext cx="0" cy="1411078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559" name="Group 17558">
            <a:extLst>
              <a:ext uri="{FF2B5EF4-FFF2-40B4-BE49-F238E27FC236}">
                <a16:creationId xmlns:a16="http://schemas.microsoft.com/office/drawing/2014/main" id="{790270C4-85C4-4448-CD4A-49BF46265BFE}"/>
              </a:ext>
            </a:extLst>
          </p:cNvPr>
          <p:cNvGrpSpPr/>
          <p:nvPr/>
        </p:nvGrpSpPr>
        <p:grpSpPr>
          <a:xfrm>
            <a:off x="7848219" y="5456320"/>
            <a:ext cx="1638803" cy="910779"/>
            <a:chOff x="42141" y="5434445"/>
            <a:chExt cx="1638803" cy="910779"/>
          </a:xfrm>
        </p:grpSpPr>
        <p:sp>
          <p:nvSpPr>
            <p:cNvPr id="17560" name="TextBox 17559">
              <a:extLst>
                <a:ext uri="{FF2B5EF4-FFF2-40B4-BE49-F238E27FC236}">
                  <a16:creationId xmlns:a16="http://schemas.microsoft.com/office/drawing/2014/main" id="{545DAE9D-2A92-8267-62B8-E0AB786CC77B}"/>
                </a:ext>
              </a:extLst>
            </p:cNvPr>
            <p:cNvSpPr txBox="1"/>
            <p:nvPr/>
          </p:nvSpPr>
          <p:spPr>
            <a:xfrm>
              <a:off x="69851" y="5434445"/>
              <a:ext cx="539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07</a:t>
              </a:r>
            </a:p>
          </p:txBody>
        </p:sp>
        <p:sp>
          <p:nvSpPr>
            <p:cNvPr id="17561" name="TextBox 17560">
              <a:extLst>
                <a:ext uri="{FF2B5EF4-FFF2-40B4-BE49-F238E27FC236}">
                  <a16:creationId xmlns:a16="http://schemas.microsoft.com/office/drawing/2014/main" id="{1C2573FF-FB59-B459-E59F-9EFD4544E097}"/>
                </a:ext>
              </a:extLst>
            </p:cNvPr>
            <p:cNvSpPr txBox="1"/>
            <p:nvPr/>
          </p:nvSpPr>
          <p:spPr>
            <a:xfrm>
              <a:off x="42141" y="5728855"/>
              <a:ext cx="1638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 LLM</a:t>
              </a:r>
            </a:p>
          </p:txBody>
        </p:sp>
        <p:sp>
          <p:nvSpPr>
            <p:cNvPr id="17562" name="TextBox 17561">
              <a:extLst>
                <a:ext uri="{FF2B5EF4-FFF2-40B4-BE49-F238E27FC236}">
                  <a16:creationId xmlns:a16="http://schemas.microsoft.com/office/drawing/2014/main" id="{1EA5F5B6-94B0-AE2F-37F4-1068847B58BC}"/>
                </a:ext>
              </a:extLst>
            </p:cNvPr>
            <p:cNvSpPr txBox="1"/>
            <p:nvPr/>
          </p:nvSpPr>
          <p:spPr>
            <a:xfrm>
              <a:off x="120216" y="6114392"/>
              <a:ext cx="14346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/>
                <a:t>* Gemini-2.5-pro</a:t>
              </a:r>
            </a:p>
          </p:txBody>
        </p:sp>
      </p:grpSp>
      <p:grpSp>
        <p:nvGrpSpPr>
          <p:cNvPr id="17563" name="Group 17562">
            <a:extLst>
              <a:ext uri="{FF2B5EF4-FFF2-40B4-BE49-F238E27FC236}">
                <a16:creationId xmlns:a16="http://schemas.microsoft.com/office/drawing/2014/main" id="{70E9F49E-B795-9679-4520-F09AAA208B4B}"/>
              </a:ext>
            </a:extLst>
          </p:cNvPr>
          <p:cNvGrpSpPr/>
          <p:nvPr/>
        </p:nvGrpSpPr>
        <p:grpSpPr>
          <a:xfrm>
            <a:off x="9306362" y="5415030"/>
            <a:ext cx="1638803" cy="910779"/>
            <a:chOff x="42141" y="5434445"/>
            <a:chExt cx="1638803" cy="910779"/>
          </a:xfrm>
        </p:grpSpPr>
        <p:sp>
          <p:nvSpPr>
            <p:cNvPr id="17564" name="TextBox 17563">
              <a:extLst>
                <a:ext uri="{FF2B5EF4-FFF2-40B4-BE49-F238E27FC236}">
                  <a16:creationId xmlns:a16="http://schemas.microsoft.com/office/drawing/2014/main" id="{8954C837-3CBE-4DE4-DA8E-DD6DA19D12D1}"/>
                </a:ext>
              </a:extLst>
            </p:cNvPr>
            <p:cNvSpPr txBox="1"/>
            <p:nvPr/>
          </p:nvSpPr>
          <p:spPr>
            <a:xfrm>
              <a:off x="69851" y="5434445"/>
              <a:ext cx="539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08</a:t>
              </a:r>
            </a:p>
          </p:txBody>
        </p:sp>
        <p:sp>
          <p:nvSpPr>
            <p:cNvPr id="17565" name="TextBox 17564">
              <a:extLst>
                <a:ext uri="{FF2B5EF4-FFF2-40B4-BE49-F238E27FC236}">
                  <a16:creationId xmlns:a16="http://schemas.microsoft.com/office/drawing/2014/main" id="{C716B77A-D71D-C908-CE7F-1A9CEC565D6B}"/>
                </a:ext>
              </a:extLst>
            </p:cNvPr>
            <p:cNvSpPr txBox="1"/>
            <p:nvPr/>
          </p:nvSpPr>
          <p:spPr>
            <a:xfrm>
              <a:off x="42141" y="5728855"/>
              <a:ext cx="1638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Vector DB</a:t>
              </a:r>
            </a:p>
          </p:txBody>
        </p:sp>
        <p:sp>
          <p:nvSpPr>
            <p:cNvPr id="17566" name="TextBox 17565">
              <a:extLst>
                <a:ext uri="{FF2B5EF4-FFF2-40B4-BE49-F238E27FC236}">
                  <a16:creationId xmlns:a16="http://schemas.microsoft.com/office/drawing/2014/main" id="{365AC5B6-15A2-667A-77E5-E0FDC3426E2C}"/>
                </a:ext>
              </a:extLst>
            </p:cNvPr>
            <p:cNvSpPr txBox="1"/>
            <p:nvPr/>
          </p:nvSpPr>
          <p:spPr>
            <a:xfrm>
              <a:off x="120216" y="6114392"/>
              <a:ext cx="14346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/>
                <a:t>* Chroma</a:t>
              </a:r>
            </a:p>
          </p:txBody>
        </p:sp>
      </p:grpSp>
      <p:grpSp>
        <p:nvGrpSpPr>
          <p:cNvPr id="17567" name="Group 17566">
            <a:extLst>
              <a:ext uri="{FF2B5EF4-FFF2-40B4-BE49-F238E27FC236}">
                <a16:creationId xmlns:a16="http://schemas.microsoft.com/office/drawing/2014/main" id="{77950413-E19A-03A0-A67B-1A770E431616}"/>
              </a:ext>
            </a:extLst>
          </p:cNvPr>
          <p:cNvGrpSpPr/>
          <p:nvPr/>
        </p:nvGrpSpPr>
        <p:grpSpPr>
          <a:xfrm>
            <a:off x="10717983" y="5410330"/>
            <a:ext cx="1638803" cy="1049279"/>
            <a:chOff x="42141" y="5434445"/>
            <a:chExt cx="1638803" cy="1049279"/>
          </a:xfrm>
        </p:grpSpPr>
        <p:sp>
          <p:nvSpPr>
            <p:cNvPr id="17568" name="TextBox 17567">
              <a:extLst>
                <a:ext uri="{FF2B5EF4-FFF2-40B4-BE49-F238E27FC236}">
                  <a16:creationId xmlns:a16="http://schemas.microsoft.com/office/drawing/2014/main" id="{A68BC935-4008-A8FF-1496-F066B79AEB74}"/>
                </a:ext>
              </a:extLst>
            </p:cNvPr>
            <p:cNvSpPr txBox="1"/>
            <p:nvPr/>
          </p:nvSpPr>
          <p:spPr>
            <a:xfrm>
              <a:off x="69851" y="5434445"/>
              <a:ext cx="539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09</a:t>
              </a:r>
            </a:p>
          </p:txBody>
        </p:sp>
        <p:sp>
          <p:nvSpPr>
            <p:cNvPr id="17569" name="TextBox 17568">
              <a:extLst>
                <a:ext uri="{FF2B5EF4-FFF2-40B4-BE49-F238E27FC236}">
                  <a16:creationId xmlns:a16="http://schemas.microsoft.com/office/drawing/2014/main" id="{6360DF66-4D42-F6CB-C92E-1820C97DADEE}"/>
                </a:ext>
              </a:extLst>
            </p:cNvPr>
            <p:cNvSpPr txBox="1"/>
            <p:nvPr/>
          </p:nvSpPr>
          <p:spPr>
            <a:xfrm>
              <a:off x="42141" y="5728855"/>
              <a:ext cx="1638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Deployment</a:t>
              </a:r>
            </a:p>
          </p:txBody>
        </p:sp>
        <p:sp>
          <p:nvSpPr>
            <p:cNvPr id="17570" name="TextBox 17569">
              <a:extLst>
                <a:ext uri="{FF2B5EF4-FFF2-40B4-BE49-F238E27FC236}">
                  <a16:creationId xmlns:a16="http://schemas.microsoft.com/office/drawing/2014/main" id="{36D143AE-361B-C109-66ED-AA34F1A59611}"/>
                </a:ext>
              </a:extLst>
            </p:cNvPr>
            <p:cNvSpPr txBox="1"/>
            <p:nvPr/>
          </p:nvSpPr>
          <p:spPr>
            <a:xfrm>
              <a:off x="120216" y="6114392"/>
              <a:ext cx="14346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/>
                <a:t>* Docker container</a:t>
              </a:r>
            </a:p>
            <a:p>
              <a:r>
                <a:rPr lang="en-IN" sz="900" b="1" dirty="0"/>
                <a:t>* AWS</a:t>
              </a:r>
            </a:p>
          </p:txBody>
        </p:sp>
      </p:grpSp>
      <p:sp>
        <p:nvSpPr>
          <p:cNvPr id="17571" name="Rectangle 17570">
            <a:extLst>
              <a:ext uri="{FF2B5EF4-FFF2-40B4-BE49-F238E27FC236}">
                <a16:creationId xmlns:a16="http://schemas.microsoft.com/office/drawing/2014/main" id="{92BE0751-70CD-B0B2-E744-7B48133141EC}"/>
              </a:ext>
            </a:extLst>
          </p:cNvPr>
          <p:cNvSpPr/>
          <p:nvPr/>
        </p:nvSpPr>
        <p:spPr>
          <a:xfrm>
            <a:off x="82713" y="1668116"/>
            <a:ext cx="1077458" cy="926239"/>
          </a:xfrm>
          <a:prstGeom prst="rect">
            <a:avLst/>
          </a:prstGeom>
          <a:noFill/>
          <a:ln w="6350"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572" name="TextBox 17571">
            <a:extLst>
              <a:ext uri="{FF2B5EF4-FFF2-40B4-BE49-F238E27FC236}">
                <a16:creationId xmlns:a16="http://schemas.microsoft.com/office/drawing/2014/main" id="{A104C8BD-1157-8B07-72B5-BE1F8EAF648B}"/>
              </a:ext>
            </a:extLst>
          </p:cNvPr>
          <p:cNvSpPr txBox="1"/>
          <p:nvPr/>
        </p:nvSpPr>
        <p:spPr>
          <a:xfrm>
            <a:off x="37235" y="1664718"/>
            <a:ext cx="100982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b="1" dirty="0">
                <a:solidFill>
                  <a:srgbClr val="FF0000"/>
                </a:solidFill>
              </a:rPr>
              <a:t>* View </a:t>
            </a:r>
            <a:r>
              <a:rPr lang="en-IN" sz="600" b="1" dirty="0">
                <a:solidFill>
                  <a:srgbClr val="00B0F0"/>
                </a:solidFill>
              </a:rPr>
              <a:t>all</a:t>
            </a:r>
            <a:r>
              <a:rPr lang="en-IN" sz="600" b="1" dirty="0">
                <a:solidFill>
                  <a:srgbClr val="FF0000"/>
                </a:solidFill>
              </a:rPr>
              <a:t> Analytics</a:t>
            </a:r>
          </a:p>
        </p:txBody>
      </p:sp>
      <p:sp>
        <p:nvSpPr>
          <p:cNvPr id="17573" name="TextBox 17572">
            <a:extLst>
              <a:ext uri="{FF2B5EF4-FFF2-40B4-BE49-F238E27FC236}">
                <a16:creationId xmlns:a16="http://schemas.microsoft.com/office/drawing/2014/main" id="{AF4E60E6-B2D6-D63F-3B06-FFCEB5B7434A}"/>
              </a:ext>
            </a:extLst>
          </p:cNvPr>
          <p:cNvSpPr txBox="1"/>
          <p:nvPr/>
        </p:nvSpPr>
        <p:spPr>
          <a:xfrm>
            <a:off x="33394" y="1763359"/>
            <a:ext cx="10834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IN" sz="600" dirty="0"/>
              <a:t>Total Population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Health Workers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Critical Alerts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Water Quality Testing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Vaccinations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Total districts 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Total villages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Notifications</a:t>
            </a:r>
          </a:p>
        </p:txBody>
      </p:sp>
      <p:sp>
        <p:nvSpPr>
          <p:cNvPr id="17574" name="Rectangle 17573">
            <a:extLst>
              <a:ext uri="{FF2B5EF4-FFF2-40B4-BE49-F238E27FC236}">
                <a16:creationId xmlns:a16="http://schemas.microsoft.com/office/drawing/2014/main" id="{F24DB98D-3F17-68FB-AAA9-782AC5B511D6}"/>
              </a:ext>
            </a:extLst>
          </p:cNvPr>
          <p:cNvSpPr/>
          <p:nvPr/>
        </p:nvSpPr>
        <p:spPr>
          <a:xfrm>
            <a:off x="77263" y="2630663"/>
            <a:ext cx="1077458" cy="1176080"/>
          </a:xfrm>
          <a:prstGeom prst="rect">
            <a:avLst/>
          </a:prstGeom>
          <a:noFill/>
          <a:ln w="6350"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576" name="TextBox 17575">
            <a:extLst>
              <a:ext uri="{FF2B5EF4-FFF2-40B4-BE49-F238E27FC236}">
                <a16:creationId xmlns:a16="http://schemas.microsoft.com/office/drawing/2014/main" id="{086914E0-39E0-93DF-C360-0A677D0E1BFF}"/>
              </a:ext>
            </a:extLst>
          </p:cNvPr>
          <p:cNvSpPr txBox="1"/>
          <p:nvPr/>
        </p:nvSpPr>
        <p:spPr>
          <a:xfrm>
            <a:off x="47990" y="2642236"/>
            <a:ext cx="9616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b="1" dirty="0">
                <a:solidFill>
                  <a:srgbClr val="FF0000"/>
                </a:solidFill>
              </a:rPr>
              <a:t>* </a:t>
            </a:r>
            <a:r>
              <a:rPr lang="en-IN" sz="600" b="1" dirty="0">
                <a:solidFill>
                  <a:srgbClr val="00B0F0"/>
                </a:solidFill>
              </a:rPr>
              <a:t>District</a:t>
            </a:r>
            <a:r>
              <a:rPr lang="en-IN" sz="600" b="1" dirty="0">
                <a:solidFill>
                  <a:srgbClr val="FF0000"/>
                </a:solidFill>
              </a:rPr>
              <a:t> Management</a:t>
            </a:r>
          </a:p>
        </p:txBody>
      </p:sp>
      <p:sp>
        <p:nvSpPr>
          <p:cNvPr id="17577" name="TextBox 17576">
            <a:extLst>
              <a:ext uri="{FF2B5EF4-FFF2-40B4-BE49-F238E27FC236}">
                <a16:creationId xmlns:a16="http://schemas.microsoft.com/office/drawing/2014/main" id="{780275CC-A4FC-ECAD-A342-1E88C90B5161}"/>
              </a:ext>
            </a:extLst>
          </p:cNvPr>
          <p:cNvSpPr txBox="1"/>
          <p:nvPr/>
        </p:nvSpPr>
        <p:spPr>
          <a:xfrm>
            <a:off x="91053" y="2746756"/>
            <a:ext cx="1083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IN" sz="600" dirty="0"/>
              <a:t>Create District 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Update District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Delete District</a:t>
            </a:r>
          </a:p>
        </p:txBody>
      </p:sp>
      <p:sp>
        <p:nvSpPr>
          <p:cNvPr id="17578" name="Cylinder 17577">
            <a:extLst>
              <a:ext uri="{FF2B5EF4-FFF2-40B4-BE49-F238E27FC236}">
                <a16:creationId xmlns:a16="http://schemas.microsoft.com/office/drawing/2014/main" id="{1A89B791-4750-5FA0-CFF4-1E6F80B34E88}"/>
              </a:ext>
            </a:extLst>
          </p:cNvPr>
          <p:cNvSpPr/>
          <p:nvPr/>
        </p:nvSpPr>
        <p:spPr>
          <a:xfrm>
            <a:off x="632793" y="3288490"/>
            <a:ext cx="399219" cy="392480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50" name="Picture 2" descr="Voice Icon Vector Art, Icons, and Graphics for Free Download">
            <a:extLst>
              <a:ext uri="{FF2B5EF4-FFF2-40B4-BE49-F238E27FC236}">
                <a16:creationId xmlns:a16="http://schemas.microsoft.com/office/drawing/2014/main" id="{55A9CA3B-B634-5ED4-8B5F-43B33EAC8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60" y="3162652"/>
            <a:ext cx="444845" cy="444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17582" name="Ink 17581">
                <a:extLst>
                  <a:ext uri="{FF2B5EF4-FFF2-40B4-BE49-F238E27FC236}">
                    <a16:creationId xmlns:a16="http://schemas.microsoft.com/office/drawing/2014/main" id="{419DF9DC-878C-B089-0EE6-F2414A8F1762}"/>
                  </a:ext>
                </a:extLst>
              </p14:cNvPr>
              <p14:cNvContentPartPr/>
              <p14:nvPr/>
            </p14:nvContentPartPr>
            <p14:xfrm>
              <a:off x="314220" y="3108422"/>
              <a:ext cx="29520" cy="133920"/>
            </p14:xfrm>
          </p:contentPart>
        </mc:Choice>
        <mc:Fallback>
          <p:pic>
            <p:nvPicPr>
              <p:cNvPr id="17582" name="Ink 17581">
                <a:extLst>
                  <a:ext uri="{FF2B5EF4-FFF2-40B4-BE49-F238E27FC236}">
                    <a16:creationId xmlns:a16="http://schemas.microsoft.com/office/drawing/2014/main" id="{419DF9DC-878C-B089-0EE6-F2414A8F1762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09900" y="3104102"/>
                <a:ext cx="3816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17585" name="Ink 17584">
                <a:extLst>
                  <a:ext uri="{FF2B5EF4-FFF2-40B4-BE49-F238E27FC236}">
                    <a16:creationId xmlns:a16="http://schemas.microsoft.com/office/drawing/2014/main" id="{884E75E7-1182-1A75-FDF9-7545672C6357}"/>
                  </a:ext>
                </a:extLst>
              </p14:cNvPr>
              <p14:cNvContentPartPr/>
              <p14:nvPr/>
            </p14:nvContentPartPr>
            <p14:xfrm>
              <a:off x="300180" y="3231542"/>
              <a:ext cx="21240" cy="15840"/>
            </p14:xfrm>
          </p:contentPart>
        </mc:Choice>
        <mc:Fallback>
          <p:pic>
            <p:nvPicPr>
              <p:cNvPr id="17585" name="Ink 17584">
                <a:extLst>
                  <a:ext uri="{FF2B5EF4-FFF2-40B4-BE49-F238E27FC236}">
                    <a16:creationId xmlns:a16="http://schemas.microsoft.com/office/drawing/2014/main" id="{884E75E7-1182-1A75-FDF9-7545672C6357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95786" y="3227222"/>
                <a:ext cx="30029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17589" name="Ink 17588">
                <a:extLst>
                  <a:ext uri="{FF2B5EF4-FFF2-40B4-BE49-F238E27FC236}">
                    <a16:creationId xmlns:a16="http://schemas.microsoft.com/office/drawing/2014/main" id="{82C7C725-B613-FBC1-91BD-A7065EDD8E5F}"/>
                  </a:ext>
                </a:extLst>
              </p14:cNvPr>
              <p14:cNvContentPartPr/>
              <p14:nvPr/>
            </p14:nvContentPartPr>
            <p14:xfrm>
              <a:off x="323220" y="3223622"/>
              <a:ext cx="13320" cy="25560"/>
            </p14:xfrm>
          </p:contentPart>
        </mc:Choice>
        <mc:Fallback>
          <p:pic>
            <p:nvPicPr>
              <p:cNvPr id="17589" name="Ink 17588">
                <a:extLst>
                  <a:ext uri="{FF2B5EF4-FFF2-40B4-BE49-F238E27FC236}">
                    <a16:creationId xmlns:a16="http://schemas.microsoft.com/office/drawing/2014/main" id="{82C7C725-B613-FBC1-91BD-A7065EDD8E5F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18900" y="3219240"/>
                <a:ext cx="21960" cy="34323"/>
              </a:xfrm>
              <a:prstGeom prst="rect">
                <a:avLst/>
              </a:prstGeom>
            </p:spPr>
          </p:pic>
        </mc:Fallback>
      </mc:AlternateContent>
      <p:grpSp>
        <p:nvGrpSpPr>
          <p:cNvPr id="17593" name="Group 17592">
            <a:extLst>
              <a:ext uri="{FF2B5EF4-FFF2-40B4-BE49-F238E27FC236}">
                <a16:creationId xmlns:a16="http://schemas.microsoft.com/office/drawing/2014/main" id="{87A0412F-3D15-4680-E75B-3E40CBC6C3B7}"/>
              </a:ext>
            </a:extLst>
          </p:cNvPr>
          <p:cNvGrpSpPr/>
          <p:nvPr/>
        </p:nvGrpSpPr>
        <p:grpSpPr>
          <a:xfrm>
            <a:off x="397380" y="3464462"/>
            <a:ext cx="193680" cy="46440"/>
            <a:chOff x="502485" y="3531782"/>
            <a:chExt cx="193680" cy="4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7590" name="Ink 17589">
                  <a:extLst>
                    <a:ext uri="{FF2B5EF4-FFF2-40B4-BE49-F238E27FC236}">
                      <a16:creationId xmlns:a16="http://schemas.microsoft.com/office/drawing/2014/main" id="{AC95A622-0FF3-DD28-79E2-A79FB9437600}"/>
                    </a:ext>
                  </a:extLst>
                </p14:cNvPr>
                <p14:cNvContentPartPr/>
                <p14:nvPr/>
              </p14:nvContentPartPr>
              <p14:xfrm>
                <a:off x="502485" y="3539702"/>
                <a:ext cx="190440" cy="38520"/>
              </p14:xfrm>
            </p:contentPart>
          </mc:Choice>
          <mc:Fallback xmlns="">
            <p:pic>
              <p:nvPicPr>
                <p:cNvPr id="17590" name="Ink 17589">
                  <a:extLst>
                    <a:ext uri="{FF2B5EF4-FFF2-40B4-BE49-F238E27FC236}">
                      <a16:creationId xmlns:a16="http://schemas.microsoft.com/office/drawing/2014/main" id="{AC95A622-0FF3-DD28-79E2-A79FB943760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98165" y="3535382"/>
                  <a:ext cx="1990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7591" name="Ink 17590">
                  <a:extLst>
                    <a:ext uri="{FF2B5EF4-FFF2-40B4-BE49-F238E27FC236}">
                      <a16:creationId xmlns:a16="http://schemas.microsoft.com/office/drawing/2014/main" id="{9A990341-D583-06B0-F59A-C3C677B03833}"/>
                    </a:ext>
                  </a:extLst>
                </p14:cNvPr>
                <p14:cNvContentPartPr/>
                <p14:nvPr/>
              </p14:nvContentPartPr>
              <p14:xfrm>
                <a:off x="684645" y="3545462"/>
                <a:ext cx="360" cy="360"/>
              </p14:xfrm>
            </p:contentPart>
          </mc:Choice>
          <mc:Fallback xmlns="">
            <p:pic>
              <p:nvPicPr>
                <p:cNvPr id="17591" name="Ink 17590">
                  <a:extLst>
                    <a:ext uri="{FF2B5EF4-FFF2-40B4-BE49-F238E27FC236}">
                      <a16:creationId xmlns:a16="http://schemas.microsoft.com/office/drawing/2014/main" id="{9A990341-D583-06B0-F59A-C3C677B0383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80325" y="3541142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7592" name="Ink 17591">
                  <a:extLst>
                    <a:ext uri="{FF2B5EF4-FFF2-40B4-BE49-F238E27FC236}">
                      <a16:creationId xmlns:a16="http://schemas.microsoft.com/office/drawing/2014/main" id="{3164F568-50A0-2DD4-3B24-41CF8A295C86}"/>
                    </a:ext>
                  </a:extLst>
                </p14:cNvPr>
                <p14:cNvContentPartPr/>
                <p14:nvPr/>
              </p14:nvContentPartPr>
              <p14:xfrm>
                <a:off x="676365" y="3531782"/>
                <a:ext cx="19800" cy="33120"/>
              </p14:xfrm>
            </p:contentPart>
          </mc:Choice>
          <mc:Fallback xmlns="">
            <p:pic>
              <p:nvPicPr>
                <p:cNvPr id="17592" name="Ink 17591">
                  <a:extLst>
                    <a:ext uri="{FF2B5EF4-FFF2-40B4-BE49-F238E27FC236}">
                      <a16:creationId xmlns:a16="http://schemas.microsoft.com/office/drawing/2014/main" id="{3164F568-50A0-2DD4-3B24-41CF8A295C8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72045" y="3527462"/>
                  <a:ext cx="28440" cy="4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17594" name="Ink 17593">
                <a:extLst>
                  <a:ext uri="{FF2B5EF4-FFF2-40B4-BE49-F238E27FC236}">
                    <a16:creationId xmlns:a16="http://schemas.microsoft.com/office/drawing/2014/main" id="{4857FB88-516C-F74A-4C4F-6D04C3E86FED}"/>
                  </a:ext>
                </a:extLst>
              </p14:cNvPr>
              <p14:cNvContentPartPr/>
              <p14:nvPr/>
            </p14:nvContentPartPr>
            <p14:xfrm>
              <a:off x="901380" y="3016982"/>
              <a:ext cx="110520" cy="252360"/>
            </p14:xfrm>
          </p:contentPart>
        </mc:Choice>
        <mc:Fallback>
          <p:pic>
            <p:nvPicPr>
              <p:cNvPr id="17594" name="Ink 17593">
                <a:extLst>
                  <a:ext uri="{FF2B5EF4-FFF2-40B4-BE49-F238E27FC236}">
                    <a16:creationId xmlns:a16="http://schemas.microsoft.com/office/drawing/2014/main" id="{4857FB88-516C-F74A-4C4F-6D04C3E86FED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97060" y="3012662"/>
                <a:ext cx="119160" cy="26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71" name="Group 2070">
            <a:extLst>
              <a:ext uri="{FF2B5EF4-FFF2-40B4-BE49-F238E27FC236}">
                <a16:creationId xmlns:a16="http://schemas.microsoft.com/office/drawing/2014/main" id="{6CC94704-756C-A469-293E-0BC0ED290E6C}"/>
              </a:ext>
            </a:extLst>
          </p:cNvPr>
          <p:cNvGrpSpPr/>
          <p:nvPr/>
        </p:nvGrpSpPr>
        <p:grpSpPr>
          <a:xfrm>
            <a:off x="660047" y="3435019"/>
            <a:ext cx="275346" cy="217080"/>
            <a:chOff x="765152" y="3502339"/>
            <a:chExt cx="275346" cy="21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7595" name="Ink 17594">
                  <a:extLst>
                    <a:ext uri="{FF2B5EF4-FFF2-40B4-BE49-F238E27FC236}">
                      <a16:creationId xmlns:a16="http://schemas.microsoft.com/office/drawing/2014/main" id="{D4F5CCA3-A16D-4895-825C-5B7F97F16322}"/>
                    </a:ext>
                  </a:extLst>
                </p14:cNvPr>
                <p14:cNvContentPartPr/>
                <p14:nvPr/>
              </p14:nvContentPartPr>
              <p14:xfrm>
                <a:off x="765152" y="3515659"/>
                <a:ext cx="15840" cy="36000"/>
              </p14:xfrm>
            </p:contentPart>
          </mc:Choice>
          <mc:Fallback xmlns="">
            <p:pic>
              <p:nvPicPr>
                <p:cNvPr id="17595" name="Ink 17594">
                  <a:extLst>
                    <a:ext uri="{FF2B5EF4-FFF2-40B4-BE49-F238E27FC236}">
                      <a16:creationId xmlns:a16="http://schemas.microsoft.com/office/drawing/2014/main" id="{D4F5CCA3-A16D-4895-825C-5B7F97F1632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60832" y="3511339"/>
                  <a:ext cx="244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7596" name="Ink 17595">
                  <a:extLst>
                    <a:ext uri="{FF2B5EF4-FFF2-40B4-BE49-F238E27FC236}">
                      <a16:creationId xmlns:a16="http://schemas.microsoft.com/office/drawing/2014/main" id="{FA6C0872-34B5-F4DB-0037-F961EBA1AA70}"/>
                    </a:ext>
                  </a:extLst>
                </p14:cNvPr>
                <p14:cNvContentPartPr/>
                <p14:nvPr/>
              </p14:nvContentPartPr>
              <p14:xfrm>
                <a:off x="769112" y="3532219"/>
                <a:ext cx="7200" cy="6120"/>
              </p14:xfrm>
            </p:contentPart>
          </mc:Choice>
          <mc:Fallback xmlns="">
            <p:pic>
              <p:nvPicPr>
                <p:cNvPr id="17596" name="Ink 17595">
                  <a:extLst>
                    <a:ext uri="{FF2B5EF4-FFF2-40B4-BE49-F238E27FC236}">
                      <a16:creationId xmlns:a16="http://schemas.microsoft.com/office/drawing/2014/main" id="{FA6C0872-34B5-F4DB-0037-F961EBA1AA7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64792" y="3527899"/>
                  <a:ext cx="1584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7597" name="Ink 17596">
                  <a:extLst>
                    <a:ext uri="{FF2B5EF4-FFF2-40B4-BE49-F238E27FC236}">
                      <a16:creationId xmlns:a16="http://schemas.microsoft.com/office/drawing/2014/main" id="{837DE799-024B-23C9-D113-3A6FFB9F073E}"/>
                    </a:ext>
                  </a:extLst>
                </p14:cNvPr>
                <p14:cNvContentPartPr/>
                <p14:nvPr/>
              </p14:nvContentPartPr>
              <p14:xfrm>
                <a:off x="789272" y="3512059"/>
                <a:ext cx="10800" cy="19080"/>
              </p14:xfrm>
            </p:contentPart>
          </mc:Choice>
          <mc:Fallback xmlns="">
            <p:pic>
              <p:nvPicPr>
                <p:cNvPr id="17597" name="Ink 17596">
                  <a:extLst>
                    <a:ext uri="{FF2B5EF4-FFF2-40B4-BE49-F238E27FC236}">
                      <a16:creationId xmlns:a16="http://schemas.microsoft.com/office/drawing/2014/main" id="{837DE799-024B-23C9-D113-3A6FFB9F073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84952" y="3507739"/>
                  <a:ext cx="194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7598" name="Ink 17597">
                  <a:extLst>
                    <a:ext uri="{FF2B5EF4-FFF2-40B4-BE49-F238E27FC236}">
                      <a16:creationId xmlns:a16="http://schemas.microsoft.com/office/drawing/2014/main" id="{381E650D-C00A-B92B-055D-4011B78A1635}"/>
                    </a:ext>
                  </a:extLst>
                </p14:cNvPr>
                <p14:cNvContentPartPr/>
                <p14:nvPr/>
              </p14:nvContentPartPr>
              <p14:xfrm>
                <a:off x="778832" y="3502339"/>
                <a:ext cx="14040" cy="11160"/>
              </p14:xfrm>
            </p:contentPart>
          </mc:Choice>
          <mc:Fallback xmlns="">
            <p:pic>
              <p:nvPicPr>
                <p:cNvPr id="17598" name="Ink 17597">
                  <a:extLst>
                    <a:ext uri="{FF2B5EF4-FFF2-40B4-BE49-F238E27FC236}">
                      <a16:creationId xmlns:a16="http://schemas.microsoft.com/office/drawing/2014/main" id="{381E650D-C00A-B92B-055D-4011B78A163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74512" y="3498019"/>
                  <a:ext cx="226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7599" name="Ink 17598">
                  <a:extLst>
                    <a:ext uri="{FF2B5EF4-FFF2-40B4-BE49-F238E27FC236}">
                      <a16:creationId xmlns:a16="http://schemas.microsoft.com/office/drawing/2014/main" id="{699C3E9B-CD76-FA2E-788E-A8C1483170C3}"/>
                    </a:ext>
                  </a:extLst>
                </p14:cNvPr>
                <p14:cNvContentPartPr/>
                <p14:nvPr/>
              </p14:nvContentPartPr>
              <p14:xfrm>
                <a:off x="793232" y="3523219"/>
                <a:ext cx="19800" cy="16920"/>
              </p14:xfrm>
            </p:contentPart>
          </mc:Choice>
          <mc:Fallback xmlns="">
            <p:pic>
              <p:nvPicPr>
                <p:cNvPr id="17599" name="Ink 17598">
                  <a:extLst>
                    <a:ext uri="{FF2B5EF4-FFF2-40B4-BE49-F238E27FC236}">
                      <a16:creationId xmlns:a16="http://schemas.microsoft.com/office/drawing/2014/main" id="{699C3E9B-CD76-FA2E-788E-A8C1483170C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88912" y="3518899"/>
                  <a:ext cx="284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087" name="Ink 1086">
                  <a:extLst>
                    <a:ext uri="{FF2B5EF4-FFF2-40B4-BE49-F238E27FC236}">
                      <a16:creationId xmlns:a16="http://schemas.microsoft.com/office/drawing/2014/main" id="{0FDF6929-3B12-35A3-97A0-4FFE0B459F5E}"/>
                    </a:ext>
                  </a:extLst>
                </p14:cNvPr>
                <p14:cNvContentPartPr/>
                <p14:nvPr/>
              </p14:nvContentPartPr>
              <p14:xfrm>
                <a:off x="795392" y="3579019"/>
                <a:ext cx="16200" cy="27000"/>
              </p14:xfrm>
            </p:contentPart>
          </mc:Choice>
          <mc:Fallback xmlns="">
            <p:pic>
              <p:nvPicPr>
                <p:cNvPr id="1087" name="Ink 1086">
                  <a:extLst>
                    <a:ext uri="{FF2B5EF4-FFF2-40B4-BE49-F238E27FC236}">
                      <a16:creationId xmlns:a16="http://schemas.microsoft.com/office/drawing/2014/main" id="{0FDF6929-3B12-35A3-97A0-4FFE0B459F5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91072" y="3574699"/>
                  <a:ext cx="248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2048" name="Ink 2047">
                  <a:extLst>
                    <a:ext uri="{FF2B5EF4-FFF2-40B4-BE49-F238E27FC236}">
                      <a16:creationId xmlns:a16="http://schemas.microsoft.com/office/drawing/2014/main" id="{2FB4D49E-F129-3C60-C792-25B72B55D009}"/>
                    </a:ext>
                  </a:extLst>
                </p14:cNvPr>
                <p14:cNvContentPartPr/>
                <p14:nvPr/>
              </p14:nvContentPartPr>
              <p14:xfrm>
                <a:off x="794672" y="3583699"/>
                <a:ext cx="15480" cy="15840"/>
              </p14:xfrm>
            </p:contentPart>
          </mc:Choice>
          <mc:Fallback xmlns="">
            <p:pic>
              <p:nvPicPr>
                <p:cNvPr id="2048" name="Ink 2047">
                  <a:extLst>
                    <a:ext uri="{FF2B5EF4-FFF2-40B4-BE49-F238E27FC236}">
                      <a16:creationId xmlns:a16="http://schemas.microsoft.com/office/drawing/2014/main" id="{2FB4D49E-F129-3C60-C792-25B72B55D00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90352" y="3579379"/>
                  <a:ext cx="241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2049" name="Ink 2048">
                  <a:extLst>
                    <a:ext uri="{FF2B5EF4-FFF2-40B4-BE49-F238E27FC236}">
                      <a16:creationId xmlns:a16="http://schemas.microsoft.com/office/drawing/2014/main" id="{28FA446A-085D-CA2B-C43F-80D2EA5312AB}"/>
                    </a:ext>
                  </a:extLst>
                </p14:cNvPr>
                <p14:cNvContentPartPr/>
                <p14:nvPr/>
              </p14:nvContentPartPr>
              <p14:xfrm>
                <a:off x="817712" y="3577579"/>
                <a:ext cx="28800" cy="43200"/>
              </p14:xfrm>
            </p:contentPart>
          </mc:Choice>
          <mc:Fallback xmlns="">
            <p:pic>
              <p:nvPicPr>
                <p:cNvPr id="2049" name="Ink 2048">
                  <a:extLst>
                    <a:ext uri="{FF2B5EF4-FFF2-40B4-BE49-F238E27FC236}">
                      <a16:creationId xmlns:a16="http://schemas.microsoft.com/office/drawing/2014/main" id="{28FA446A-085D-CA2B-C43F-80D2EA5312A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13392" y="3573259"/>
                  <a:ext cx="374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2055" name="Ink 2054">
                  <a:extLst>
                    <a:ext uri="{FF2B5EF4-FFF2-40B4-BE49-F238E27FC236}">
                      <a16:creationId xmlns:a16="http://schemas.microsoft.com/office/drawing/2014/main" id="{FC5CB4B2-6047-C986-A630-315534CC0F33}"/>
                    </a:ext>
                  </a:extLst>
                </p14:cNvPr>
                <p14:cNvContentPartPr/>
                <p14:nvPr/>
              </p14:nvContentPartPr>
              <p14:xfrm>
                <a:off x="842912" y="3569659"/>
                <a:ext cx="20880" cy="17640"/>
              </p14:xfrm>
            </p:contentPart>
          </mc:Choice>
          <mc:Fallback xmlns="">
            <p:pic>
              <p:nvPicPr>
                <p:cNvPr id="2055" name="Ink 2054">
                  <a:extLst>
                    <a:ext uri="{FF2B5EF4-FFF2-40B4-BE49-F238E27FC236}">
                      <a16:creationId xmlns:a16="http://schemas.microsoft.com/office/drawing/2014/main" id="{FC5CB4B2-6047-C986-A630-315534CC0F3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38592" y="3565339"/>
                  <a:ext cx="295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2056" name="Ink 2055">
                  <a:extLst>
                    <a:ext uri="{FF2B5EF4-FFF2-40B4-BE49-F238E27FC236}">
                      <a16:creationId xmlns:a16="http://schemas.microsoft.com/office/drawing/2014/main" id="{993B4B54-B96C-35AF-EE7A-E63832496E17}"/>
                    </a:ext>
                  </a:extLst>
                </p14:cNvPr>
                <p14:cNvContentPartPr/>
                <p14:nvPr/>
              </p14:nvContentPartPr>
              <p14:xfrm>
                <a:off x="862352" y="3558139"/>
                <a:ext cx="16560" cy="19080"/>
              </p14:xfrm>
            </p:contentPart>
          </mc:Choice>
          <mc:Fallback xmlns="">
            <p:pic>
              <p:nvPicPr>
                <p:cNvPr id="2056" name="Ink 2055">
                  <a:extLst>
                    <a:ext uri="{FF2B5EF4-FFF2-40B4-BE49-F238E27FC236}">
                      <a16:creationId xmlns:a16="http://schemas.microsoft.com/office/drawing/2014/main" id="{993B4B54-B96C-35AF-EE7A-E63832496E1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58032" y="3553819"/>
                  <a:ext cx="252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2057" name="Ink 2056">
                  <a:extLst>
                    <a:ext uri="{FF2B5EF4-FFF2-40B4-BE49-F238E27FC236}">
                      <a16:creationId xmlns:a16="http://schemas.microsoft.com/office/drawing/2014/main" id="{2C13C3D6-0DA4-3514-827D-A237CEED2C8A}"/>
                    </a:ext>
                  </a:extLst>
                </p14:cNvPr>
                <p14:cNvContentPartPr/>
                <p14:nvPr/>
              </p14:nvContentPartPr>
              <p14:xfrm>
                <a:off x="878192" y="3543379"/>
                <a:ext cx="11160" cy="21240"/>
              </p14:xfrm>
            </p:contentPart>
          </mc:Choice>
          <mc:Fallback xmlns="">
            <p:pic>
              <p:nvPicPr>
                <p:cNvPr id="2057" name="Ink 2056">
                  <a:extLst>
                    <a:ext uri="{FF2B5EF4-FFF2-40B4-BE49-F238E27FC236}">
                      <a16:creationId xmlns:a16="http://schemas.microsoft.com/office/drawing/2014/main" id="{2C13C3D6-0DA4-3514-827D-A237CEED2C8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73872" y="3539059"/>
                  <a:ext cx="198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2058" name="Ink 2057">
                  <a:extLst>
                    <a:ext uri="{FF2B5EF4-FFF2-40B4-BE49-F238E27FC236}">
                      <a16:creationId xmlns:a16="http://schemas.microsoft.com/office/drawing/2014/main" id="{D0AE3733-0F87-6F2C-DC76-E03F111349EB}"/>
                    </a:ext>
                  </a:extLst>
                </p14:cNvPr>
                <p14:cNvContentPartPr/>
                <p14:nvPr/>
              </p14:nvContentPartPr>
              <p14:xfrm>
                <a:off x="881072" y="3548779"/>
                <a:ext cx="9000" cy="11880"/>
              </p14:xfrm>
            </p:contentPart>
          </mc:Choice>
          <mc:Fallback xmlns="">
            <p:pic>
              <p:nvPicPr>
                <p:cNvPr id="2058" name="Ink 2057">
                  <a:extLst>
                    <a:ext uri="{FF2B5EF4-FFF2-40B4-BE49-F238E27FC236}">
                      <a16:creationId xmlns:a16="http://schemas.microsoft.com/office/drawing/2014/main" id="{D0AE3733-0F87-6F2C-DC76-E03F111349E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76752" y="3544459"/>
                  <a:ext cx="176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2060" name="Ink 2059">
                  <a:extLst>
                    <a:ext uri="{FF2B5EF4-FFF2-40B4-BE49-F238E27FC236}">
                      <a16:creationId xmlns:a16="http://schemas.microsoft.com/office/drawing/2014/main" id="{CB3CC93C-20B8-35B1-5CB9-ED1126083041}"/>
                    </a:ext>
                  </a:extLst>
                </p14:cNvPr>
                <p14:cNvContentPartPr/>
                <p14:nvPr/>
              </p14:nvContentPartPr>
              <p14:xfrm>
                <a:off x="895112" y="3585499"/>
                <a:ext cx="29160" cy="27720"/>
              </p14:xfrm>
            </p:contentPart>
          </mc:Choice>
          <mc:Fallback xmlns="">
            <p:pic>
              <p:nvPicPr>
                <p:cNvPr id="2060" name="Ink 2059">
                  <a:extLst>
                    <a:ext uri="{FF2B5EF4-FFF2-40B4-BE49-F238E27FC236}">
                      <a16:creationId xmlns:a16="http://schemas.microsoft.com/office/drawing/2014/main" id="{CB3CC93C-20B8-35B1-5CB9-ED112608304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90792" y="3581179"/>
                  <a:ext cx="378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2061" name="Ink 2060">
                  <a:extLst>
                    <a:ext uri="{FF2B5EF4-FFF2-40B4-BE49-F238E27FC236}">
                      <a16:creationId xmlns:a16="http://schemas.microsoft.com/office/drawing/2014/main" id="{FFE2D407-6F6C-4084-216D-47F34F8BC8D9}"/>
                    </a:ext>
                  </a:extLst>
                </p14:cNvPr>
                <p14:cNvContentPartPr/>
                <p14:nvPr/>
              </p14:nvContentPartPr>
              <p14:xfrm>
                <a:off x="898352" y="3582619"/>
                <a:ext cx="23760" cy="42120"/>
              </p14:xfrm>
            </p:contentPart>
          </mc:Choice>
          <mc:Fallback xmlns="">
            <p:pic>
              <p:nvPicPr>
                <p:cNvPr id="2061" name="Ink 2060">
                  <a:extLst>
                    <a:ext uri="{FF2B5EF4-FFF2-40B4-BE49-F238E27FC236}">
                      <a16:creationId xmlns:a16="http://schemas.microsoft.com/office/drawing/2014/main" id="{FFE2D407-6F6C-4084-216D-47F34F8BC8D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94032" y="3578299"/>
                  <a:ext cx="324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2063" name="Ink 2062">
                  <a:extLst>
                    <a:ext uri="{FF2B5EF4-FFF2-40B4-BE49-F238E27FC236}">
                      <a16:creationId xmlns:a16="http://schemas.microsoft.com/office/drawing/2014/main" id="{5F15C50C-E298-E5CB-6D06-DD765F426363}"/>
                    </a:ext>
                  </a:extLst>
                </p14:cNvPr>
                <p14:cNvContentPartPr/>
                <p14:nvPr/>
              </p14:nvContentPartPr>
              <p14:xfrm>
                <a:off x="864623" y="3698899"/>
                <a:ext cx="15120" cy="20520"/>
              </p14:xfrm>
            </p:contentPart>
          </mc:Choice>
          <mc:Fallback xmlns="">
            <p:pic>
              <p:nvPicPr>
                <p:cNvPr id="2063" name="Ink 2062">
                  <a:extLst>
                    <a:ext uri="{FF2B5EF4-FFF2-40B4-BE49-F238E27FC236}">
                      <a16:creationId xmlns:a16="http://schemas.microsoft.com/office/drawing/2014/main" id="{5F15C50C-E298-E5CB-6D06-DD765F42636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60303" y="3694579"/>
                  <a:ext cx="237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2064" name="Ink 2063">
                  <a:extLst>
                    <a:ext uri="{FF2B5EF4-FFF2-40B4-BE49-F238E27FC236}">
                      <a16:creationId xmlns:a16="http://schemas.microsoft.com/office/drawing/2014/main" id="{C09CEBA0-55EF-0C2D-0E01-D0327F2F054F}"/>
                    </a:ext>
                  </a:extLst>
                </p14:cNvPr>
                <p14:cNvContentPartPr/>
                <p14:nvPr/>
              </p14:nvContentPartPr>
              <p14:xfrm>
                <a:off x="867143" y="3681259"/>
                <a:ext cx="26280" cy="37800"/>
              </p14:xfrm>
            </p:contentPart>
          </mc:Choice>
          <mc:Fallback xmlns="">
            <p:pic>
              <p:nvPicPr>
                <p:cNvPr id="2064" name="Ink 2063">
                  <a:extLst>
                    <a:ext uri="{FF2B5EF4-FFF2-40B4-BE49-F238E27FC236}">
                      <a16:creationId xmlns:a16="http://schemas.microsoft.com/office/drawing/2014/main" id="{C09CEBA0-55EF-0C2D-0E01-D0327F2F054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62823" y="3676939"/>
                  <a:ext cx="349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2065" name="Ink 2064">
                  <a:extLst>
                    <a:ext uri="{FF2B5EF4-FFF2-40B4-BE49-F238E27FC236}">
                      <a16:creationId xmlns:a16="http://schemas.microsoft.com/office/drawing/2014/main" id="{2925988F-6F44-EEEC-A5B4-60E03D5DD687}"/>
                    </a:ext>
                  </a:extLst>
                </p14:cNvPr>
                <p14:cNvContentPartPr/>
                <p14:nvPr/>
              </p14:nvContentPartPr>
              <p14:xfrm>
                <a:off x="901343" y="3660379"/>
                <a:ext cx="30960" cy="46440"/>
              </p14:xfrm>
            </p:contentPart>
          </mc:Choice>
          <mc:Fallback xmlns="">
            <p:pic>
              <p:nvPicPr>
                <p:cNvPr id="2065" name="Ink 2064">
                  <a:extLst>
                    <a:ext uri="{FF2B5EF4-FFF2-40B4-BE49-F238E27FC236}">
                      <a16:creationId xmlns:a16="http://schemas.microsoft.com/office/drawing/2014/main" id="{2925988F-6F44-EEEC-A5B4-60E03D5DD68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97023" y="3656059"/>
                  <a:ext cx="396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2066" name="Ink 2065">
                  <a:extLst>
                    <a:ext uri="{FF2B5EF4-FFF2-40B4-BE49-F238E27FC236}">
                      <a16:creationId xmlns:a16="http://schemas.microsoft.com/office/drawing/2014/main" id="{709B1D80-14BF-4049-16E1-723B3C8F2AAD}"/>
                    </a:ext>
                  </a:extLst>
                </p14:cNvPr>
                <p14:cNvContentPartPr/>
                <p14:nvPr/>
              </p14:nvContentPartPr>
              <p14:xfrm>
                <a:off x="922583" y="3655699"/>
                <a:ext cx="40320" cy="23040"/>
              </p14:xfrm>
            </p:contentPart>
          </mc:Choice>
          <mc:Fallback xmlns="">
            <p:pic>
              <p:nvPicPr>
                <p:cNvPr id="2066" name="Ink 2065">
                  <a:extLst>
                    <a:ext uri="{FF2B5EF4-FFF2-40B4-BE49-F238E27FC236}">
                      <a16:creationId xmlns:a16="http://schemas.microsoft.com/office/drawing/2014/main" id="{709B1D80-14BF-4049-16E1-723B3C8F2AA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18263" y="3651379"/>
                  <a:ext cx="489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2067" name="Ink 2066">
                  <a:extLst>
                    <a:ext uri="{FF2B5EF4-FFF2-40B4-BE49-F238E27FC236}">
                      <a16:creationId xmlns:a16="http://schemas.microsoft.com/office/drawing/2014/main" id="{6FFAAA7F-9787-B46F-5098-40D6C127D52C}"/>
                    </a:ext>
                  </a:extLst>
                </p14:cNvPr>
                <p14:cNvContentPartPr/>
                <p14:nvPr/>
              </p14:nvContentPartPr>
              <p14:xfrm>
                <a:off x="946178" y="3624351"/>
                <a:ext cx="30960" cy="28080"/>
              </p14:xfrm>
            </p:contentPart>
          </mc:Choice>
          <mc:Fallback xmlns="">
            <p:pic>
              <p:nvPicPr>
                <p:cNvPr id="2067" name="Ink 2066">
                  <a:extLst>
                    <a:ext uri="{FF2B5EF4-FFF2-40B4-BE49-F238E27FC236}">
                      <a16:creationId xmlns:a16="http://schemas.microsoft.com/office/drawing/2014/main" id="{6FFAAA7F-9787-B46F-5098-40D6C127D52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41858" y="3620031"/>
                  <a:ext cx="396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2069" name="Ink 2068">
                  <a:extLst>
                    <a:ext uri="{FF2B5EF4-FFF2-40B4-BE49-F238E27FC236}">
                      <a16:creationId xmlns:a16="http://schemas.microsoft.com/office/drawing/2014/main" id="{5470EA51-B14B-DB89-3BFD-DAB01830801F}"/>
                    </a:ext>
                  </a:extLst>
                </p14:cNvPr>
                <p14:cNvContentPartPr/>
                <p14:nvPr/>
              </p14:nvContentPartPr>
              <p14:xfrm>
                <a:off x="980738" y="3608511"/>
                <a:ext cx="36720" cy="36360"/>
              </p14:xfrm>
            </p:contentPart>
          </mc:Choice>
          <mc:Fallback xmlns="">
            <p:pic>
              <p:nvPicPr>
                <p:cNvPr id="2069" name="Ink 2068">
                  <a:extLst>
                    <a:ext uri="{FF2B5EF4-FFF2-40B4-BE49-F238E27FC236}">
                      <a16:creationId xmlns:a16="http://schemas.microsoft.com/office/drawing/2014/main" id="{5470EA51-B14B-DB89-3BFD-DAB01830801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76418" y="3604191"/>
                  <a:ext cx="453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2070" name="Ink 2069">
                  <a:extLst>
                    <a:ext uri="{FF2B5EF4-FFF2-40B4-BE49-F238E27FC236}">
                      <a16:creationId xmlns:a16="http://schemas.microsoft.com/office/drawing/2014/main" id="{8545011E-81F7-83E4-A5C3-A0B9751B57A5}"/>
                    </a:ext>
                  </a:extLst>
                </p14:cNvPr>
                <p14:cNvContentPartPr/>
                <p14:nvPr/>
              </p14:nvContentPartPr>
              <p14:xfrm>
                <a:off x="1011698" y="3593751"/>
                <a:ext cx="28800" cy="16200"/>
              </p14:xfrm>
            </p:contentPart>
          </mc:Choice>
          <mc:Fallback xmlns="">
            <p:pic>
              <p:nvPicPr>
                <p:cNvPr id="2070" name="Ink 2069">
                  <a:extLst>
                    <a:ext uri="{FF2B5EF4-FFF2-40B4-BE49-F238E27FC236}">
                      <a16:creationId xmlns:a16="http://schemas.microsoft.com/office/drawing/2014/main" id="{8545011E-81F7-83E4-A5C3-A0B9751B57A5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07378" y="3589431"/>
                  <a:ext cx="37440" cy="248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072" name="Rectangle 2071">
            <a:extLst>
              <a:ext uri="{FF2B5EF4-FFF2-40B4-BE49-F238E27FC236}">
                <a16:creationId xmlns:a16="http://schemas.microsoft.com/office/drawing/2014/main" id="{FFACC181-07DB-4CAE-7789-A3962DE0BB74}"/>
              </a:ext>
            </a:extLst>
          </p:cNvPr>
          <p:cNvSpPr/>
          <p:nvPr/>
        </p:nvSpPr>
        <p:spPr>
          <a:xfrm>
            <a:off x="77263" y="3853308"/>
            <a:ext cx="1077458" cy="375042"/>
          </a:xfrm>
          <a:prstGeom prst="rect">
            <a:avLst/>
          </a:prstGeom>
          <a:noFill/>
          <a:ln w="6350"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73" name="TextBox 2072">
            <a:extLst>
              <a:ext uri="{FF2B5EF4-FFF2-40B4-BE49-F238E27FC236}">
                <a16:creationId xmlns:a16="http://schemas.microsoft.com/office/drawing/2014/main" id="{3346E357-C363-6A78-A6F7-DCEB70BE32FB}"/>
              </a:ext>
            </a:extLst>
          </p:cNvPr>
          <p:cNvSpPr txBox="1"/>
          <p:nvPr/>
        </p:nvSpPr>
        <p:spPr>
          <a:xfrm>
            <a:off x="37235" y="4242211"/>
            <a:ext cx="9616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b="1" dirty="0">
                <a:solidFill>
                  <a:srgbClr val="FF0000"/>
                </a:solidFill>
              </a:rPr>
              <a:t>*Report Generation</a:t>
            </a:r>
          </a:p>
        </p:txBody>
      </p:sp>
      <p:sp>
        <p:nvSpPr>
          <p:cNvPr id="2074" name="Rectangle 2073">
            <a:extLst>
              <a:ext uri="{FF2B5EF4-FFF2-40B4-BE49-F238E27FC236}">
                <a16:creationId xmlns:a16="http://schemas.microsoft.com/office/drawing/2014/main" id="{B6EEAAA4-4DB2-47D6-2E26-B3408026F325}"/>
              </a:ext>
            </a:extLst>
          </p:cNvPr>
          <p:cNvSpPr/>
          <p:nvPr/>
        </p:nvSpPr>
        <p:spPr>
          <a:xfrm>
            <a:off x="87691" y="4266390"/>
            <a:ext cx="1077458" cy="1012189"/>
          </a:xfrm>
          <a:prstGeom prst="rect">
            <a:avLst/>
          </a:prstGeom>
          <a:noFill/>
          <a:ln w="6350"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75" name="TextBox 2074">
            <a:extLst>
              <a:ext uri="{FF2B5EF4-FFF2-40B4-BE49-F238E27FC236}">
                <a16:creationId xmlns:a16="http://schemas.microsoft.com/office/drawing/2014/main" id="{FB6F1F5F-26DF-7C8B-911F-BE3E7765BF49}"/>
              </a:ext>
            </a:extLst>
          </p:cNvPr>
          <p:cNvSpPr txBox="1"/>
          <p:nvPr/>
        </p:nvSpPr>
        <p:spPr>
          <a:xfrm>
            <a:off x="90434" y="3862151"/>
            <a:ext cx="9616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b="1" dirty="0">
                <a:solidFill>
                  <a:srgbClr val="FF0000"/>
                </a:solidFill>
              </a:rPr>
              <a:t>* Block , Village and User Management. </a:t>
            </a:r>
          </a:p>
        </p:txBody>
      </p:sp>
      <p:pic>
        <p:nvPicPr>
          <p:cNvPr id="2076" name="Picture 4" descr="Report Icon Vector Art, Icons, and Graphics for Free Download">
            <a:extLst>
              <a:ext uri="{FF2B5EF4-FFF2-40B4-BE49-F238E27FC236}">
                <a16:creationId xmlns:a16="http://schemas.microsoft.com/office/drawing/2014/main" id="{3EDE4D0F-CCB5-DB00-3448-E11BCF4BF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215" y="4752297"/>
            <a:ext cx="392908" cy="392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7" name="Picture 4" descr="Report Icon Vector Art, Icons, and Graphics for Free Download">
            <a:extLst>
              <a:ext uri="{FF2B5EF4-FFF2-40B4-BE49-F238E27FC236}">
                <a16:creationId xmlns:a16="http://schemas.microsoft.com/office/drawing/2014/main" id="{7FC08949-3E8A-7EDB-2C24-AAD56D9796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501"/>
          <a:stretch>
            <a:fillRect/>
          </a:stretch>
        </p:blipFill>
        <p:spPr bwMode="auto">
          <a:xfrm>
            <a:off x="788033" y="4712347"/>
            <a:ext cx="335934" cy="392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8" name="TextBox 2077">
            <a:extLst>
              <a:ext uri="{FF2B5EF4-FFF2-40B4-BE49-F238E27FC236}">
                <a16:creationId xmlns:a16="http://schemas.microsoft.com/office/drawing/2014/main" id="{ED5161E7-B98B-0902-EDFF-1E06E9459C90}"/>
              </a:ext>
            </a:extLst>
          </p:cNvPr>
          <p:cNvSpPr txBox="1"/>
          <p:nvPr/>
        </p:nvSpPr>
        <p:spPr>
          <a:xfrm>
            <a:off x="400406" y="5107670"/>
            <a:ext cx="49859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" b="1" dirty="0"/>
              <a:t>Health reports </a:t>
            </a:r>
          </a:p>
        </p:txBody>
      </p:sp>
      <p:sp>
        <p:nvSpPr>
          <p:cNvPr id="2079" name="TextBox 2078">
            <a:extLst>
              <a:ext uri="{FF2B5EF4-FFF2-40B4-BE49-F238E27FC236}">
                <a16:creationId xmlns:a16="http://schemas.microsoft.com/office/drawing/2014/main" id="{373FE22E-B15E-D005-21E6-FBDCC584EA21}"/>
              </a:ext>
            </a:extLst>
          </p:cNvPr>
          <p:cNvSpPr txBox="1"/>
          <p:nvPr/>
        </p:nvSpPr>
        <p:spPr>
          <a:xfrm>
            <a:off x="762603" y="5027861"/>
            <a:ext cx="4985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" b="1" dirty="0"/>
              <a:t>Water quality and disease reports </a:t>
            </a:r>
          </a:p>
        </p:txBody>
      </p:sp>
      <p:sp>
        <p:nvSpPr>
          <p:cNvPr id="2080" name="Cylinder 2079">
            <a:extLst>
              <a:ext uri="{FF2B5EF4-FFF2-40B4-BE49-F238E27FC236}">
                <a16:creationId xmlns:a16="http://schemas.microsoft.com/office/drawing/2014/main" id="{061184B5-D72F-E882-CD3E-6B4CBB025211}"/>
              </a:ext>
            </a:extLst>
          </p:cNvPr>
          <p:cNvSpPr/>
          <p:nvPr/>
        </p:nvSpPr>
        <p:spPr>
          <a:xfrm>
            <a:off x="147697" y="4393837"/>
            <a:ext cx="299365" cy="389007"/>
          </a:xfrm>
          <a:prstGeom prst="can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81" name="Rectangle: Beveled 2080">
            <a:extLst>
              <a:ext uri="{FF2B5EF4-FFF2-40B4-BE49-F238E27FC236}">
                <a16:creationId xmlns:a16="http://schemas.microsoft.com/office/drawing/2014/main" id="{527CD13C-505F-8EC0-6EE6-9C0F8C2FED75}"/>
              </a:ext>
            </a:extLst>
          </p:cNvPr>
          <p:cNvSpPr/>
          <p:nvPr/>
        </p:nvSpPr>
        <p:spPr>
          <a:xfrm>
            <a:off x="131179" y="5011010"/>
            <a:ext cx="193360" cy="228048"/>
          </a:xfrm>
          <a:prstGeom prst="bevel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82" name="TextBox 2081">
            <a:extLst>
              <a:ext uri="{FF2B5EF4-FFF2-40B4-BE49-F238E27FC236}">
                <a16:creationId xmlns:a16="http://schemas.microsoft.com/office/drawing/2014/main" id="{CEA611E3-6F5E-8E4C-1753-6FF38701356D}"/>
              </a:ext>
            </a:extLst>
          </p:cNvPr>
          <p:cNvSpPr txBox="1"/>
          <p:nvPr/>
        </p:nvSpPr>
        <p:spPr>
          <a:xfrm>
            <a:off x="91053" y="5027861"/>
            <a:ext cx="35870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dirty="0"/>
              <a:t>ML</a:t>
            </a:r>
          </a:p>
        </p:txBody>
      </p:sp>
      <p:cxnSp>
        <p:nvCxnSpPr>
          <p:cNvPr id="2084" name="Connector: Curved 2083">
            <a:extLst>
              <a:ext uri="{FF2B5EF4-FFF2-40B4-BE49-F238E27FC236}">
                <a16:creationId xmlns:a16="http://schemas.microsoft.com/office/drawing/2014/main" id="{6E2A017F-D040-1F6B-9CC1-2CC1C9E8C8FC}"/>
              </a:ext>
            </a:extLst>
          </p:cNvPr>
          <p:cNvCxnSpPr>
            <a:cxnSpLocks/>
            <a:stCxn id="2081" idx="6"/>
            <a:endCxn id="2080" idx="3"/>
          </p:cNvCxnSpPr>
          <p:nvPr/>
        </p:nvCxnSpPr>
        <p:spPr>
          <a:xfrm rot="5400000" flipH="1" flipV="1">
            <a:off x="148536" y="4862167"/>
            <a:ext cx="228166" cy="69521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8" name="Connector: Curved 2087">
            <a:extLst>
              <a:ext uri="{FF2B5EF4-FFF2-40B4-BE49-F238E27FC236}">
                <a16:creationId xmlns:a16="http://schemas.microsoft.com/office/drawing/2014/main" id="{839293A6-2BE0-10C4-1171-A91CD0825900}"/>
              </a:ext>
            </a:extLst>
          </p:cNvPr>
          <p:cNvCxnSpPr>
            <a:stCxn id="2080" idx="4"/>
            <a:endCxn id="2076" idx="0"/>
          </p:cNvCxnSpPr>
          <p:nvPr/>
        </p:nvCxnSpPr>
        <p:spPr>
          <a:xfrm>
            <a:off x="447062" y="4588341"/>
            <a:ext cx="202607" cy="163956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90" name="Connector: Curved 2089">
            <a:extLst>
              <a:ext uri="{FF2B5EF4-FFF2-40B4-BE49-F238E27FC236}">
                <a16:creationId xmlns:a16="http://schemas.microsoft.com/office/drawing/2014/main" id="{0D7EB08E-981D-994C-4232-646CDB479977}"/>
              </a:ext>
            </a:extLst>
          </p:cNvPr>
          <p:cNvCxnSpPr>
            <a:cxnSpLocks/>
            <a:stCxn id="2080" idx="4"/>
            <a:endCxn id="2077" idx="0"/>
          </p:cNvCxnSpPr>
          <p:nvPr/>
        </p:nvCxnSpPr>
        <p:spPr>
          <a:xfrm>
            <a:off x="447062" y="4588341"/>
            <a:ext cx="508938" cy="124006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97" name="Picture 6" descr="Notification symbol Vectors - Download Free High-Quality Vectors from  Freepik | Freepik">
            <a:extLst>
              <a:ext uri="{FF2B5EF4-FFF2-40B4-BE49-F238E27FC236}">
                <a16:creationId xmlns:a16="http://schemas.microsoft.com/office/drawing/2014/main" id="{66A462B3-7B1E-D86B-AE7C-032F1F52A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862" y="4278265"/>
            <a:ext cx="260424" cy="260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98" name="TextBox 2097">
            <a:extLst>
              <a:ext uri="{FF2B5EF4-FFF2-40B4-BE49-F238E27FC236}">
                <a16:creationId xmlns:a16="http://schemas.microsoft.com/office/drawing/2014/main" id="{EC0E8948-ECA9-81BB-7E36-3D5724186D17}"/>
              </a:ext>
            </a:extLst>
          </p:cNvPr>
          <p:cNvSpPr txBox="1"/>
          <p:nvPr/>
        </p:nvSpPr>
        <p:spPr>
          <a:xfrm>
            <a:off x="761271" y="4430967"/>
            <a:ext cx="4918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" b="1" dirty="0">
                <a:solidFill>
                  <a:srgbClr val="FF0000"/>
                </a:solidFill>
              </a:rPr>
              <a:t>Notification/ Alerts</a:t>
            </a:r>
          </a:p>
        </p:txBody>
      </p:sp>
      <p:cxnSp>
        <p:nvCxnSpPr>
          <p:cNvPr id="2100" name="Connector: Curved 2099">
            <a:extLst>
              <a:ext uri="{FF2B5EF4-FFF2-40B4-BE49-F238E27FC236}">
                <a16:creationId xmlns:a16="http://schemas.microsoft.com/office/drawing/2014/main" id="{B8D4EE0F-20C7-E068-FBAE-3184EDFEE698}"/>
              </a:ext>
            </a:extLst>
          </p:cNvPr>
          <p:cNvCxnSpPr>
            <a:stCxn id="2080" idx="4"/>
            <a:endCxn id="2097" idx="1"/>
          </p:cNvCxnSpPr>
          <p:nvPr/>
        </p:nvCxnSpPr>
        <p:spPr>
          <a:xfrm flipV="1">
            <a:off x="447062" y="4408477"/>
            <a:ext cx="443800" cy="179864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01" name="Rectangle: Rounded Corners 2100">
            <a:extLst>
              <a:ext uri="{FF2B5EF4-FFF2-40B4-BE49-F238E27FC236}">
                <a16:creationId xmlns:a16="http://schemas.microsoft.com/office/drawing/2014/main" id="{52E5C9E4-902D-0EC5-2DB1-E34D2253A29B}"/>
              </a:ext>
            </a:extLst>
          </p:cNvPr>
          <p:cNvSpPr/>
          <p:nvPr/>
        </p:nvSpPr>
        <p:spPr>
          <a:xfrm>
            <a:off x="9146714" y="2774644"/>
            <a:ext cx="523346" cy="486180"/>
          </a:xfrm>
          <a:prstGeom prst="roundRect">
            <a:avLst>
              <a:gd name="adj" fmla="val 366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02" name="TextBox 2101">
            <a:extLst>
              <a:ext uri="{FF2B5EF4-FFF2-40B4-BE49-F238E27FC236}">
                <a16:creationId xmlns:a16="http://schemas.microsoft.com/office/drawing/2014/main" id="{2CEC1EB0-F7A3-FAD4-56C3-9857812DF4F7}"/>
              </a:ext>
            </a:extLst>
          </p:cNvPr>
          <p:cNvSpPr txBox="1"/>
          <p:nvPr/>
        </p:nvSpPr>
        <p:spPr>
          <a:xfrm>
            <a:off x="9124822" y="2864662"/>
            <a:ext cx="645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dirty="0"/>
              <a:t>Notification </a:t>
            </a:r>
          </a:p>
          <a:p>
            <a:r>
              <a:rPr lang="en-IN" sz="700" dirty="0"/>
              <a:t>/ Alerts</a:t>
            </a:r>
          </a:p>
        </p:txBody>
      </p:sp>
      <p:cxnSp>
        <p:nvCxnSpPr>
          <p:cNvPr id="2104" name="Connector: Curved 2103">
            <a:extLst>
              <a:ext uri="{FF2B5EF4-FFF2-40B4-BE49-F238E27FC236}">
                <a16:creationId xmlns:a16="http://schemas.microsoft.com/office/drawing/2014/main" id="{95E068AF-AF40-AF65-0C7A-54121B1AE070}"/>
              </a:ext>
            </a:extLst>
          </p:cNvPr>
          <p:cNvCxnSpPr>
            <a:stCxn id="2101" idx="0"/>
            <a:endCxn id="1076" idx="2"/>
          </p:cNvCxnSpPr>
          <p:nvPr/>
        </p:nvCxnSpPr>
        <p:spPr>
          <a:xfrm rot="16200000" flipV="1">
            <a:off x="9007149" y="2373406"/>
            <a:ext cx="441314" cy="361162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06" name="Connector: Curved 2105">
            <a:extLst>
              <a:ext uri="{FF2B5EF4-FFF2-40B4-BE49-F238E27FC236}">
                <a16:creationId xmlns:a16="http://schemas.microsoft.com/office/drawing/2014/main" id="{904207E7-5BED-C182-B9E1-75930026F116}"/>
              </a:ext>
            </a:extLst>
          </p:cNvPr>
          <p:cNvCxnSpPr>
            <a:stCxn id="2101" idx="2"/>
            <a:endCxn id="17416" idx="1"/>
          </p:cNvCxnSpPr>
          <p:nvPr/>
        </p:nvCxnSpPr>
        <p:spPr>
          <a:xfrm rot="5400000">
            <a:off x="9035946" y="3265459"/>
            <a:ext cx="377076" cy="367807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08" name="Connector: Curved 2107">
            <a:extLst>
              <a:ext uri="{FF2B5EF4-FFF2-40B4-BE49-F238E27FC236}">
                <a16:creationId xmlns:a16="http://schemas.microsoft.com/office/drawing/2014/main" id="{940F9E6E-2962-D92B-A54C-0C164EB457E9}"/>
              </a:ext>
            </a:extLst>
          </p:cNvPr>
          <p:cNvCxnSpPr>
            <a:cxnSpLocks/>
            <a:stCxn id="2101" idx="3"/>
            <a:endCxn id="17429" idx="1"/>
          </p:cNvCxnSpPr>
          <p:nvPr/>
        </p:nvCxnSpPr>
        <p:spPr>
          <a:xfrm flipV="1">
            <a:off x="9670060" y="2901935"/>
            <a:ext cx="359289" cy="115799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454" name="Connector: Curved 17453">
            <a:extLst>
              <a:ext uri="{FF2B5EF4-FFF2-40B4-BE49-F238E27FC236}">
                <a16:creationId xmlns:a16="http://schemas.microsoft.com/office/drawing/2014/main" id="{0B846BA1-9C2B-BF9A-7FC6-94B0F6976E0F}"/>
              </a:ext>
            </a:extLst>
          </p:cNvPr>
          <p:cNvCxnSpPr>
            <a:cxnSpLocks/>
            <a:stCxn id="1037" idx="3"/>
            <a:endCxn id="2101" idx="1"/>
          </p:cNvCxnSpPr>
          <p:nvPr/>
        </p:nvCxnSpPr>
        <p:spPr>
          <a:xfrm>
            <a:off x="8000850" y="2303918"/>
            <a:ext cx="1145864" cy="713816"/>
          </a:xfrm>
          <a:prstGeom prst="curvedConnector3">
            <a:avLst>
              <a:gd name="adj1" fmla="val 45397"/>
            </a:avLst>
          </a:prstGeom>
          <a:ln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603" name="Rectangle 17602">
            <a:extLst>
              <a:ext uri="{FF2B5EF4-FFF2-40B4-BE49-F238E27FC236}">
                <a16:creationId xmlns:a16="http://schemas.microsoft.com/office/drawing/2014/main" id="{2E340E31-8998-D75F-865D-DDCEC28CB57C}"/>
              </a:ext>
            </a:extLst>
          </p:cNvPr>
          <p:cNvSpPr/>
          <p:nvPr/>
        </p:nvSpPr>
        <p:spPr>
          <a:xfrm>
            <a:off x="1223852" y="1640151"/>
            <a:ext cx="1077458" cy="638714"/>
          </a:xfrm>
          <a:prstGeom prst="rect">
            <a:avLst/>
          </a:prstGeom>
          <a:noFill/>
          <a:ln w="6350"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04" name="TextBox 17603">
            <a:extLst>
              <a:ext uri="{FF2B5EF4-FFF2-40B4-BE49-F238E27FC236}">
                <a16:creationId xmlns:a16="http://schemas.microsoft.com/office/drawing/2014/main" id="{DC15439D-7D54-3581-E6C5-789D97339F1A}"/>
              </a:ext>
            </a:extLst>
          </p:cNvPr>
          <p:cNvSpPr txBox="1"/>
          <p:nvPr/>
        </p:nvSpPr>
        <p:spPr>
          <a:xfrm>
            <a:off x="1178374" y="1636752"/>
            <a:ext cx="100982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b="1" dirty="0">
                <a:solidFill>
                  <a:srgbClr val="FF0000"/>
                </a:solidFill>
              </a:rPr>
              <a:t>* View </a:t>
            </a:r>
            <a:r>
              <a:rPr lang="en-IN" sz="600" b="1" dirty="0">
                <a:solidFill>
                  <a:srgbClr val="00B0F0"/>
                </a:solidFill>
              </a:rPr>
              <a:t>Block</a:t>
            </a:r>
            <a:r>
              <a:rPr lang="en-IN" sz="600" b="1" dirty="0">
                <a:solidFill>
                  <a:srgbClr val="FF0000"/>
                </a:solidFill>
              </a:rPr>
              <a:t> Analytics</a:t>
            </a:r>
          </a:p>
        </p:txBody>
      </p:sp>
      <p:sp>
        <p:nvSpPr>
          <p:cNvPr id="17605" name="TextBox 17604">
            <a:extLst>
              <a:ext uri="{FF2B5EF4-FFF2-40B4-BE49-F238E27FC236}">
                <a16:creationId xmlns:a16="http://schemas.microsoft.com/office/drawing/2014/main" id="{B370BB29-8D0C-3E79-B238-DD3186972937}"/>
              </a:ext>
            </a:extLst>
          </p:cNvPr>
          <p:cNvSpPr txBox="1"/>
          <p:nvPr/>
        </p:nvSpPr>
        <p:spPr>
          <a:xfrm>
            <a:off x="1174533" y="1735393"/>
            <a:ext cx="10834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IN" sz="600" dirty="0"/>
              <a:t>Total block population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Critical alerts in block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Health workers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Area Coverage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Notification</a:t>
            </a:r>
          </a:p>
        </p:txBody>
      </p:sp>
      <p:grpSp>
        <p:nvGrpSpPr>
          <p:cNvPr id="17611" name="Group 17610">
            <a:extLst>
              <a:ext uri="{FF2B5EF4-FFF2-40B4-BE49-F238E27FC236}">
                <a16:creationId xmlns:a16="http://schemas.microsoft.com/office/drawing/2014/main" id="{C70FD29F-A226-7988-F6B2-CA502AD46B13}"/>
              </a:ext>
            </a:extLst>
          </p:cNvPr>
          <p:cNvGrpSpPr/>
          <p:nvPr/>
        </p:nvGrpSpPr>
        <p:grpSpPr>
          <a:xfrm>
            <a:off x="1159372" y="3129153"/>
            <a:ext cx="1254131" cy="565982"/>
            <a:chOff x="1217163" y="2304329"/>
            <a:chExt cx="1254131" cy="565982"/>
          </a:xfrm>
        </p:grpSpPr>
        <p:sp>
          <p:nvSpPr>
            <p:cNvPr id="17608" name="Rectangle 17607">
              <a:extLst>
                <a:ext uri="{FF2B5EF4-FFF2-40B4-BE49-F238E27FC236}">
                  <a16:creationId xmlns:a16="http://schemas.microsoft.com/office/drawing/2014/main" id="{48248738-32B3-D9D4-01FE-CBAF27560F81}"/>
                </a:ext>
              </a:extLst>
            </p:cNvPr>
            <p:cNvSpPr/>
            <p:nvPr/>
          </p:nvSpPr>
          <p:spPr>
            <a:xfrm>
              <a:off x="1284077" y="2304329"/>
              <a:ext cx="1077458" cy="470315"/>
            </a:xfrm>
            <a:prstGeom prst="rect">
              <a:avLst/>
            </a:prstGeom>
            <a:noFill/>
            <a:ln w="6350"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609" name="TextBox 17608">
              <a:extLst>
                <a:ext uri="{FF2B5EF4-FFF2-40B4-BE49-F238E27FC236}">
                  <a16:creationId xmlns:a16="http://schemas.microsoft.com/office/drawing/2014/main" id="{E87BE041-2882-C0D3-31B8-BD406D967251}"/>
                </a:ext>
              </a:extLst>
            </p:cNvPr>
            <p:cNvSpPr txBox="1"/>
            <p:nvPr/>
          </p:nvSpPr>
          <p:spPr>
            <a:xfrm>
              <a:off x="1236400" y="2304350"/>
              <a:ext cx="100982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600" b="1" dirty="0">
                  <a:solidFill>
                    <a:srgbClr val="FF0000"/>
                  </a:solidFill>
                </a:rPr>
                <a:t>* </a:t>
              </a:r>
              <a:r>
                <a:rPr lang="en-IN" sz="600" b="1" dirty="0">
                  <a:solidFill>
                    <a:srgbClr val="00B0F0"/>
                  </a:solidFill>
                </a:rPr>
                <a:t>Workers</a:t>
              </a:r>
              <a:r>
                <a:rPr lang="en-IN" sz="600" b="1" dirty="0">
                  <a:solidFill>
                    <a:srgbClr val="FF0000"/>
                  </a:solidFill>
                </a:rPr>
                <a:t> Management</a:t>
              </a:r>
            </a:p>
          </p:txBody>
        </p:sp>
        <p:sp>
          <p:nvSpPr>
            <p:cNvPr id="17610" name="TextBox 17609">
              <a:extLst>
                <a:ext uri="{FF2B5EF4-FFF2-40B4-BE49-F238E27FC236}">
                  <a16:creationId xmlns:a16="http://schemas.microsoft.com/office/drawing/2014/main" id="{C9DF5CFE-93E6-9106-06A1-9E054C1318EA}"/>
                </a:ext>
              </a:extLst>
            </p:cNvPr>
            <p:cNvSpPr txBox="1"/>
            <p:nvPr/>
          </p:nvSpPr>
          <p:spPr>
            <a:xfrm>
              <a:off x="1217163" y="2408646"/>
              <a:ext cx="12541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Tx/>
                <a:buChar char="-"/>
              </a:pPr>
              <a:r>
                <a:rPr lang="en-IN" sz="600" dirty="0"/>
                <a:t>Asha workers Management</a:t>
              </a:r>
            </a:p>
            <a:p>
              <a:pPr marL="171450" indent="-171450">
                <a:buFontTx/>
                <a:buChar char="-"/>
              </a:pPr>
              <a:r>
                <a:rPr lang="en-IN" sz="600" dirty="0"/>
                <a:t>Community member </a:t>
              </a:r>
            </a:p>
            <a:p>
              <a:pPr marL="171450" indent="-171450">
                <a:buFontTx/>
                <a:buChar char="-"/>
              </a:pPr>
              <a:r>
                <a:rPr lang="en-IN" sz="600" dirty="0"/>
                <a:t>Volunteer Management</a:t>
              </a:r>
            </a:p>
            <a:p>
              <a:pPr marL="171450" indent="-171450">
                <a:buFontTx/>
                <a:buChar char="-"/>
              </a:pPr>
              <a:endParaRPr lang="en-IN" sz="600" dirty="0"/>
            </a:p>
          </p:txBody>
        </p:sp>
      </p:grpSp>
      <p:sp>
        <p:nvSpPr>
          <p:cNvPr id="17612" name="Rectangle 17611">
            <a:extLst>
              <a:ext uri="{FF2B5EF4-FFF2-40B4-BE49-F238E27FC236}">
                <a16:creationId xmlns:a16="http://schemas.microsoft.com/office/drawing/2014/main" id="{5EDF37D1-C4B2-FC26-C173-8BE45CA4166B}"/>
              </a:ext>
            </a:extLst>
          </p:cNvPr>
          <p:cNvSpPr/>
          <p:nvPr/>
        </p:nvSpPr>
        <p:spPr>
          <a:xfrm>
            <a:off x="1221977" y="2303918"/>
            <a:ext cx="1077458" cy="804504"/>
          </a:xfrm>
          <a:prstGeom prst="rect">
            <a:avLst/>
          </a:prstGeom>
          <a:noFill/>
          <a:ln w="6350"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13" name="TextBox 17612">
            <a:extLst>
              <a:ext uri="{FF2B5EF4-FFF2-40B4-BE49-F238E27FC236}">
                <a16:creationId xmlns:a16="http://schemas.microsoft.com/office/drawing/2014/main" id="{D603AFDD-B5A5-41D4-6DD3-268FFE6D7D36}"/>
              </a:ext>
            </a:extLst>
          </p:cNvPr>
          <p:cNvSpPr txBox="1"/>
          <p:nvPr/>
        </p:nvSpPr>
        <p:spPr>
          <a:xfrm>
            <a:off x="1176499" y="2300519"/>
            <a:ext cx="100982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b="1" dirty="0">
                <a:solidFill>
                  <a:srgbClr val="FF0000"/>
                </a:solidFill>
              </a:rPr>
              <a:t>* </a:t>
            </a:r>
            <a:r>
              <a:rPr lang="en-IN" sz="600" b="1" dirty="0">
                <a:solidFill>
                  <a:srgbClr val="00B0F0"/>
                </a:solidFill>
              </a:rPr>
              <a:t>Block</a:t>
            </a:r>
            <a:r>
              <a:rPr lang="en-IN" sz="600" b="1" dirty="0">
                <a:solidFill>
                  <a:srgbClr val="FF0000"/>
                </a:solidFill>
              </a:rPr>
              <a:t> Management</a:t>
            </a:r>
          </a:p>
        </p:txBody>
      </p:sp>
      <p:sp>
        <p:nvSpPr>
          <p:cNvPr id="17614" name="TextBox 17613">
            <a:extLst>
              <a:ext uri="{FF2B5EF4-FFF2-40B4-BE49-F238E27FC236}">
                <a16:creationId xmlns:a16="http://schemas.microsoft.com/office/drawing/2014/main" id="{058239CE-5A10-7ACE-5523-27751B500830}"/>
              </a:ext>
            </a:extLst>
          </p:cNvPr>
          <p:cNvSpPr txBox="1"/>
          <p:nvPr/>
        </p:nvSpPr>
        <p:spPr>
          <a:xfrm>
            <a:off x="1163256" y="2394563"/>
            <a:ext cx="10834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IN" sz="600" dirty="0"/>
              <a:t>Create villages 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Assign workers ( </a:t>
            </a:r>
            <a:r>
              <a:rPr lang="en-IN" sz="600" dirty="0" err="1"/>
              <a:t>asha</a:t>
            </a:r>
            <a:r>
              <a:rPr lang="en-IN" sz="600" dirty="0"/>
              <a:t>, community members, volunteers )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Village management </a:t>
            </a:r>
          </a:p>
        </p:txBody>
      </p:sp>
      <p:sp>
        <p:nvSpPr>
          <p:cNvPr id="17616" name="Rectangle 17615">
            <a:extLst>
              <a:ext uri="{FF2B5EF4-FFF2-40B4-BE49-F238E27FC236}">
                <a16:creationId xmlns:a16="http://schemas.microsoft.com/office/drawing/2014/main" id="{D2FEF9FC-8119-2D2B-EEB4-65D9B28CD214}"/>
              </a:ext>
            </a:extLst>
          </p:cNvPr>
          <p:cNvSpPr/>
          <p:nvPr/>
        </p:nvSpPr>
        <p:spPr>
          <a:xfrm>
            <a:off x="1227085" y="3634188"/>
            <a:ext cx="1077458" cy="724537"/>
          </a:xfrm>
          <a:prstGeom prst="rect">
            <a:avLst/>
          </a:prstGeom>
          <a:noFill/>
          <a:ln w="6350"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17" name="TextBox 17616">
            <a:extLst>
              <a:ext uri="{FF2B5EF4-FFF2-40B4-BE49-F238E27FC236}">
                <a16:creationId xmlns:a16="http://schemas.microsoft.com/office/drawing/2014/main" id="{176A8DB8-29AC-BC89-B919-8DDCA8B70B13}"/>
              </a:ext>
            </a:extLst>
          </p:cNvPr>
          <p:cNvSpPr txBox="1"/>
          <p:nvPr/>
        </p:nvSpPr>
        <p:spPr>
          <a:xfrm>
            <a:off x="1179408" y="3634209"/>
            <a:ext cx="100982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b="1" dirty="0">
                <a:solidFill>
                  <a:srgbClr val="FF0000"/>
                </a:solidFill>
              </a:rPr>
              <a:t>* Health </a:t>
            </a:r>
            <a:r>
              <a:rPr lang="en-IN" sz="600" b="1" dirty="0">
                <a:solidFill>
                  <a:srgbClr val="00B0F0"/>
                </a:solidFill>
              </a:rPr>
              <a:t>Programs</a:t>
            </a:r>
          </a:p>
        </p:txBody>
      </p:sp>
      <p:sp>
        <p:nvSpPr>
          <p:cNvPr id="17618" name="TextBox 17617">
            <a:extLst>
              <a:ext uri="{FF2B5EF4-FFF2-40B4-BE49-F238E27FC236}">
                <a16:creationId xmlns:a16="http://schemas.microsoft.com/office/drawing/2014/main" id="{A4B42A7B-A25E-DEC6-FE6A-426124117070}"/>
              </a:ext>
            </a:extLst>
          </p:cNvPr>
          <p:cNvSpPr txBox="1"/>
          <p:nvPr/>
        </p:nvSpPr>
        <p:spPr>
          <a:xfrm>
            <a:off x="1160171" y="3738505"/>
            <a:ext cx="1254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IN" sz="600" dirty="0"/>
              <a:t>View health program data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Create and assign new health program. </a:t>
            </a:r>
          </a:p>
          <a:p>
            <a:pPr marL="171450" indent="-171450">
              <a:buFontTx/>
              <a:buChar char="-"/>
            </a:pPr>
            <a:endParaRPr lang="en-IN" sz="600" dirty="0"/>
          </a:p>
        </p:txBody>
      </p:sp>
      <p:pic>
        <p:nvPicPr>
          <p:cNvPr id="17619" name="Picture 8" descr="Health - Free healthcare and medical icons">
            <a:extLst>
              <a:ext uri="{FF2B5EF4-FFF2-40B4-BE49-F238E27FC236}">
                <a16:creationId xmlns:a16="http://schemas.microsoft.com/office/drawing/2014/main" id="{F728D8DF-6EC3-0CDA-F2CF-6178457CE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710" y="3953935"/>
            <a:ext cx="341734" cy="341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20" name="Picture 2" descr="Voice Icon Vector Art, Icons, and Graphics for Free Download">
            <a:extLst>
              <a:ext uri="{FF2B5EF4-FFF2-40B4-BE49-F238E27FC236}">
                <a16:creationId xmlns:a16="http://schemas.microsoft.com/office/drawing/2014/main" id="{F33987C5-7C88-4DBA-2BA5-2DD0727DE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2">
            <a:extLst>
              <a:ext uri="{BEBA8EAE-BF5A-486C-A8C5-ECC9F3942E4B}">
                <a14:imgProps xmlns:a14="http://schemas.microsoft.com/office/drawing/2010/main">
                  <a14:imgLayer r:embed="rId103">
                    <a14:imgEffect>
                      <a14:backgroundRemoval t="10000" b="90000" l="10000" r="90000">
                        <a14:foregroundMark x1="67653" y1="56429" x2="67653" y2="56429"/>
                        <a14:foregroundMark x1="71429" y1="61122" x2="64490" y2="53469"/>
                        <a14:foregroundMark x1="72755" y1="59592" x2="70816" y2="60408"/>
                        <a14:foregroundMark x1="71633" y1="58571" x2="73265" y2="49286"/>
                        <a14:foregroundMark x1="67959" y1="44796" x2="40612" y2="8806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435" y="3992267"/>
            <a:ext cx="444845" cy="42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621" name="TextBox 17620">
            <a:extLst>
              <a:ext uri="{FF2B5EF4-FFF2-40B4-BE49-F238E27FC236}">
                <a16:creationId xmlns:a16="http://schemas.microsoft.com/office/drawing/2014/main" id="{A8BEC9CA-EA39-3F54-2A03-2ACD33DE1BFF}"/>
              </a:ext>
            </a:extLst>
          </p:cNvPr>
          <p:cNvSpPr txBox="1"/>
          <p:nvPr/>
        </p:nvSpPr>
        <p:spPr>
          <a:xfrm>
            <a:off x="1812862" y="4239299"/>
            <a:ext cx="59820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" dirty="0"/>
              <a:t>Health programs</a:t>
            </a:r>
          </a:p>
        </p:txBody>
      </p:sp>
      <p:grpSp>
        <p:nvGrpSpPr>
          <p:cNvPr id="17625" name="Group 17624">
            <a:extLst>
              <a:ext uri="{FF2B5EF4-FFF2-40B4-BE49-F238E27FC236}">
                <a16:creationId xmlns:a16="http://schemas.microsoft.com/office/drawing/2014/main" id="{C2A8BD17-EF69-17EE-D8F0-32F088A36A06}"/>
              </a:ext>
            </a:extLst>
          </p:cNvPr>
          <p:cNvGrpSpPr/>
          <p:nvPr/>
        </p:nvGrpSpPr>
        <p:grpSpPr>
          <a:xfrm>
            <a:off x="1617411" y="4134180"/>
            <a:ext cx="171360" cy="99000"/>
            <a:chOff x="1677636" y="4134180"/>
            <a:chExt cx="171360" cy="9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7622" name="Ink 17621">
                  <a:extLst>
                    <a:ext uri="{FF2B5EF4-FFF2-40B4-BE49-F238E27FC236}">
                      <a16:creationId xmlns:a16="http://schemas.microsoft.com/office/drawing/2014/main" id="{4E947885-F880-5A05-4DAA-94EAF61CDD51}"/>
                    </a:ext>
                  </a:extLst>
                </p14:cNvPr>
                <p14:cNvContentPartPr/>
                <p14:nvPr/>
              </p14:nvContentPartPr>
              <p14:xfrm>
                <a:off x="1677636" y="4172340"/>
                <a:ext cx="43560" cy="60840"/>
              </p14:xfrm>
            </p:contentPart>
          </mc:Choice>
          <mc:Fallback xmlns="">
            <p:pic>
              <p:nvPicPr>
                <p:cNvPr id="17622" name="Ink 17621">
                  <a:extLst>
                    <a:ext uri="{FF2B5EF4-FFF2-40B4-BE49-F238E27FC236}">
                      <a16:creationId xmlns:a16="http://schemas.microsoft.com/office/drawing/2014/main" id="{4E947885-F880-5A05-4DAA-94EAF61CDD5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673316" y="4168020"/>
                  <a:ext cx="522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7623" name="Ink 17622">
                  <a:extLst>
                    <a:ext uri="{FF2B5EF4-FFF2-40B4-BE49-F238E27FC236}">
                      <a16:creationId xmlns:a16="http://schemas.microsoft.com/office/drawing/2014/main" id="{62136A19-A5BB-D93F-FEAA-4B6517C9F1C4}"/>
                    </a:ext>
                  </a:extLst>
                </p14:cNvPr>
                <p14:cNvContentPartPr/>
                <p14:nvPr/>
              </p14:nvContentPartPr>
              <p14:xfrm>
                <a:off x="1730556" y="4157220"/>
                <a:ext cx="35640" cy="54000"/>
              </p14:xfrm>
            </p:contentPart>
          </mc:Choice>
          <mc:Fallback xmlns="">
            <p:pic>
              <p:nvPicPr>
                <p:cNvPr id="17623" name="Ink 17622">
                  <a:extLst>
                    <a:ext uri="{FF2B5EF4-FFF2-40B4-BE49-F238E27FC236}">
                      <a16:creationId xmlns:a16="http://schemas.microsoft.com/office/drawing/2014/main" id="{62136A19-A5BB-D93F-FEAA-4B6517C9F1C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726236" y="4152900"/>
                  <a:ext cx="442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7624" name="Ink 17623">
                  <a:extLst>
                    <a:ext uri="{FF2B5EF4-FFF2-40B4-BE49-F238E27FC236}">
                      <a16:creationId xmlns:a16="http://schemas.microsoft.com/office/drawing/2014/main" id="{898489C6-39F6-270B-D8ED-0C029B989A72}"/>
                    </a:ext>
                  </a:extLst>
                </p14:cNvPr>
                <p14:cNvContentPartPr/>
                <p14:nvPr/>
              </p14:nvContentPartPr>
              <p14:xfrm>
                <a:off x="1777356" y="4134180"/>
                <a:ext cx="71640" cy="57240"/>
              </p14:xfrm>
            </p:contentPart>
          </mc:Choice>
          <mc:Fallback xmlns="">
            <p:pic>
              <p:nvPicPr>
                <p:cNvPr id="17624" name="Ink 17623">
                  <a:extLst>
                    <a:ext uri="{FF2B5EF4-FFF2-40B4-BE49-F238E27FC236}">
                      <a16:creationId xmlns:a16="http://schemas.microsoft.com/office/drawing/2014/main" id="{898489C6-39F6-270B-D8ED-0C029B989A7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773036" y="4129860"/>
                  <a:ext cx="80280" cy="6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17626" name="Ink 17625">
                <a:extLst>
                  <a:ext uri="{FF2B5EF4-FFF2-40B4-BE49-F238E27FC236}">
                    <a16:creationId xmlns:a16="http://schemas.microsoft.com/office/drawing/2014/main" id="{B3F6FBCD-573C-34B9-629B-CF61481E0C57}"/>
                  </a:ext>
                </a:extLst>
              </p14:cNvPr>
              <p14:cNvContentPartPr/>
              <p14:nvPr/>
            </p14:nvContentPartPr>
            <p14:xfrm>
              <a:off x="1568451" y="4087020"/>
              <a:ext cx="279000" cy="209880"/>
            </p14:xfrm>
          </p:contentPart>
        </mc:Choice>
        <mc:Fallback>
          <p:pic>
            <p:nvPicPr>
              <p:cNvPr id="17626" name="Ink 17625">
                <a:extLst>
                  <a:ext uri="{FF2B5EF4-FFF2-40B4-BE49-F238E27FC236}">
                    <a16:creationId xmlns:a16="http://schemas.microsoft.com/office/drawing/2014/main" id="{B3F6FBCD-573C-34B9-629B-CF61481E0C57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564137" y="4082700"/>
                <a:ext cx="287629" cy="21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633" name="Group 17632">
            <a:extLst>
              <a:ext uri="{FF2B5EF4-FFF2-40B4-BE49-F238E27FC236}">
                <a16:creationId xmlns:a16="http://schemas.microsoft.com/office/drawing/2014/main" id="{2441EEEF-6667-504A-C2C2-A4D58A729545}"/>
              </a:ext>
            </a:extLst>
          </p:cNvPr>
          <p:cNvGrpSpPr/>
          <p:nvPr/>
        </p:nvGrpSpPr>
        <p:grpSpPr>
          <a:xfrm>
            <a:off x="1478091" y="4169460"/>
            <a:ext cx="73800" cy="41400"/>
            <a:chOff x="1538316" y="4169460"/>
            <a:chExt cx="73800" cy="4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7630" name="Ink 17629">
                  <a:extLst>
                    <a:ext uri="{FF2B5EF4-FFF2-40B4-BE49-F238E27FC236}">
                      <a16:creationId xmlns:a16="http://schemas.microsoft.com/office/drawing/2014/main" id="{B8C90E64-49A5-E548-A545-34B61DAF86FF}"/>
                    </a:ext>
                  </a:extLst>
                </p14:cNvPr>
                <p14:cNvContentPartPr/>
                <p14:nvPr/>
              </p14:nvContentPartPr>
              <p14:xfrm>
                <a:off x="1538316" y="4170540"/>
                <a:ext cx="71640" cy="33840"/>
              </p14:xfrm>
            </p:contentPart>
          </mc:Choice>
          <mc:Fallback xmlns="">
            <p:pic>
              <p:nvPicPr>
                <p:cNvPr id="17630" name="Ink 17629">
                  <a:extLst>
                    <a:ext uri="{FF2B5EF4-FFF2-40B4-BE49-F238E27FC236}">
                      <a16:creationId xmlns:a16="http://schemas.microsoft.com/office/drawing/2014/main" id="{B8C90E64-49A5-E548-A545-34B61DAF86F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533996" y="4166220"/>
                  <a:ext cx="802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7631" name="Ink 17630">
                  <a:extLst>
                    <a:ext uri="{FF2B5EF4-FFF2-40B4-BE49-F238E27FC236}">
                      <a16:creationId xmlns:a16="http://schemas.microsoft.com/office/drawing/2014/main" id="{99A55449-8221-B2EC-1E28-D1A62C2072A1}"/>
                    </a:ext>
                  </a:extLst>
                </p14:cNvPr>
                <p14:cNvContentPartPr/>
                <p14:nvPr/>
              </p14:nvContentPartPr>
              <p14:xfrm>
                <a:off x="1580076" y="4205460"/>
                <a:ext cx="26280" cy="5400"/>
              </p14:xfrm>
            </p:contentPart>
          </mc:Choice>
          <mc:Fallback xmlns="">
            <p:pic>
              <p:nvPicPr>
                <p:cNvPr id="17631" name="Ink 17630">
                  <a:extLst>
                    <a:ext uri="{FF2B5EF4-FFF2-40B4-BE49-F238E27FC236}">
                      <a16:creationId xmlns:a16="http://schemas.microsoft.com/office/drawing/2014/main" id="{99A55449-8221-B2EC-1E28-D1A62C2072A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575756" y="4201140"/>
                  <a:ext cx="3492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7632" name="Ink 17631">
                  <a:extLst>
                    <a:ext uri="{FF2B5EF4-FFF2-40B4-BE49-F238E27FC236}">
                      <a16:creationId xmlns:a16="http://schemas.microsoft.com/office/drawing/2014/main" id="{977DBC57-7EB3-FE84-46CB-48F37B9380A8}"/>
                    </a:ext>
                  </a:extLst>
                </p14:cNvPr>
                <p14:cNvContentPartPr/>
                <p14:nvPr/>
              </p14:nvContentPartPr>
              <p14:xfrm>
                <a:off x="1605636" y="4169460"/>
                <a:ext cx="6480" cy="30600"/>
              </p14:xfrm>
            </p:contentPart>
          </mc:Choice>
          <mc:Fallback xmlns="">
            <p:pic>
              <p:nvPicPr>
                <p:cNvPr id="17632" name="Ink 17631">
                  <a:extLst>
                    <a:ext uri="{FF2B5EF4-FFF2-40B4-BE49-F238E27FC236}">
                      <a16:creationId xmlns:a16="http://schemas.microsoft.com/office/drawing/2014/main" id="{977DBC57-7EB3-FE84-46CB-48F37B9380A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601316" y="4165140"/>
                  <a:ext cx="1512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39" name="Group 17638">
            <a:extLst>
              <a:ext uri="{FF2B5EF4-FFF2-40B4-BE49-F238E27FC236}">
                <a16:creationId xmlns:a16="http://schemas.microsoft.com/office/drawing/2014/main" id="{FB3D26C5-C98E-24FE-073E-605C7881EDE0}"/>
              </a:ext>
            </a:extLst>
          </p:cNvPr>
          <p:cNvGrpSpPr/>
          <p:nvPr/>
        </p:nvGrpSpPr>
        <p:grpSpPr>
          <a:xfrm>
            <a:off x="1802811" y="4182060"/>
            <a:ext cx="112320" cy="76320"/>
            <a:chOff x="1863036" y="4182060"/>
            <a:chExt cx="112320" cy="7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7634" name="Ink 17633">
                  <a:extLst>
                    <a:ext uri="{FF2B5EF4-FFF2-40B4-BE49-F238E27FC236}">
                      <a16:creationId xmlns:a16="http://schemas.microsoft.com/office/drawing/2014/main" id="{A11B833C-F920-1419-DB94-8B0A3FE74228}"/>
                    </a:ext>
                  </a:extLst>
                </p14:cNvPr>
                <p14:cNvContentPartPr/>
                <p14:nvPr/>
              </p14:nvContentPartPr>
              <p14:xfrm>
                <a:off x="1863036" y="4198620"/>
                <a:ext cx="107640" cy="59760"/>
              </p14:xfrm>
            </p:contentPart>
          </mc:Choice>
          <mc:Fallback xmlns="">
            <p:pic>
              <p:nvPicPr>
                <p:cNvPr id="17634" name="Ink 17633">
                  <a:extLst>
                    <a:ext uri="{FF2B5EF4-FFF2-40B4-BE49-F238E27FC236}">
                      <a16:creationId xmlns:a16="http://schemas.microsoft.com/office/drawing/2014/main" id="{A11B833C-F920-1419-DB94-8B0A3FE7422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858716" y="4194300"/>
                  <a:ext cx="1162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7635" name="Ink 17634">
                  <a:extLst>
                    <a:ext uri="{FF2B5EF4-FFF2-40B4-BE49-F238E27FC236}">
                      <a16:creationId xmlns:a16="http://schemas.microsoft.com/office/drawing/2014/main" id="{EA4B3F8E-FD4D-73FC-C42C-544FA7632B47}"/>
                    </a:ext>
                  </a:extLst>
                </p14:cNvPr>
                <p14:cNvContentPartPr/>
                <p14:nvPr/>
              </p14:nvContentPartPr>
              <p14:xfrm>
                <a:off x="1954116" y="4182060"/>
                <a:ext cx="21240" cy="15120"/>
              </p14:xfrm>
            </p:contentPart>
          </mc:Choice>
          <mc:Fallback xmlns="">
            <p:pic>
              <p:nvPicPr>
                <p:cNvPr id="17635" name="Ink 17634">
                  <a:extLst>
                    <a:ext uri="{FF2B5EF4-FFF2-40B4-BE49-F238E27FC236}">
                      <a16:creationId xmlns:a16="http://schemas.microsoft.com/office/drawing/2014/main" id="{EA4B3F8E-FD4D-73FC-C42C-544FA7632B4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949796" y="4177740"/>
                  <a:ext cx="298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7638" name="Ink 17637">
                  <a:extLst>
                    <a:ext uri="{FF2B5EF4-FFF2-40B4-BE49-F238E27FC236}">
                      <a16:creationId xmlns:a16="http://schemas.microsoft.com/office/drawing/2014/main" id="{00420F12-B157-B9F0-9589-683A32AFB120}"/>
                    </a:ext>
                  </a:extLst>
                </p14:cNvPr>
                <p14:cNvContentPartPr/>
                <p14:nvPr/>
              </p14:nvContentPartPr>
              <p14:xfrm>
                <a:off x="1960236" y="4195380"/>
                <a:ext cx="12960" cy="33480"/>
              </p14:xfrm>
            </p:contentPart>
          </mc:Choice>
          <mc:Fallback xmlns="">
            <p:pic>
              <p:nvPicPr>
                <p:cNvPr id="17638" name="Ink 17637">
                  <a:extLst>
                    <a:ext uri="{FF2B5EF4-FFF2-40B4-BE49-F238E27FC236}">
                      <a16:creationId xmlns:a16="http://schemas.microsoft.com/office/drawing/2014/main" id="{00420F12-B157-B9F0-9589-683A32AFB12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955916" y="4191060"/>
                  <a:ext cx="2160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52" name="Group 17651">
            <a:extLst>
              <a:ext uri="{FF2B5EF4-FFF2-40B4-BE49-F238E27FC236}">
                <a16:creationId xmlns:a16="http://schemas.microsoft.com/office/drawing/2014/main" id="{3DE174D6-DA59-B0BC-C7FB-6FCE7324CFBC}"/>
              </a:ext>
            </a:extLst>
          </p:cNvPr>
          <p:cNvGrpSpPr/>
          <p:nvPr/>
        </p:nvGrpSpPr>
        <p:grpSpPr>
          <a:xfrm>
            <a:off x="174862" y="4484574"/>
            <a:ext cx="215280" cy="224280"/>
            <a:chOff x="235087" y="4484574"/>
            <a:chExt cx="215280" cy="22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7640" name="Ink 17639">
                  <a:extLst>
                    <a:ext uri="{FF2B5EF4-FFF2-40B4-BE49-F238E27FC236}">
                      <a16:creationId xmlns:a16="http://schemas.microsoft.com/office/drawing/2014/main" id="{58F3F09F-8ED8-1DB0-98D0-8BAF3DA00E85}"/>
                    </a:ext>
                  </a:extLst>
                </p14:cNvPr>
                <p14:cNvContentPartPr/>
                <p14:nvPr/>
              </p14:nvContentPartPr>
              <p14:xfrm>
                <a:off x="235087" y="4581414"/>
                <a:ext cx="30240" cy="55080"/>
              </p14:xfrm>
            </p:contentPart>
          </mc:Choice>
          <mc:Fallback xmlns="">
            <p:pic>
              <p:nvPicPr>
                <p:cNvPr id="17640" name="Ink 17639">
                  <a:extLst>
                    <a:ext uri="{FF2B5EF4-FFF2-40B4-BE49-F238E27FC236}">
                      <a16:creationId xmlns:a16="http://schemas.microsoft.com/office/drawing/2014/main" id="{58F3F09F-8ED8-1DB0-98D0-8BAF3DA00E8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30767" y="4577094"/>
                  <a:ext cx="388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7641" name="Ink 17640">
                  <a:extLst>
                    <a:ext uri="{FF2B5EF4-FFF2-40B4-BE49-F238E27FC236}">
                      <a16:creationId xmlns:a16="http://schemas.microsoft.com/office/drawing/2014/main" id="{FF44866C-2AC9-D8CF-E1C9-7745E22EB587}"/>
                    </a:ext>
                  </a:extLst>
                </p14:cNvPr>
                <p14:cNvContentPartPr/>
                <p14:nvPr/>
              </p14:nvContentPartPr>
              <p14:xfrm>
                <a:off x="261727" y="4564134"/>
                <a:ext cx="20520" cy="40680"/>
              </p14:xfrm>
            </p:contentPart>
          </mc:Choice>
          <mc:Fallback xmlns="">
            <p:pic>
              <p:nvPicPr>
                <p:cNvPr id="17641" name="Ink 17640">
                  <a:extLst>
                    <a:ext uri="{FF2B5EF4-FFF2-40B4-BE49-F238E27FC236}">
                      <a16:creationId xmlns:a16="http://schemas.microsoft.com/office/drawing/2014/main" id="{FF44866C-2AC9-D8CF-E1C9-7745E22EB58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57407" y="4559814"/>
                  <a:ext cx="291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7642" name="Ink 17641">
                  <a:extLst>
                    <a:ext uri="{FF2B5EF4-FFF2-40B4-BE49-F238E27FC236}">
                      <a16:creationId xmlns:a16="http://schemas.microsoft.com/office/drawing/2014/main" id="{A7154D63-E249-F28B-C92A-205210B87CEB}"/>
                    </a:ext>
                  </a:extLst>
                </p14:cNvPr>
                <p14:cNvContentPartPr/>
                <p14:nvPr/>
              </p14:nvContentPartPr>
              <p14:xfrm>
                <a:off x="268567" y="4589334"/>
                <a:ext cx="10080" cy="15840"/>
              </p14:xfrm>
            </p:contentPart>
          </mc:Choice>
          <mc:Fallback xmlns="">
            <p:pic>
              <p:nvPicPr>
                <p:cNvPr id="17642" name="Ink 17641">
                  <a:extLst>
                    <a:ext uri="{FF2B5EF4-FFF2-40B4-BE49-F238E27FC236}">
                      <a16:creationId xmlns:a16="http://schemas.microsoft.com/office/drawing/2014/main" id="{A7154D63-E249-F28B-C92A-205210B87CE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64247" y="4585014"/>
                  <a:ext cx="187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7643" name="Ink 17642">
                  <a:extLst>
                    <a:ext uri="{FF2B5EF4-FFF2-40B4-BE49-F238E27FC236}">
                      <a16:creationId xmlns:a16="http://schemas.microsoft.com/office/drawing/2014/main" id="{F75DA0C0-757C-DADC-789D-E556B636C164}"/>
                    </a:ext>
                  </a:extLst>
                </p14:cNvPr>
                <p14:cNvContentPartPr/>
                <p14:nvPr/>
              </p14:nvContentPartPr>
              <p14:xfrm>
                <a:off x="291247" y="4568814"/>
                <a:ext cx="13320" cy="18360"/>
              </p14:xfrm>
            </p:contentPart>
          </mc:Choice>
          <mc:Fallback xmlns="">
            <p:pic>
              <p:nvPicPr>
                <p:cNvPr id="17643" name="Ink 17642">
                  <a:extLst>
                    <a:ext uri="{FF2B5EF4-FFF2-40B4-BE49-F238E27FC236}">
                      <a16:creationId xmlns:a16="http://schemas.microsoft.com/office/drawing/2014/main" id="{F75DA0C0-757C-DADC-789D-E556B636C16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86927" y="4564494"/>
                  <a:ext cx="219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7644" name="Ink 17643">
                  <a:extLst>
                    <a:ext uri="{FF2B5EF4-FFF2-40B4-BE49-F238E27FC236}">
                      <a16:creationId xmlns:a16="http://schemas.microsoft.com/office/drawing/2014/main" id="{DCE7CF3E-112B-1270-D3E6-E8987754A110}"/>
                    </a:ext>
                  </a:extLst>
                </p14:cNvPr>
                <p14:cNvContentPartPr/>
                <p14:nvPr/>
              </p14:nvContentPartPr>
              <p14:xfrm>
                <a:off x="310687" y="4545054"/>
                <a:ext cx="30600" cy="29160"/>
              </p14:xfrm>
            </p:contentPart>
          </mc:Choice>
          <mc:Fallback xmlns="">
            <p:pic>
              <p:nvPicPr>
                <p:cNvPr id="17644" name="Ink 17643">
                  <a:extLst>
                    <a:ext uri="{FF2B5EF4-FFF2-40B4-BE49-F238E27FC236}">
                      <a16:creationId xmlns:a16="http://schemas.microsoft.com/office/drawing/2014/main" id="{DCE7CF3E-112B-1270-D3E6-E8987754A11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06367" y="4540734"/>
                  <a:ext cx="392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7645" name="Ink 17644">
                  <a:extLst>
                    <a:ext uri="{FF2B5EF4-FFF2-40B4-BE49-F238E27FC236}">
                      <a16:creationId xmlns:a16="http://schemas.microsoft.com/office/drawing/2014/main" id="{5C865A83-258B-B292-C126-AC99D90FBF7B}"/>
                    </a:ext>
                  </a:extLst>
                </p14:cNvPr>
                <p14:cNvContentPartPr/>
                <p14:nvPr/>
              </p14:nvContentPartPr>
              <p14:xfrm>
                <a:off x="338767" y="4484574"/>
                <a:ext cx="65520" cy="75600"/>
              </p14:xfrm>
            </p:contentPart>
          </mc:Choice>
          <mc:Fallback xmlns="">
            <p:pic>
              <p:nvPicPr>
                <p:cNvPr id="17645" name="Ink 17644">
                  <a:extLst>
                    <a:ext uri="{FF2B5EF4-FFF2-40B4-BE49-F238E27FC236}">
                      <a16:creationId xmlns:a16="http://schemas.microsoft.com/office/drawing/2014/main" id="{5C865A83-258B-B292-C126-AC99D90FBF7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34447" y="4480254"/>
                  <a:ext cx="741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7646" name="Ink 17645">
                  <a:extLst>
                    <a:ext uri="{FF2B5EF4-FFF2-40B4-BE49-F238E27FC236}">
                      <a16:creationId xmlns:a16="http://schemas.microsoft.com/office/drawing/2014/main" id="{9D662109-DC11-88F2-D624-45AD56F33C8C}"/>
                    </a:ext>
                  </a:extLst>
                </p14:cNvPr>
                <p14:cNvContentPartPr/>
                <p14:nvPr/>
              </p14:nvContentPartPr>
              <p14:xfrm>
                <a:off x="312127" y="4684014"/>
                <a:ext cx="21240" cy="24840"/>
              </p14:xfrm>
            </p:contentPart>
          </mc:Choice>
          <mc:Fallback xmlns="">
            <p:pic>
              <p:nvPicPr>
                <p:cNvPr id="17646" name="Ink 17645">
                  <a:extLst>
                    <a:ext uri="{FF2B5EF4-FFF2-40B4-BE49-F238E27FC236}">
                      <a16:creationId xmlns:a16="http://schemas.microsoft.com/office/drawing/2014/main" id="{9D662109-DC11-88F2-D624-45AD56F33C8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07807" y="4679694"/>
                  <a:ext cx="298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7647" name="Ink 17646">
                  <a:extLst>
                    <a:ext uri="{FF2B5EF4-FFF2-40B4-BE49-F238E27FC236}">
                      <a16:creationId xmlns:a16="http://schemas.microsoft.com/office/drawing/2014/main" id="{6AE65FD0-E322-9F5C-43C7-F5A23A9CFD20}"/>
                    </a:ext>
                  </a:extLst>
                </p14:cNvPr>
                <p14:cNvContentPartPr/>
                <p14:nvPr/>
              </p14:nvContentPartPr>
              <p14:xfrm>
                <a:off x="303127" y="4656654"/>
                <a:ext cx="47880" cy="46080"/>
              </p14:xfrm>
            </p:contentPart>
          </mc:Choice>
          <mc:Fallback xmlns="">
            <p:pic>
              <p:nvPicPr>
                <p:cNvPr id="17647" name="Ink 17646">
                  <a:extLst>
                    <a:ext uri="{FF2B5EF4-FFF2-40B4-BE49-F238E27FC236}">
                      <a16:creationId xmlns:a16="http://schemas.microsoft.com/office/drawing/2014/main" id="{6AE65FD0-E322-9F5C-43C7-F5A23A9CFD2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98807" y="4652334"/>
                  <a:ext cx="565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7648" name="Ink 17647">
                  <a:extLst>
                    <a:ext uri="{FF2B5EF4-FFF2-40B4-BE49-F238E27FC236}">
                      <a16:creationId xmlns:a16="http://schemas.microsoft.com/office/drawing/2014/main" id="{0A38C8AD-B874-D1CC-DB3D-47B067CBAFE8}"/>
                    </a:ext>
                  </a:extLst>
                </p14:cNvPr>
                <p14:cNvContentPartPr/>
                <p14:nvPr/>
              </p14:nvContentPartPr>
              <p14:xfrm>
                <a:off x="361087" y="4639374"/>
                <a:ext cx="31680" cy="28440"/>
              </p14:xfrm>
            </p:contentPart>
          </mc:Choice>
          <mc:Fallback xmlns="">
            <p:pic>
              <p:nvPicPr>
                <p:cNvPr id="17648" name="Ink 17647">
                  <a:extLst>
                    <a:ext uri="{FF2B5EF4-FFF2-40B4-BE49-F238E27FC236}">
                      <a16:creationId xmlns:a16="http://schemas.microsoft.com/office/drawing/2014/main" id="{0A38C8AD-B874-D1CC-DB3D-47B067CBAFE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56767" y="4635054"/>
                  <a:ext cx="403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7649" name="Ink 17648">
                  <a:extLst>
                    <a:ext uri="{FF2B5EF4-FFF2-40B4-BE49-F238E27FC236}">
                      <a16:creationId xmlns:a16="http://schemas.microsoft.com/office/drawing/2014/main" id="{90848EEA-645A-BF3B-4A04-42D26E3DDD64}"/>
                    </a:ext>
                  </a:extLst>
                </p14:cNvPr>
                <p14:cNvContentPartPr/>
                <p14:nvPr/>
              </p14:nvContentPartPr>
              <p14:xfrm>
                <a:off x="379087" y="4599414"/>
                <a:ext cx="24120" cy="30600"/>
              </p14:xfrm>
            </p:contentPart>
          </mc:Choice>
          <mc:Fallback xmlns="">
            <p:pic>
              <p:nvPicPr>
                <p:cNvPr id="17649" name="Ink 17648">
                  <a:extLst>
                    <a:ext uri="{FF2B5EF4-FFF2-40B4-BE49-F238E27FC236}">
                      <a16:creationId xmlns:a16="http://schemas.microsoft.com/office/drawing/2014/main" id="{90848EEA-645A-BF3B-4A04-42D26E3DDD6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74767" y="4595094"/>
                  <a:ext cx="327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7651" name="Ink 17650">
                  <a:extLst>
                    <a:ext uri="{FF2B5EF4-FFF2-40B4-BE49-F238E27FC236}">
                      <a16:creationId xmlns:a16="http://schemas.microsoft.com/office/drawing/2014/main" id="{04164E32-1BFA-9B3A-6D00-FB42B750350E}"/>
                    </a:ext>
                  </a:extLst>
                </p14:cNvPr>
                <p14:cNvContentPartPr/>
                <p14:nvPr/>
              </p14:nvContentPartPr>
              <p14:xfrm>
                <a:off x="385927" y="4580694"/>
                <a:ext cx="64440" cy="55080"/>
              </p14:xfrm>
            </p:contentPart>
          </mc:Choice>
          <mc:Fallback xmlns="">
            <p:pic>
              <p:nvPicPr>
                <p:cNvPr id="17651" name="Ink 17650">
                  <a:extLst>
                    <a:ext uri="{FF2B5EF4-FFF2-40B4-BE49-F238E27FC236}">
                      <a16:creationId xmlns:a16="http://schemas.microsoft.com/office/drawing/2014/main" id="{04164E32-1BFA-9B3A-6D00-FB42B750350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81607" y="4576374"/>
                  <a:ext cx="73080" cy="637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653" name="Rectangle 17652">
            <a:extLst>
              <a:ext uri="{FF2B5EF4-FFF2-40B4-BE49-F238E27FC236}">
                <a16:creationId xmlns:a16="http://schemas.microsoft.com/office/drawing/2014/main" id="{FBD5ECBE-5F92-4BC7-CAA8-7C4190541337}"/>
              </a:ext>
            </a:extLst>
          </p:cNvPr>
          <p:cNvSpPr/>
          <p:nvPr/>
        </p:nvSpPr>
        <p:spPr>
          <a:xfrm>
            <a:off x="2350589" y="1650677"/>
            <a:ext cx="1077458" cy="784626"/>
          </a:xfrm>
          <a:prstGeom prst="rect">
            <a:avLst/>
          </a:prstGeom>
          <a:noFill/>
          <a:ln w="6350"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54" name="Rectangle 17653">
            <a:extLst>
              <a:ext uri="{FF2B5EF4-FFF2-40B4-BE49-F238E27FC236}">
                <a16:creationId xmlns:a16="http://schemas.microsoft.com/office/drawing/2014/main" id="{C4F9203C-618D-E51A-D0D8-2BC237612677}"/>
              </a:ext>
            </a:extLst>
          </p:cNvPr>
          <p:cNvSpPr/>
          <p:nvPr/>
        </p:nvSpPr>
        <p:spPr>
          <a:xfrm>
            <a:off x="1221977" y="4373164"/>
            <a:ext cx="1077458" cy="905415"/>
          </a:xfrm>
          <a:prstGeom prst="rect">
            <a:avLst/>
          </a:prstGeom>
          <a:noFill/>
          <a:ln w="6350"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55" name="TextBox 17654">
            <a:extLst>
              <a:ext uri="{FF2B5EF4-FFF2-40B4-BE49-F238E27FC236}">
                <a16:creationId xmlns:a16="http://schemas.microsoft.com/office/drawing/2014/main" id="{7657E999-53DC-C453-96DF-736BEA492D8C}"/>
              </a:ext>
            </a:extLst>
          </p:cNvPr>
          <p:cNvSpPr txBox="1"/>
          <p:nvPr/>
        </p:nvSpPr>
        <p:spPr>
          <a:xfrm>
            <a:off x="1174533" y="4356695"/>
            <a:ext cx="908747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00" b="1" dirty="0">
                <a:solidFill>
                  <a:srgbClr val="FF0000"/>
                </a:solidFill>
              </a:rPr>
              <a:t>*Report Generation</a:t>
            </a:r>
          </a:p>
        </p:txBody>
      </p:sp>
      <p:sp>
        <p:nvSpPr>
          <p:cNvPr id="17656" name="TextBox 17655">
            <a:extLst>
              <a:ext uri="{FF2B5EF4-FFF2-40B4-BE49-F238E27FC236}">
                <a16:creationId xmlns:a16="http://schemas.microsoft.com/office/drawing/2014/main" id="{67265488-CB6E-8423-B3DF-198D47094179}"/>
              </a:ext>
            </a:extLst>
          </p:cNvPr>
          <p:cNvSpPr txBox="1"/>
          <p:nvPr/>
        </p:nvSpPr>
        <p:spPr>
          <a:xfrm>
            <a:off x="2297737" y="1626249"/>
            <a:ext cx="100982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b="1" dirty="0">
                <a:solidFill>
                  <a:srgbClr val="FF0000"/>
                </a:solidFill>
              </a:rPr>
              <a:t>* View </a:t>
            </a:r>
            <a:r>
              <a:rPr lang="en-IN" sz="600" b="1" dirty="0">
                <a:solidFill>
                  <a:srgbClr val="00B0F0"/>
                </a:solidFill>
              </a:rPr>
              <a:t>Village</a:t>
            </a:r>
            <a:r>
              <a:rPr lang="en-IN" sz="600" b="1" dirty="0">
                <a:solidFill>
                  <a:srgbClr val="FF0000"/>
                </a:solidFill>
              </a:rPr>
              <a:t> Analytics</a:t>
            </a:r>
          </a:p>
        </p:txBody>
      </p:sp>
      <p:sp>
        <p:nvSpPr>
          <p:cNvPr id="17657" name="TextBox 17656">
            <a:extLst>
              <a:ext uri="{FF2B5EF4-FFF2-40B4-BE49-F238E27FC236}">
                <a16:creationId xmlns:a16="http://schemas.microsoft.com/office/drawing/2014/main" id="{7E38E796-9368-731D-3E99-29C7B5319F2A}"/>
              </a:ext>
            </a:extLst>
          </p:cNvPr>
          <p:cNvSpPr txBox="1"/>
          <p:nvPr/>
        </p:nvSpPr>
        <p:spPr>
          <a:xfrm>
            <a:off x="2317138" y="1713938"/>
            <a:ext cx="10834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IN" sz="600" dirty="0"/>
              <a:t>Total village population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Active reports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Critical alerts in village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Area Coverage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Notification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Water Quality test </a:t>
            </a:r>
          </a:p>
          <a:p>
            <a:pPr marL="171450" indent="-171450">
              <a:buFontTx/>
              <a:buChar char="-"/>
            </a:pPr>
            <a:r>
              <a:rPr lang="en-IN" sz="600" dirty="0" err="1"/>
              <a:t>Vactination</a:t>
            </a:r>
            <a:endParaRPr lang="en-IN" sz="600" dirty="0"/>
          </a:p>
        </p:txBody>
      </p:sp>
      <p:sp>
        <p:nvSpPr>
          <p:cNvPr id="17659" name="Rectangle 17658">
            <a:extLst>
              <a:ext uri="{FF2B5EF4-FFF2-40B4-BE49-F238E27FC236}">
                <a16:creationId xmlns:a16="http://schemas.microsoft.com/office/drawing/2014/main" id="{7931744A-910D-2DFC-5E43-6D7BAD3288F7}"/>
              </a:ext>
            </a:extLst>
          </p:cNvPr>
          <p:cNvSpPr/>
          <p:nvPr/>
        </p:nvSpPr>
        <p:spPr>
          <a:xfrm>
            <a:off x="2354812" y="2457252"/>
            <a:ext cx="1077458" cy="991087"/>
          </a:xfrm>
          <a:prstGeom prst="rect">
            <a:avLst/>
          </a:prstGeom>
          <a:noFill/>
          <a:ln w="6350"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60" name="TextBox 17659">
            <a:extLst>
              <a:ext uri="{FF2B5EF4-FFF2-40B4-BE49-F238E27FC236}">
                <a16:creationId xmlns:a16="http://schemas.microsoft.com/office/drawing/2014/main" id="{4D4E475C-3FE7-BC55-8FD2-93891DEB1339}"/>
              </a:ext>
            </a:extLst>
          </p:cNvPr>
          <p:cNvSpPr txBox="1"/>
          <p:nvPr/>
        </p:nvSpPr>
        <p:spPr>
          <a:xfrm>
            <a:off x="2309334" y="2453854"/>
            <a:ext cx="100982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b="1" dirty="0">
                <a:solidFill>
                  <a:srgbClr val="FF0000"/>
                </a:solidFill>
              </a:rPr>
              <a:t>* Village Reports </a:t>
            </a:r>
          </a:p>
        </p:txBody>
      </p:sp>
      <p:sp>
        <p:nvSpPr>
          <p:cNvPr id="17663" name="TextBox 17662">
            <a:extLst>
              <a:ext uri="{FF2B5EF4-FFF2-40B4-BE49-F238E27FC236}">
                <a16:creationId xmlns:a16="http://schemas.microsoft.com/office/drawing/2014/main" id="{5717F6CC-08C0-4496-E801-606EC7917ACE}"/>
              </a:ext>
            </a:extLst>
          </p:cNvPr>
          <p:cNvSpPr txBox="1"/>
          <p:nvPr/>
        </p:nvSpPr>
        <p:spPr>
          <a:xfrm>
            <a:off x="2291989" y="2529901"/>
            <a:ext cx="10834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IN" sz="600" dirty="0"/>
              <a:t>Health report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Add new Report  </a:t>
            </a:r>
          </a:p>
        </p:txBody>
      </p:sp>
      <p:pic>
        <p:nvPicPr>
          <p:cNvPr id="17665" name="Picture 17664">
            <a:extLst>
              <a:ext uri="{FF2B5EF4-FFF2-40B4-BE49-F238E27FC236}">
                <a16:creationId xmlns:a16="http://schemas.microsoft.com/office/drawing/2014/main" id="{FF91D237-EA3C-995E-86F5-F9576CB8B8B0}"/>
              </a:ext>
            </a:extLst>
          </p:cNvPr>
          <p:cNvPicPr>
            <a:picLocks noChangeAspect="1"/>
          </p:cNvPicPr>
          <p:nvPr/>
        </p:nvPicPr>
        <p:blipFill>
          <a:blip r:embed="rId146">
            <a:extLst>
              <a:ext uri="{BEBA8EAE-BF5A-486C-A8C5-ECC9F3942E4B}">
                <a14:imgProps xmlns:a14="http://schemas.microsoft.com/office/drawing/2010/main">
                  <a14:imgLayer r:embed="rId147">
                    <a14:imgEffect>
                      <a14:backgroundRemoval t="4778" b="98635" l="1722" r="54702">
                        <a14:foregroundMark x1="18013" y1="34471" x2="45960" y2="98635"/>
                        <a14:foregroundMark x1="45960" y1="98635" x2="19470" y2="90785"/>
                        <a14:foregroundMark x1="6490" y1="78840" x2="35364" y2="9556"/>
                        <a14:foregroundMark x1="35364" y1="9556" x2="40530" y2="57338"/>
                        <a14:foregroundMark x1="10066" y1="13993" x2="54702" y2="14334"/>
                        <a14:foregroundMark x1="54702" y1="14334" x2="11391" y2="65188"/>
                        <a14:foregroundMark x1="11391" y1="65188" x2="7417" y2="44027"/>
                        <a14:foregroundMark x1="5298" y1="13993" x2="40927" y2="5461"/>
                        <a14:foregroundMark x1="40927" y1="5461" x2="37748" y2="12969"/>
                        <a14:foregroundMark x1="51656" y1="13993" x2="3311" y2="5119"/>
                        <a14:foregroundMark x1="3311" y1="5119" x2="36954" y2="34471"/>
                        <a14:foregroundMark x1="5033" y1="12287" x2="10993" y2="54608"/>
                        <a14:foregroundMark x1="46225" y1="83276" x2="44371" y2="53242"/>
                        <a14:foregroundMark x1="1722" y1="38225" x2="4768" y2="16382"/>
                      </a14:backgroundRemoval>
                    </a14:imgEffect>
                  </a14:imgLayer>
                </a14:imgProps>
              </a:ext>
            </a:extLst>
          </a:blip>
          <a:srcRect r="46286"/>
          <a:stretch>
            <a:fillRect/>
          </a:stretch>
        </p:blipFill>
        <p:spPr>
          <a:xfrm>
            <a:off x="2635667" y="2798749"/>
            <a:ext cx="786050" cy="56791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7666" name="Ink 17665">
                <a:extLst>
                  <a:ext uri="{FF2B5EF4-FFF2-40B4-BE49-F238E27FC236}">
                    <a16:creationId xmlns:a16="http://schemas.microsoft.com/office/drawing/2014/main" id="{1906F7B6-BB5E-484D-F6D7-AF0DC05E221C}"/>
                  </a:ext>
                </a:extLst>
              </p14:cNvPr>
              <p14:cNvContentPartPr/>
              <p14:nvPr/>
            </p14:nvContentPartPr>
            <p14:xfrm>
              <a:off x="2536125" y="2769829"/>
              <a:ext cx="83520" cy="253440"/>
            </p14:xfrm>
          </p:contentPart>
        </mc:Choice>
        <mc:Fallback>
          <p:pic>
            <p:nvPicPr>
              <p:cNvPr id="17666" name="Ink 17665">
                <a:extLst>
                  <a:ext uri="{FF2B5EF4-FFF2-40B4-BE49-F238E27FC236}">
                    <a16:creationId xmlns:a16="http://schemas.microsoft.com/office/drawing/2014/main" id="{1906F7B6-BB5E-484D-F6D7-AF0DC05E221C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531805" y="2765509"/>
                <a:ext cx="9216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7669" name="Ink 17668">
                <a:extLst>
                  <a:ext uri="{FF2B5EF4-FFF2-40B4-BE49-F238E27FC236}">
                    <a16:creationId xmlns:a16="http://schemas.microsoft.com/office/drawing/2014/main" id="{A014A48C-6EED-F42C-4436-7A5926C38D8F}"/>
                  </a:ext>
                </a:extLst>
              </p14:cNvPr>
              <p14:cNvContentPartPr/>
              <p14:nvPr/>
            </p14:nvContentPartPr>
            <p14:xfrm>
              <a:off x="2592645" y="3000949"/>
              <a:ext cx="27360" cy="42120"/>
            </p14:xfrm>
          </p:contentPart>
        </mc:Choice>
        <mc:Fallback>
          <p:pic>
            <p:nvPicPr>
              <p:cNvPr id="17669" name="Ink 17668">
                <a:extLst>
                  <a:ext uri="{FF2B5EF4-FFF2-40B4-BE49-F238E27FC236}">
                    <a16:creationId xmlns:a16="http://schemas.microsoft.com/office/drawing/2014/main" id="{A014A48C-6EED-F42C-4436-7A5926C38D8F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588381" y="2996629"/>
                <a:ext cx="35888" cy="50760"/>
              </a:xfrm>
              <a:prstGeom prst="rect">
                <a:avLst/>
              </a:prstGeom>
            </p:spPr>
          </p:pic>
        </mc:Fallback>
      </mc:AlternateContent>
      <p:sp>
        <p:nvSpPr>
          <p:cNvPr id="17670" name="Rectangle 17669">
            <a:extLst>
              <a:ext uri="{FF2B5EF4-FFF2-40B4-BE49-F238E27FC236}">
                <a16:creationId xmlns:a16="http://schemas.microsoft.com/office/drawing/2014/main" id="{7D5F03B7-347F-D5BB-4D9D-E1F8CAB05A3E}"/>
              </a:ext>
            </a:extLst>
          </p:cNvPr>
          <p:cNvSpPr/>
          <p:nvPr/>
        </p:nvSpPr>
        <p:spPr>
          <a:xfrm>
            <a:off x="2359069" y="3474641"/>
            <a:ext cx="1077458" cy="589480"/>
          </a:xfrm>
          <a:prstGeom prst="rect">
            <a:avLst/>
          </a:prstGeom>
          <a:noFill/>
          <a:ln w="6350"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71" name="TextBox 17670">
            <a:extLst>
              <a:ext uri="{FF2B5EF4-FFF2-40B4-BE49-F238E27FC236}">
                <a16:creationId xmlns:a16="http://schemas.microsoft.com/office/drawing/2014/main" id="{7BB781F3-AD6B-74A5-A50E-A27608BB5BA6}"/>
              </a:ext>
            </a:extLst>
          </p:cNvPr>
          <p:cNvSpPr txBox="1"/>
          <p:nvPr/>
        </p:nvSpPr>
        <p:spPr>
          <a:xfrm>
            <a:off x="2313591" y="3471242"/>
            <a:ext cx="100982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b="1" dirty="0">
                <a:solidFill>
                  <a:srgbClr val="FF0000"/>
                </a:solidFill>
              </a:rPr>
              <a:t>* Patient Records </a:t>
            </a:r>
          </a:p>
        </p:txBody>
      </p:sp>
      <p:sp>
        <p:nvSpPr>
          <p:cNvPr id="17672" name="TextBox 17671">
            <a:extLst>
              <a:ext uri="{FF2B5EF4-FFF2-40B4-BE49-F238E27FC236}">
                <a16:creationId xmlns:a16="http://schemas.microsoft.com/office/drawing/2014/main" id="{84B2E128-E633-1DD0-7090-7855694FE042}"/>
              </a:ext>
            </a:extLst>
          </p:cNvPr>
          <p:cNvSpPr txBox="1"/>
          <p:nvPr/>
        </p:nvSpPr>
        <p:spPr>
          <a:xfrm>
            <a:off x="2308624" y="3554971"/>
            <a:ext cx="10834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IN" sz="600" dirty="0"/>
              <a:t>Patient Management ( </a:t>
            </a:r>
            <a:r>
              <a:rPr lang="en-IN" sz="600" dirty="0" err="1"/>
              <a:t>Childrens</a:t>
            </a:r>
            <a:r>
              <a:rPr lang="en-IN" sz="600" dirty="0"/>
              <a:t>, Adults, Pregnant Women )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Total </a:t>
            </a:r>
            <a:r>
              <a:rPr lang="en-IN" sz="600" dirty="0" err="1"/>
              <a:t>Petients</a:t>
            </a:r>
            <a:endParaRPr lang="en-IN" sz="600" dirty="0"/>
          </a:p>
          <a:p>
            <a:pPr marL="171450" indent="-171450">
              <a:buFontTx/>
              <a:buChar char="-"/>
            </a:pPr>
            <a:r>
              <a:rPr lang="en-IN" sz="600" dirty="0"/>
              <a:t>Add new Patient </a:t>
            </a:r>
          </a:p>
        </p:txBody>
      </p:sp>
      <p:sp>
        <p:nvSpPr>
          <p:cNvPr id="17677" name="Rectangle 17676">
            <a:extLst>
              <a:ext uri="{FF2B5EF4-FFF2-40B4-BE49-F238E27FC236}">
                <a16:creationId xmlns:a16="http://schemas.microsoft.com/office/drawing/2014/main" id="{6023DC7F-5557-A0BC-4872-022A5E2E36C1}"/>
              </a:ext>
            </a:extLst>
          </p:cNvPr>
          <p:cNvSpPr/>
          <p:nvPr/>
        </p:nvSpPr>
        <p:spPr>
          <a:xfrm>
            <a:off x="2354102" y="4089297"/>
            <a:ext cx="1077458" cy="709211"/>
          </a:xfrm>
          <a:prstGeom prst="rect">
            <a:avLst/>
          </a:prstGeom>
          <a:noFill/>
          <a:ln w="6350"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78" name="TextBox 17677">
            <a:extLst>
              <a:ext uri="{FF2B5EF4-FFF2-40B4-BE49-F238E27FC236}">
                <a16:creationId xmlns:a16="http://schemas.microsoft.com/office/drawing/2014/main" id="{29C92F52-B98C-2630-8B0B-750098D96794}"/>
              </a:ext>
            </a:extLst>
          </p:cNvPr>
          <p:cNvSpPr txBox="1"/>
          <p:nvPr/>
        </p:nvSpPr>
        <p:spPr>
          <a:xfrm>
            <a:off x="2308624" y="4085899"/>
            <a:ext cx="100982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b="1" dirty="0">
                <a:solidFill>
                  <a:srgbClr val="FF0000"/>
                </a:solidFill>
              </a:rPr>
              <a:t>* Vaccination Tracking </a:t>
            </a:r>
          </a:p>
        </p:txBody>
      </p:sp>
      <p:sp>
        <p:nvSpPr>
          <p:cNvPr id="17679" name="TextBox 17678">
            <a:extLst>
              <a:ext uri="{FF2B5EF4-FFF2-40B4-BE49-F238E27FC236}">
                <a16:creationId xmlns:a16="http://schemas.microsoft.com/office/drawing/2014/main" id="{7FF96238-31E9-0075-7E5C-EDF2F38D6607}"/>
              </a:ext>
            </a:extLst>
          </p:cNvPr>
          <p:cNvSpPr txBox="1"/>
          <p:nvPr/>
        </p:nvSpPr>
        <p:spPr>
          <a:xfrm>
            <a:off x="2303657" y="4169628"/>
            <a:ext cx="1083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IN" sz="600" dirty="0"/>
              <a:t>Vaccination Management ( Total vaccination, Scheduled, Completed, Overdue )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Add New Vaccine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Schedule Vaccine </a:t>
            </a:r>
          </a:p>
        </p:txBody>
      </p:sp>
      <p:grpSp>
        <p:nvGrpSpPr>
          <p:cNvPr id="17683" name="Group 17682">
            <a:extLst>
              <a:ext uri="{FF2B5EF4-FFF2-40B4-BE49-F238E27FC236}">
                <a16:creationId xmlns:a16="http://schemas.microsoft.com/office/drawing/2014/main" id="{656496FD-29EB-A394-8631-3E80CAC20235}"/>
              </a:ext>
            </a:extLst>
          </p:cNvPr>
          <p:cNvGrpSpPr/>
          <p:nvPr/>
        </p:nvGrpSpPr>
        <p:grpSpPr>
          <a:xfrm>
            <a:off x="2287448" y="4822265"/>
            <a:ext cx="1167707" cy="439294"/>
            <a:chOff x="1217163" y="2304329"/>
            <a:chExt cx="1167707" cy="473649"/>
          </a:xfrm>
        </p:grpSpPr>
        <p:sp>
          <p:nvSpPr>
            <p:cNvPr id="17684" name="Rectangle 17683">
              <a:extLst>
                <a:ext uri="{FF2B5EF4-FFF2-40B4-BE49-F238E27FC236}">
                  <a16:creationId xmlns:a16="http://schemas.microsoft.com/office/drawing/2014/main" id="{47837F09-D71A-4734-7EB0-CC03F8255862}"/>
                </a:ext>
              </a:extLst>
            </p:cNvPr>
            <p:cNvSpPr/>
            <p:nvPr/>
          </p:nvSpPr>
          <p:spPr>
            <a:xfrm>
              <a:off x="1284077" y="2304329"/>
              <a:ext cx="1077458" cy="470315"/>
            </a:xfrm>
            <a:prstGeom prst="rect">
              <a:avLst/>
            </a:prstGeom>
            <a:noFill/>
            <a:ln w="6350"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685" name="TextBox 17684">
              <a:extLst>
                <a:ext uri="{FF2B5EF4-FFF2-40B4-BE49-F238E27FC236}">
                  <a16:creationId xmlns:a16="http://schemas.microsoft.com/office/drawing/2014/main" id="{E07DC022-7620-6DA7-541F-7D72ED36C91F}"/>
                </a:ext>
              </a:extLst>
            </p:cNvPr>
            <p:cNvSpPr txBox="1"/>
            <p:nvPr/>
          </p:nvSpPr>
          <p:spPr>
            <a:xfrm>
              <a:off x="1236400" y="2304350"/>
              <a:ext cx="100982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600" b="1" dirty="0">
                  <a:solidFill>
                    <a:srgbClr val="FF0000"/>
                  </a:solidFill>
                </a:rPr>
                <a:t>* Health Survey</a:t>
              </a:r>
            </a:p>
          </p:txBody>
        </p:sp>
        <p:sp>
          <p:nvSpPr>
            <p:cNvPr id="17686" name="TextBox 17685">
              <a:extLst>
                <a:ext uri="{FF2B5EF4-FFF2-40B4-BE49-F238E27FC236}">
                  <a16:creationId xmlns:a16="http://schemas.microsoft.com/office/drawing/2014/main" id="{76DE5CE6-026F-FA82-4BA7-A23035DB9436}"/>
                </a:ext>
              </a:extLst>
            </p:cNvPr>
            <p:cNvSpPr txBox="1"/>
            <p:nvPr/>
          </p:nvSpPr>
          <p:spPr>
            <a:xfrm>
              <a:off x="1217163" y="2408646"/>
              <a:ext cx="1167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Tx/>
                <a:buChar char="-"/>
              </a:pPr>
              <a:r>
                <a:rPr lang="en-IN" sz="600" dirty="0"/>
                <a:t>Health survey report</a:t>
              </a:r>
            </a:p>
            <a:p>
              <a:pPr marL="171450" indent="-171450">
                <a:buFontTx/>
                <a:buChar char="-"/>
              </a:pPr>
              <a:r>
                <a:rPr lang="en-IN" sz="600" dirty="0"/>
                <a:t>New survey</a:t>
              </a:r>
            </a:p>
            <a:p>
              <a:pPr marL="171450" indent="-171450">
                <a:buFontTx/>
                <a:buChar char="-"/>
              </a:pPr>
              <a:endParaRPr lang="en-IN" sz="600" dirty="0"/>
            </a:p>
          </p:txBody>
        </p:sp>
      </p:grpSp>
      <p:sp>
        <p:nvSpPr>
          <p:cNvPr id="17687" name="Rectangle 17686">
            <a:extLst>
              <a:ext uri="{FF2B5EF4-FFF2-40B4-BE49-F238E27FC236}">
                <a16:creationId xmlns:a16="http://schemas.microsoft.com/office/drawing/2014/main" id="{E5816019-56D4-6D62-2849-24475F2B2C03}"/>
              </a:ext>
            </a:extLst>
          </p:cNvPr>
          <p:cNvSpPr/>
          <p:nvPr/>
        </p:nvSpPr>
        <p:spPr>
          <a:xfrm>
            <a:off x="3571104" y="1646033"/>
            <a:ext cx="1050029" cy="784626"/>
          </a:xfrm>
          <a:prstGeom prst="rect">
            <a:avLst/>
          </a:prstGeom>
          <a:noFill/>
          <a:ln w="6350"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88" name="TextBox 17687">
            <a:extLst>
              <a:ext uri="{FF2B5EF4-FFF2-40B4-BE49-F238E27FC236}">
                <a16:creationId xmlns:a16="http://schemas.microsoft.com/office/drawing/2014/main" id="{0DFCD6E6-40AE-5715-7A10-C483B91F3A38}"/>
              </a:ext>
            </a:extLst>
          </p:cNvPr>
          <p:cNvSpPr txBox="1"/>
          <p:nvPr/>
        </p:nvSpPr>
        <p:spPr>
          <a:xfrm>
            <a:off x="3518252" y="1621605"/>
            <a:ext cx="100982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b="1" dirty="0">
                <a:solidFill>
                  <a:srgbClr val="FF0000"/>
                </a:solidFill>
              </a:rPr>
              <a:t>* View </a:t>
            </a:r>
            <a:r>
              <a:rPr lang="en-IN" sz="600" b="1" dirty="0">
                <a:solidFill>
                  <a:srgbClr val="00B0F0"/>
                </a:solidFill>
              </a:rPr>
              <a:t>Village</a:t>
            </a:r>
            <a:r>
              <a:rPr lang="en-IN" sz="600" b="1" dirty="0">
                <a:solidFill>
                  <a:srgbClr val="FF0000"/>
                </a:solidFill>
              </a:rPr>
              <a:t> Analytics</a:t>
            </a:r>
          </a:p>
        </p:txBody>
      </p:sp>
      <p:sp>
        <p:nvSpPr>
          <p:cNvPr id="17689" name="TextBox 17688">
            <a:extLst>
              <a:ext uri="{FF2B5EF4-FFF2-40B4-BE49-F238E27FC236}">
                <a16:creationId xmlns:a16="http://schemas.microsoft.com/office/drawing/2014/main" id="{9C8819AD-9610-FFFD-5A23-CFE03533802A}"/>
              </a:ext>
            </a:extLst>
          </p:cNvPr>
          <p:cNvSpPr txBox="1"/>
          <p:nvPr/>
        </p:nvSpPr>
        <p:spPr>
          <a:xfrm>
            <a:off x="3537653" y="1709294"/>
            <a:ext cx="10834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IN" sz="600" dirty="0"/>
              <a:t>Total village population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Active reports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Critical alerts in village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Area Coverage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Notification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Water Quality test </a:t>
            </a:r>
          </a:p>
          <a:p>
            <a:pPr marL="171450" indent="-171450">
              <a:buFontTx/>
              <a:buChar char="-"/>
            </a:pPr>
            <a:r>
              <a:rPr lang="en-IN" sz="600" dirty="0" err="1"/>
              <a:t>Vactination</a:t>
            </a:r>
            <a:endParaRPr lang="en-IN" sz="600" dirty="0"/>
          </a:p>
        </p:txBody>
      </p:sp>
      <p:sp>
        <p:nvSpPr>
          <p:cNvPr id="17691" name="Rectangle 17690">
            <a:extLst>
              <a:ext uri="{FF2B5EF4-FFF2-40B4-BE49-F238E27FC236}">
                <a16:creationId xmlns:a16="http://schemas.microsoft.com/office/drawing/2014/main" id="{D2FEBB8D-2F18-FA38-FB70-11D92EF74BAA}"/>
              </a:ext>
            </a:extLst>
          </p:cNvPr>
          <p:cNvSpPr/>
          <p:nvPr/>
        </p:nvSpPr>
        <p:spPr>
          <a:xfrm>
            <a:off x="3563947" y="2448845"/>
            <a:ext cx="1077458" cy="478792"/>
          </a:xfrm>
          <a:prstGeom prst="rect">
            <a:avLst/>
          </a:prstGeom>
          <a:noFill/>
          <a:ln w="6350"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92" name="TextBox 17691">
            <a:extLst>
              <a:ext uri="{FF2B5EF4-FFF2-40B4-BE49-F238E27FC236}">
                <a16:creationId xmlns:a16="http://schemas.microsoft.com/office/drawing/2014/main" id="{1874F9EF-65B5-8FF7-A9BF-185B7142D694}"/>
              </a:ext>
            </a:extLst>
          </p:cNvPr>
          <p:cNvSpPr txBox="1"/>
          <p:nvPr/>
        </p:nvSpPr>
        <p:spPr>
          <a:xfrm>
            <a:off x="3495573" y="2426685"/>
            <a:ext cx="100982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b="1" dirty="0">
                <a:solidFill>
                  <a:srgbClr val="FF0000"/>
                </a:solidFill>
              </a:rPr>
              <a:t>* Community reporting</a:t>
            </a:r>
          </a:p>
        </p:txBody>
      </p:sp>
      <p:sp>
        <p:nvSpPr>
          <p:cNvPr id="17693" name="TextBox 17692">
            <a:extLst>
              <a:ext uri="{FF2B5EF4-FFF2-40B4-BE49-F238E27FC236}">
                <a16:creationId xmlns:a16="http://schemas.microsoft.com/office/drawing/2014/main" id="{F4A93986-FFB5-ADCB-9B53-2B6B8BE93C63}"/>
              </a:ext>
            </a:extLst>
          </p:cNvPr>
          <p:cNvSpPr txBox="1"/>
          <p:nvPr/>
        </p:nvSpPr>
        <p:spPr>
          <a:xfrm>
            <a:off x="3579640" y="2527526"/>
            <a:ext cx="9111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IN" sz="500" dirty="0"/>
              <a:t>Report Disease or Water Sample</a:t>
            </a:r>
          </a:p>
          <a:p>
            <a:pPr marL="171450" indent="-171450">
              <a:buFontTx/>
              <a:buChar char="-"/>
            </a:pPr>
            <a:r>
              <a:rPr lang="en-IN" sz="500" dirty="0"/>
              <a:t>Upload Photo ( Disease or Water )</a:t>
            </a:r>
          </a:p>
        </p:txBody>
      </p:sp>
      <p:sp>
        <p:nvSpPr>
          <p:cNvPr id="17694" name="Rectangle 17693">
            <a:extLst>
              <a:ext uri="{FF2B5EF4-FFF2-40B4-BE49-F238E27FC236}">
                <a16:creationId xmlns:a16="http://schemas.microsoft.com/office/drawing/2014/main" id="{7039CD31-6949-AD5A-6B20-DA6CE96F8077}"/>
              </a:ext>
            </a:extLst>
          </p:cNvPr>
          <p:cNvSpPr/>
          <p:nvPr/>
        </p:nvSpPr>
        <p:spPr>
          <a:xfrm>
            <a:off x="3571104" y="2947404"/>
            <a:ext cx="1077458" cy="628744"/>
          </a:xfrm>
          <a:prstGeom prst="rect">
            <a:avLst/>
          </a:prstGeom>
          <a:noFill/>
          <a:ln w="6350"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95" name="TextBox 17694">
            <a:extLst>
              <a:ext uri="{FF2B5EF4-FFF2-40B4-BE49-F238E27FC236}">
                <a16:creationId xmlns:a16="http://schemas.microsoft.com/office/drawing/2014/main" id="{339EBFA5-66CB-658B-5917-81CCF4C5E4F6}"/>
              </a:ext>
            </a:extLst>
          </p:cNvPr>
          <p:cNvSpPr txBox="1"/>
          <p:nvPr/>
        </p:nvSpPr>
        <p:spPr>
          <a:xfrm>
            <a:off x="3502730" y="2925244"/>
            <a:ext cx="100982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b="1" dirty="0">
                <a:solidFill>
                  <a:srgbClr val="FF0000"/>
                </a:solidFill>
              </a:rPr>
              <a:t>* Water Testing </a:t>
            </a:r>
          </a:p>
        </p:txBody>
      </p:sp>
      <p:sp>
        <p:nvSpPr>
          <p:cNvPr id="17696" name="TextBox 17695">
            <a:extLst>
              <a:ext uri="{FF2B5EF4-FFF2-40B4-BE49-F238E27FC236}">
                <a16:creationId xmlns:a16="http://schemas.microsoft.com/office/drawing/2014/main" id="{9F22F49E-653F-F9C5-B64B-2030DF72865F}"/>
              </a:ext>
            </a:extLst>
          </p:cNvPr>
          <p:cNvSpPr txBox="1"/>
          <p:nvPr/>
        </p:nvSpPr>
        <p:spPr>
          <a:xfrm>
            <a:off x="3586797" y="3026085"/>
            <a:ext cx="10343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IN" sz="500" dirty="0"/>
              <a:t>Add water Test </a:t>
            </a:r>
          </a:p>
          <a:p>
            <a:pPr marL="171450" indent="-171450">
              <a:buFontTx/>
              <a:buChar char="-"/>
            </a:pPr>
            <a:r>
              <a:rPr lang="en-IN" sz="500" dirty="0"/>
              <a:t>Add water parameter and test water</a:t>
            </a:r>
          </a:p>
          <a:p>
            <a:pPr marL="171450" indent="-171450">
              <a:buFontTx/>
              <a:buChar char="-"/>
            </a:pPr>
            <a:r>
              <a:rPr lang="en-IN" sz="500" dirty="0"/>
              <a:t>Real time water quality detection</a:t>
            </a:r>
          </a:p>
          <a:p>
            <a:pPr marL="171450" indent="-171450">
              <a:buFontTx/>
              <a:buChar char="-"/>
            </a:pPr>
            <a:r>
              <a:rPr lang="en-IN" sz="500" dirty="0"/>
              <a:t>Upload image ( </a:t>
            </a:r>
            <a:r>
              <a:rPr lang="en-IN" sz="500" dirty="0" err="1"/>
              <a:t>Evidance</a:t>
            </a:r>
            <a:r>
              <a:rPr lang="en-IN" sz="500" dirty="0"/>
              <a:t> )</a:t>
            </a:r>
          </a:p>
        </p:txBody>
      </p:sp>
      <p:sp>
        <p:nvSpPr>
          <p:cNvPr id="17697" name="Rectangle 17696">
            <a:extLst>
              <a:ext uri="{FF2B5EF4-FFF2-40B4-BE49-F238E27FC236}">
                <a16:creationId xmlns:a16="http://schemas.microsoft.com/office/drawing/2014/main" id="{93091B93-F966-183F-06DC-49CCE297EF64}"/>
              </a:ext>
            </a:extLst>
          </p:cNvPr>
          <p:cNvSpPr/>
          <p:nvPr/>
        </p:nvSpPr>
        <p:spPr>
          <a:xfrm>
            <a:off x="3571104" y="3601189"/>
            <a:ext cx="1077458" cy="421259"/>
          </a:xfrm>
          <a:prstGeom prst="rect">
            <a:avLst/>
          </a:prstGeom>
          <a:noFill/>
          <a:ln w="6350"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698" name="TextBox 17697">
            <a:extLst>
              <a:ext uri="{FF2B5EF4-FFF2-40B4-BE49-F238E27FC236}">
                <a16:creationId xmlns:a16="http://schemas.microsoft.com/office/drawing/2014/main" id="{6FBED6D7-8BF2-6C5A-C301-38300EB77D4A}"/>
              </a:ext>
            </a:extLst>
          </p:cNvPr>
          <p:cNvSpPr txBox="1"/>
          <p:nvPr/>
        </p:nvSpPr>
        <p:spPr>
          <a:xfrm>
            <a:off x="3502730" y="3579029"/>
            <a:ext cx="100982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b="1" dirty="0">
                <a:solidFill>
                  <a:srgbClr val="FF0000"/>
                </a:solidFill>
              </a:rPr>
              <a:t>* Health observation  </a:t>
            </a:r>
          </a:p>
        </p:txBody>
      </p:sp>
      <p:sp>
        <p:nvSpPr>
          <p:cNvPr id="17699" name="TextBox 17698">
            <a:extLst>
              <a:ext uri="{FF2B5EF4-FFF2-40B4-BE49-F238E27FC236}">
                <a16:creationId xmlns:a16="http://schemas.microsoft.com/office/drawing/2014/main" id="{C482EDF2-BF0B-2890-616E-6304217500B3}"/>
              </a:ext>
            </a:extLst>
          </p:cNvPr>
          <p:cNvSpPr txBox="1"/>
          <p:nvPr/>
        </p:nvSpPr>
        <p:spPr>
          <a:xfrm>
            <a:off x="3586797" y="3679870"/>
            <a:ext cx="103433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IN" sz="500" dirty="0"/>
              <a:t>Add Health observation of patients .</a:t>
            </a:r>
          </a:p>
          <a:p>
            <a:pPr marL="171450" indent="-171450">
              <a:buFontTx/>
              <a:buChar char="-"/>
            </a:pPr>
            <a:r>
              <a:rPr lang="en-IN" sz="500" dirty="0"/>
              <a:t>Add their health data</a:t>
            </a:r>
          </a:p>
        </p:txBody>
      </p:sp>
      <p:grpSp>
        <p:nvGrpSpPr>
          <p:cNvPr id="17702" name="Group 17701">
            <a:extLst>
              <a:ext uri="{FF2B5EF4-FFF2-40B4-BE49-F238E27FC236}">
                <a16:creationId xmlns:a16="http://schemas.microsoft.com/office/drawing/2014/main" id="{73675DE6-49F7-A5DE-0055-C72A524344CA}"/>
              </a:ext>
            </a:extLst>
          </p:cNvPr>
          <p:cNvGrpSpPr/>
          <p:nvPr/>
        </p:nvGrpSpPr>
        <p:grpSpPr>
          <a:xfrm>
            <a:off x="3590669" y="4333654"/>
            <a:ext cx="645937" cy="501670"/>
            <a:chOff x="3644031" y="4116635"/>
            <a:chExt cx="645937" cy="501670"/>
          </a:xfrm>
        </p:grpSpPr>
        <p:pic>
          <p:nvPicPr>
            <p:cNvPr id="17700" name="Picture 10" descr="Machine learning - Free electronics icons">
              <a:extLst>
                <a:ext uri="{FF2B5EF4-FFF2-40B4-BE49-F238E27FC236}">
                  <a16:creationId xmlns:a16="http://schemas.microsoft.com/office/drawing/2014/main" id="{7F3A1CF4-5FEC-6D53-EF28-6E1843548E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99836" y="4116635"/>
              <a:ext cx="367939" cy="3679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701" name="TextBox 17700">
              <a:extLst>
                <a:ext uri="{FF2B5EF4-FFF2-40B4-BE49-F238E27FC236}">
                  <a16:creationId xmlns:a16="http://schemas.microsoft.com/office/drawing/2014/main" id="{7CDB55BF-EC62-971D-17D6-515CCF22638E}"/>
                </a:ext>
              </a:extLst>
            </p:cNvPr>
            <p:cNvSpPr txBox="1"/>
            <p:nvPr/>
          </p:nvSpPr>
          <p:spPr>
            <a:xfrm>
              <a:off x="3644031" y="4433639"/>
              <a:ext cx="645937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600" dirty="0"/>
                <a:t>ML Model</a:t>
              </a:r>
            </a:p>
          </p:txBody>
        </p:sp>
      </p:grpSp>
      <p:pic>
        <p:nvPicPr>
          <p:cNvPr id="17703" name="Picture 12" descr="Image - Free ui icons">
            <a:extLst>
              <a:ext uri="{FF2B5EF4-FFF2-40B4-BE49-F238E27FC236}">
                <a16:creationId xmlns:a16="http://schemas.microsoft.com/office/drawing/2014/main" id="{4AB9924B-C9BE-77CC-BC60-28C0B9CDC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298" y="4013148"/>
            <a:ext cx="356544" cy="35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704" name="TextBox 17703">
            <a:extLst>
              <a:ext uri="{FF2B5EF4-FFF2-40B4-BE49-F238E27FC236}">
                <a16:creationId xmlns:a16="http://schemas.microsoft.com/office/drawing/2014/main" id="{C277F78A-058B-747F-B485-575F389F83BB}"/>
              </a:ext>
            </a:extLst>
          </p:cNvPr>
          <p:cNvSpPr txBox="1"/>
          <p:nvPr/>
        </p:nvSpPr>
        <p:spPr>
          <a:xfrm>
            <a:off x="4243883" y="4278265"/>
            <a:ext cx="36909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00" dirty="0"/>
              <a:t>Image</a:t>
            </a:r>
          </a:p>
        </p:txBody>
      </p:sp>
      <p:grpSp>
        <p:nvGrpSpPr>
          <p:cNvPr id="17715" name="Group 17714">
            <a:extLst>
              <a:ext uri="{FF2B5EF4-FFF2-40B4-BE49-F238E27FC236}">
                <a16:creationId xmlns:a16="http://schemas.microsoft.com/office/drawing/2014/main" id="{648BB02D-1A9A-F030-8933-4EC9F7E0E3C1}"/>
              </a:ext>
            </a:extLst>
          </p:cNvPr>
          <p:cNvGrpSpPr/>
          <p:nvPr/>
        </p:nvGrpSpPr>
        <p:grpSpPr>
          <a:xfrm>
            <a:off x="4048165" y="4382822"/>
            <a:ext cx="252360" cy="170280"/>
            <a:chOff x="4108390" y="4382822"/>
            <a:chExt cx="252360" cy="17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7711" name="Ink 17710">
                  <a:extLst>
                    <a:ext uri="{FF2B5EF4-FFF2-40B4-BE49-F238E27FC236}">
                      <a16:creationId xmlns:a16="http://schemas.microsoft.com/office/drawing/2014/main" id="{CAE68FC5-184B-2512-22D3-90F5CD1DC46E}"/>
                    </a:ext>
                  </a:extLst>
                </p14:cNvPr>
                <p14:cNvContentPartPr/>
                <p14:nvPr/>
              </p14:nvContentPartPr>
              <p14:xfrm>
                <a:off x="4111270" y="4382822"/>
                <a:ext cx="249480" cy="147960"/>
              </p14:xfrm>
            </p:contentPart>
          </mc:Choice>
          <mc:Fallback xmlns="">
            <p:pic>
              <p:nvPicPr>
                <p:cNvPr id="17711" name="Ink 17710">
                  <a:extLst>
                    <a:ext uri="{FF2B5EF4-FFF2-40B4-BE49-F238E27FC236}">
                      <a16:creationId xmlns:a16="http://schemas.microsoft.com/office/drawing/2014/main" id="{CAE68FC5-184B-2512-22D3-90F5CD1DC46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106950" y="4378502"/>
                  <a:ext cx="2581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7714" name="Ink 17713">
                  <a:extLst>
                    <a:ext uri="{FF2B5EF4-FFF2-40B4-BE49-F238E27FC236}">
                      <a16:creationId xmlns:a16="http://schemas.microsoft.com/office/drawing/2014/main" id="{3B9D9E38-41A5-F012-23A1-9DCEE643F142}"/>
                    </a:ext>
                  </a:extLst>
                </p14:cNvPr>
                <p14:cNvContentPartPr/>
                <p14:nvPr/>
              </p14:nvContentPartPr>
              <p14:xfrm>
                <a:off x="4108390" y="4507382"/>
                <a:ext cx="35280" cy="45720"/>
              </p14:xfrm>
            </p:contentPart>
          </mc:Choice>
          <mc:Fallback xmlns="">
            <p:pic>
              <p:nvPicPr>
                <p:cNvPr id="17714" name="Ink 17713">
                  <a:extLst>
                    <a:ext uri="{FF2B5EF4-FFF2-40B4-BE49-F238E27FC236}">
                      <a16:creationId xmlns:a16="http://schemas.microsoft.com/office/drawing/2014/main" id="{3B9D9E38-41A5-F012-23A1-9DCEE643F14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104070" y="4503062"/>
                  <a:ext cx="4392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18" name="Group 17717">
            <a:extLst>
              <a:ext uri="{FF2B5EF4-FFF2-40B4-BE49-F238E27FC236}">
                <a16:creationId xmlns:a16="http://schemas.microsoft.com/office/drawing/2014/main" id="{736DD840-3C4E-8DFA-AC2F-008BBF72D6E2}"/>
              </a:ext>
            </a:extLst>
          </p:cNvPr>
          <p:cNvGrpSpPr/>
          <p:nvPr/>
        </p:nvGrpSpPr>
        <p:grpSpPr>
          <a:xfrm>
            <a:off x="4036645" y="4597742"/>
            <a:ext cx="284760" cy="343440"/>
            <a:chOff x="4096870" y="4597742"/>
            <a:chExt cx="284760" cy="34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7716" name="Ink 17715">
                  <a:extLst>
                    <a:ext uri="{FF2B5EF4-FFF2-40B4-BE49-F238E27FC236}">
                      <a16:creationId xmlns:a16="http://schemas.microsoft.com/office/drawing/2014/main" id="{5E8AE098-17E8-0A53-D17D-E6C7DB0C7739}"/>
                    </a:ext>
                  </a:extLst>
                </p14:cNvPr>
                <p14:cNvContentPartPr/>
                <p14:nvPr/>
              </p14:nvContentPartPr>
              <p14:xfrm>
                <a:off x="4096870" y="4597742"/>
                <a:ext cx="276840" cy="337680"/>
              </p14:xfrm>
            </p:contentPart>
          </mc:Choice>
          <mc:Fallback xmlns="">
            <p:pic>
              <p:nvPicPr>
                <p:cNvPr id="17716" name="Ink 17715">
                  <a:extLst>
                    <a:ext uri="{FF2B5EF4-FFF2-40B4-BE49-F238E27FC236}">
                      <a16:creationId xmlns:a16="http://schemas.microsoft.com/office/drawing/2014/main" id="{5E8AE098-17E8-0A53-D17D-E6C7DB0C773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092550" y="4593422"/>
                  <a:ext cx="28548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7717" name="Ink 17716">
                  <a:extLst>
                    <a:ext uri="{FF2B5EF4-FFF2-40B4-BE49-F238E27FC236}">
                      <a16:creationId xmlns:a16="http://schemas.microsoft.com/office/drawing/2014/main" id="{B7171876-0200-1021-0A4E-F971198E1351}"/>
                    </a:ext>
                  </a:extLst>
                </p14:cNvPr>
                <p14:cNvContentPartPr/>
                <p14:nvPr/>
              </p14:nvContentPartPr>
              <p14:xfrm>
                <a:off x="4341310" y="4915622"/>
                <a:ext cx="40320" cy="25560"/>
              </p14:xfrm>
            </p:contentPart>
          </mc:Choice>
          <mc:Fallback xmlns="">
            <p:pic>
              <p:nvPicPr>
                <p:cNvPr id="17717" name="Ink 17716">
                  <a:extLst>
                    <a:ext uri="{FF2B5EF4-FFF2-40B4-BE49-F238E27FC236}">
                      <a16:creationId xmlns:a16="http://schemas.microsoft.com/office/drawing/2014/main" id="{B7171876-0200-1021-0A4E-F971198E135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336990" y="4911302"/>
                  <a:ext cx="48960" cy="342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7728" name="Picture 14" descr="Water Quality Vector Art, Icons, and Graphics for Free Download">
            <a:extLst>
              <a:ext uri="{FF2B5EF4-FFF2-40B4-BE49-F238E27FC236}">
                <a16:creationId xmlns:a16="http://schemas.microsoft.com/office/drawing/2014/main" id="{6494D921-A9E7-5C99-869E-95D18BF80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879" y="4879912"/>
            <a:ext cx="363666" cy="363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729" name="TextBox 17728">
            <a:extLst>
              <a:ext uri="{FF2B5EF4-FFF2-40B4-BE49-F238E27FC236}">
                <a16:creationId xmlns:a16="http://schemas.microsoft.com/office/drawing/2014/main" id="{8A39FB6D-CC0C-8578-82EF-D621074C30CF}"/>
              </a:ext>
            </a:extLst>
          </p:cNvPr>
          <p:cNvSpPr txBox="1"/>
          <p:nvPr/>
        </p:nvSpPr>
        <p:spPr>
          <a:xfrm>
            <a:off x="4078395" y="4935422"/>
            <a:ext cx="3853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00" dirty="0"/>
              <a:t>Water Quality</a:t>
            </a:r>
          </a:p>
        </p:txBody>
      </p:sp>
      <p:sp>
        <p:nvSpPr>
          <p:cNvPr id="17731" name="Rectangle 17730">
            <a:extLst>
              <a:ext uri="{FF2B5EF4-FFF2-40B4-BE49-F238E27FC236}">
                <a16:creationId xmlns:a16="http://schemas.microsoft.com/office/drawing/2014/main" id="{DCF3140E-600E-1351-0ADF-E4065F72A4BA}"/>
              </a:ext>
            </a:extLst>
          </p:cNvPr>
          <p:cNvSpPr/>
          <p:nvPr/>
        </p:nvSpPr>
        <p:spPr>
          <a:xfrm>
            <a:off x="4688172" y="1637101"/>
            <a:ext cx="1018324" cy="798201"/>
          </a:xfrm>
          <a:prstGeom prst="rect">
            <a:avLst/>
          </a:prstGeom>
          <a:noFill/>
          <a:ln w="6350"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732" name="TextBox 17731">
            <a:extLst>
              <a:ext uri="{FF2B5EF4-FFF2-40B4-BE49-F238E27FC236}">
                <a16:creationId xmlns:a16="http://schemas.microsoft.com/office/drawing/2014/main" id="{1D556458-3F05-F845-FF5B-4D871886E70D}"/>
              </a:ext>
            </a:extLst>
          </p:cNvPr>
          <p:cNvSpPr txBox="1"/>
          <p:nvPr/>
        </p:nvSpPr>
        <p:spPr>
          <a:xfrm>
            <a:off x="4635319" y="1612674"/>
            <a:ext cx="100982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b="1" dirty="0">
                <a:solidFill>
                  <a:srgbClr val="FF0000"/>
                </a:solidFill>
              </a:rPr>
              <a:t>* View </a:t>
            </a:r>
            <a:r>
              <a:rPr lang="en-IN" sz="600" b="1" dirty="0">
                <a:solidFill>
                  <a:srgbClr val="00B0F0"/>
                </a:solidFill>
              </a:rPr>
              <a:t>Personal</a:t>
            </a:r>
            <a:r>
              <a:rPr lang="en-IN" sz="600" b="1" dirty="0">
                <a:solidFill>
                  <a:srgbClr val="FF0000"/>
                </a:solidFill>
              </a:rPr>
              <a:t> Analytics</a:t>
            </a:r>
          </a:p>
        </p:txBody>
      </p:sp>
      <p:sp>
        <p:nvSpPr>
          <p:cNvPr id="17733" name="TextBox 17732">
            <a:extLst>
              <a:ext uri="{FF2B5EF4-FFF2-40B4-BE49-F238E27FC236}">
                <a16:creationId xmlns:a16="http://schemas.microsoft.com/office/drawing/2014/main" id="{F61F4334-8868-3DCD-CBC5-3AF8E49F9931}"/>
              </a:ext>
            </a:extLst>
          </p:cNvPr>
          <p:cNvSpPr txBox="1"/>
          <p:nvPr/>
        </p:nvSpPr>
        <p:spPr>
          <a:xfrm>
            <a:off x="4623015" y="1691995"/>
            <a:ext cx="11475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IN" sz="600" dirty="0"/>
              <a:t>Health score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Upcoming Appointments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Health tips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Nearby Services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Last checkup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Family members</a:t>
            </a:r>
          </a:p>
          <a:p>
            <a:pPr marL="171450" indent="-171450">
              <a:buFontTx/>
              <a:buChar char="-"/>
            </a:pPr>
            <a:r>
              <a:rPr lang="en-IN" sz="600" dirty="0"/>
              <a:t>Notifications</a:t>
            </a:r>
          </a:p>
        </p:txBody>
      </p:sp>
      <p:sp>
        <p:nvSpPr>
          <p:cNvPr id="17734" name="Rectangle 17733">
            <a:extLst>
              <a:ext uri="{FF2B5EF4-FFF2-40B4-BE49-F238E27FC236}">
                <a16:creationId xmlns:a16="http://schemas.microsoft.com/office/drawing/2014/main" id="{02D03418-0304-C675-232A-BAF7EE15D4FF}"/>
              </a:ext>
            </a:extLst>
          </p:cNvPr>
          <p:cNvSpPr/>
          <p:nvPr/>
        </p:nvSpPr>
        <p:spPr>
          <a:xfrm>
            <a:off x="4684080" y="2462326"/>
            <a:ext cx="1022416" cy="397179"/>
          </a:xfrm>
          <a:prstGeom prst="rect">
            <a:avLst/>
          </a:prstGeom>
          <a:noFill/>
          <a:ln w="6350"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735" name="TextBox 17734">
            <a:extLst>
              <a:ext uri="{FF2B5EF4-FFF2-40B4-BE49-F238E27FC236}">
                <a16:creationId xmlns:a16="http://schemas.microsoft.com/office/drawing/2014/main" id="{813DADB5-F9D3-7AEE-6583-9A4EF08B98A4}"/>
              </a:ext>
            </a:extLst>
          </p:cNvPr>
          <p:cNvSpPr txBox="1"/>
          <p:nvPr/>
        </p:nvSpPr>
        <p:spPr>
          <a:xfrm>
            <a:off x="4615706" y="2440166"/>
            <a:ext cx="100982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b="1" dirty="0">
                <a:solidFill>
                  <a:srgbClr val="FF0000"/>
                </a:solidFill>
              </a:rPr>
              <a:t>* Family Management</a:t>
            </a:r>
          </a:p>
        </p:txBody>
      </p:sp>
      <p:sp>
        <p:nvSpPr>
          <p:cNvPr id="17736" name="TextBox 17735">
            <a:extLst>
              <a:ext uri="{FF2B5EF4-FFF2-40B4-BE49-F238E27FC236}">
                <a16:creationId xmlns:a16="http://schemas.microsoft.com/office/drawing/2014/main" id="{535058BB-D9F8-24F8-0AFA-3D72357F922E}"/>
              </a:ext>
            </a:extLst>
          </p:cNvPr>
          <p:cNvSpPr txBox="1"/>
          <p:nvPr/>
        </p:nvSpPr>
        <p:spPr>
          <a:xfrm>
            <a:off x="4699773" y="2541007"/>
            <a:ext cx="91110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IN" sz="500" dirty="0"/>
              <a:t>Add Family Members</a:t>
            </a:r>
          </a:p>
          <a:p>
            <a:pPr marL="171450" indent="-171450">
              <a:buFontTx/>
              <a:buChar char="-"/>
            </a:pPr>
            <a:r>
              <a:rPr lang="en-IN" sz="500" dirty="0"/>
              <a:t>Add </a:t>
            </a:r>
            <a:r>
              <a:rPr lang="en-IN" sz="500" dirty="0" err="1"/>
              <a:t>Healt</a:t>
            </a:r>
            <a:r>
              <a:rPr lang="en-IN" sz="500" dirty="0"/>
              <a:t> record </a:t>
            </a:r>
          </a:p>
          <a:p>
            <a:pPr marL="171450" indent="-171450">
              <a:buFontTx/>
              <a:buChar char="-"/>
            </a:pPr>
            <a:r>
              <a:rPr lang="en-IN" sz="500" dirty="0"/>
              <a:t>Report a disease </a:t>
            </a:r>
          </a:p>
        </p:txBody>
      </p:sp>
      <p:pic>
        <p:nvPicPr>
          <p:cNvPr id="17737" name="Picture 16" descr="Counseling, family, manage, marriage, therapy icon - Download on Iconfinder">
            <a:extLst>
              <a:ext uri="{FF2B5EF4-FFF2-40B4-BE49-F238E27FC236}">
                <a16:creationId xmlns:a16="http://schemas.microsoft.com/office/drawing/2014/main" id="{2AB51F61-DD88-0190-32E4-331D34126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822" y="2882082"/>
            <a:ext cx="466836" cy="466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7739" name="Ink 17738">
                <a:extLst>
                  <a:ext uri="{FF2B5EF4-FFF2-40B4-BE49-F238E27FC236}">
                    <a16:creationId xmlns:a16="http://schemas.microsoft.com/office/drawing/2014/main" id="{B18238F8-A862-F241-EF64-6EE15C716525}"/>
                  </a:ext>
                </a:extLst>
              </p14:cNvPr>
              <p14:cNvContentPartPr/>
              <p14:nvPr/>
            </p14:nvContentPartPr>
            <p14:xfrm>
              <a:off x="5130265" y="3305875"/>
              <a:ext cx="413280" cy="146520"/>
            </p14:xfrm>
          </p:contentPart>
        </mc:Choice>
        <mc:Fallback>
          <p:pic>
            <p:nvPicPr>
              <p:cNvPr id="17739" name="Ink 17738">
                <a:extLst>
                  <a:ext uri="{FF2B5EF4-FFF2-40B4-BE49-F238E27FC236}">
                    <a16:creationId xmlns:a16="http://schemas.microsoft.com/office/drawing/2014/main" id="{B18238F8-A862-F241-EF64-6EE15C716525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5125941" y="3301544"/>
                <a:ext cx="421928" cy="155181"/>
              </a:xfrm>
              <a:prstGeom prst="rect">
                <a:avLst/>
              </a:prstGeom>
            </p:spPr>
          </p:pic>
        </mc:Fallback>
      </mc:AlternateContent>
      <p:sp>
        <p:nvSpPr>
          <p:cNvPr id="17752" name="Cylinder 17751">
            <a:extLst>
              <a:ext uri="{FF2B5EF4-FFF2-40B4-BE49-F238E27FC236}">
                <a16:creationId xmlns:a16="http://schemas.microsoft.com/office/drawing/2014/main" id="{96F75F5C-EB14-97C4-CBE6-6068D380BFBF}"/>
              </a:ext>
            </a:extLst>
          </p:cNvPr>
          <p:cNvSpPr/>
          <p:nvPr/>
        </p:nvSpPr>
        <p:spPr>
          <a:xfrm>
            <a:off x="4755598" y="3507946"/>
            <a:ext cx="259512" cy="155520"/>
          </a:xfrm>
          <a:prstGeom prst="ca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7758" name="Ink 17757">
                <a:extLst>
                  <a:ext uri="{FF2B5EF4-FFF2-40B4-BE49-F238E27FC236}">
                    <a16:creationId xmlns:a16="http://schemas.microsoft.com/office/drawing/2014/main" id="{C2FB82D1-6598-842A-DAE6-FD0E938DE39B}"/>
                  </a:ext>
                </a:extLst>
              </p14:cNvPr>
              <p14:cNvContentPartPr/>
              <p14:nvPr/>
            </p14:nvContentPartPr>
            <p14:xfrm>
              <a:off x="5258262" y="3471323"/>
              <a:ext cx="37800" cy="34200"/>
            </p14:xfrm>
          </p:contentPart>
        </mc:Choice>
        <mc:Fallback>
          <p:pic>
            <p:nvPicPr>
              <p:cNvPr id="17758" name="Ink 17757">
                <a:extLst>
                  <a:ext uri="{FF2B5EF4-FFF2-40B4-BE49-F238E27FC236}">
                    <a16:creationId xmlns:a16="http://schemas.microsoft.com/office/drawing/2014/main" id="{C2FB82D1-6598-842A-DAE6-FD0E938DE39B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5253942" y="3467003"/>
                <a:ext cx="46440" cy="4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764" name="Group 17763">
            <a:extLst>
              <a:ext uri="{FF2B5EF4-FFF2-40B4-BE49-F238E27FC236}">
                <a16:creationId xmlns:a16="http://schemas.microsoft.com/office/drawing/2014/main" id="{C4D1B865-CF6A-D45F-F382-A5575717104F}"/>
              </a:ext>
            </a:extLst>
          </p:cNvPr>
          <p:cNvGrpSpPr/>
          <p:nvPr/>
        </p:nvGrpSpPr>
        <p:grpSpPr>
          <a:xfrm>
            <a:off x="4811862" y="3570683"/>
            <a:ext cx="98280" cy="54720"/>
            <a:chOff x="4872087" y="3570683"/>
            <a:chExt cx="98280" cy="5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7759" name="Ink 17758">
                  <a:extLst>
                    <a:ext uri="{FF2B5EF4-FFF2-40B4-BE49-F238E27FC236}">
                      <a16:creationId xmlns:a16="http://schemas.microsoft.com/office/drawing/2014/main" id="{134A8780-8790-EA8D-8125-51E94A81871D}"/>
                    </a:ext>
                  </a:extLst>
                </p14:cNvPr>
                <p14:cNvContentPartPr/>
                <p14:nvPr/>
              </p14:nvContentPartPr>
              <p14:xfrm>
                <a:off x="4874607" y="3578243"/>
                <a:ext cx="2880" cy="37080"/>
              </p14:xfrm>
            </p:contentPart>
          </mc:Choice>
          <mc:Fallback xmlns="">
            <p:pic>
              <p:nvPicPr>
                <p:cNvPr id="17759" name="Ink 17758">
                  <a:extLst>
                    <a:ext uri="{FF2B5EF4-FFF2-40B4-BE49-F238E27FC236}">
                      <a16:creationId xmlns:a16="http://schemas.microsoft.com/office/drawing/2014/main" id="{134A8780-8790-EA8D-8125-51E94A81871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870287" y="3573923"/>
                  <a:ext cx="115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7760" name="Ink 17759">
                  <a:extLst>
                    <a:ext uri="{FF2B5EF4-FFF2-40B4-BE49-F238E27FC236}">
                      <a16:creationId xmlns:a16="http://schemas.microsoft.com/office/drawing/2014/main" id="{5E74FA5D-C8FA-35D8-176E-B43DC8BB7EE7}"/>
                    </a:ext>
                  </a:extLst>
                </p14:cNvPr>
                <p14:cNvContentPartPr/>
                <p14:nvPr/>
              </p14:nvContentPartPr>
              <p14:xfrm>
                <a:off x="4872087" y="3572123"/>
                <a:ext cx="40680" cy="42480"/>
              </p14:xfrm>
            </p:contentPart>
          </mc:Choice>
          <mc:Fallback xmlns="">
            <p:pic>
              <p:nvPicPr>
                <p:cNvPr id="17760" name="Ink 17759">
                  <a:extLst>
                    <a:ext uri="{FF2B5EF4-FFF2-40B4-BE49-F238E27FC236}">
                      <a16:creationId xmlns:a16="http://schemas.microsoft.com/office/drawing/2014/main" id="{5E74FA5D-C8FA-35D8-176E-B43DC8BB7EE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867767" y="3567803"/>
                  <a:ext cx="493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7761" name="Ink 17760">
                  <a:extLst>
                    <a:ext uri="{FF2B5EF4-FFF2-40B4-BE49-F238E27FC236}">
                      <a16:creationId xmlns:a16="http://schemas.microsoft.com/office/drawing/2014/main" id="{F4DEBB25-FEBB-9FD5-F63A-226DBCE9E5D7}"/>
                    </a:ext>
                  </a:extLst>
                </p14:cNvPr>
                <p14:cNvContentPartPr/>
                <p14:nvPr/>
              </p14:nvContentPartPr>
              <p14:xfrm>
                <a:off x="4926807" y="3577883"/>
                <a:ext cx="6120" cy="38880"/>
              </p14:xfrm>
            </p:contentPart>
          </mc:Choice>
          <mc:Fallback xmlns="">
            <p:pic>
              <p:nvPicPr>
                <p:cNvPr id="17761" name="Ink 17760">
                  <a:extLst>
                    <a:ext uri="{FF2B5EF4-FFF2-40B4-BE49-F238E27FC236}">
                      <a16:creationId xmlns:a16="http://schemas.microsoft.com/office/drawing/2014/main" id="{F4DEBB25-FEBB-9FD5-F63A-226DBCE9E5D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922487" y="3573563"/>
                  <a:ext cx="147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7763" name="Ink 17762">
                  <a:extLst>
                    <a:ext uri="{FF2B5EF4-FFF2-40B4-BE49-F238E27FC236}">
                      <a16:creationId xmlns:a16="http://schemas.microsoft.com/office/drawing/2014/main" id="{427DA45C-BA1E-5AFD-8106-9464F8B7F2B6}"/>
                    </a:ext>
                  </a:extLst>
                </p14:cNvPr>
                <p14:cNvContentPartPr/>
                <p14:nvPr/>
              </p14:nvContentPartPr>
              <p14:xfrm>
                <a:off x="4918887" y="3570683"/>
                <a:ext cx="51480" cy="54720"/>
              </p14:xfrm>
            </p:contentPart>
          </mc:Choice>
          <mc:Fallback xmlns="">
            <p:pic>
              <p:nvPicPr>
                <p:cNvPr id="17763" name="Ink 17762">
                  <a:extLst>
                    <a:ext uri="{FF2B5EF4-FFF2-40B4-BE49-F238E27FC236}">
                      <a16:creationId xmlns:a16="http://schemas.microsoft.com/office/drawing/2014/main" id="{427DA45C-BA1E-5AFD-8106-9464F8B7F2B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914567" y="3566363"/>
                  <a:ext cx="60120" cy="6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89" name="Group 17788">
            <a:extLst>
              <a:ext uri="{FF2B5EF4-FFF2-40B4-BE49-F238E27FC236}">
                <a16:creationId xmlns:a16="http://schemas.microsoft.com/office/drawing/2014/main" id="{5AE605D3-EC82-373E-9281-10D615F4AAB4}"/>
              </a:ext>
            </a:extLst>
          </p:cNvPr>
          <p:cNvGrpSpPr/>
          <p:nvPr/>
        </p:nvGrpSpPr>
        <p:grpSpPr>
          <a:xfrm>
            <a:off x="4621133" y="3935989"/>
            <a:ext cx="1087153" cy="346219"/>
            <a:chOff x="4688995" y="3688594"/>
            <a:chExt cx="1087153" cy="346219"/>
          </a:xfrm>
        </p:grpSpPr>
        <p:sp>
          <p:nvSpPr>
            <p:cNvPr id="17786" name="Rectangle 17785">
              <a:extLst>
                <a:ext uri="{FF2B5EF4-FFF2-40B4-BE49-F238E27FC236}">
                  <a16:creationId xmlns:a16="http://schemas.microsoft.com/office/drawing/2014/main" id="{CF364DE0-0188-47C4-2678-DD4DC221F5CB}"/>
                </a:ext>
              </a:extLst>
            </p:cNvPr>
            <p:cNvSpPr/>
            <p:nvPr/>
          </p:nvSpPr>
          <p:spPr>
            <a:xfrm>
              <a:off x="4753732" y="3721122"/>
              <a:ext cx="1022416" cy="303237"/>
            </a:xfrm>
            <a:prstGeom prst="rect">
              <a:avLst/>
            </a:prstGeom>
            <a:noFill/>
            <a:ln w="6350"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787" name="TextBox 17786">
              <a:extLst>
                <a:ext uri="{FF2B5EF4-FFF2-40B4-BE49-F238E27FC236}">
                  <a16:creationId xmlns:a16="http://schemas.microsoft.com/office/drawing/2014/main" id="{3679F5A3-C097-871F-4072-CDCA908653CA}"/>
                </a:ext>
              </a:extLst>
            </p:cNvPr>
            <p:cNvSpPr txBox="1"/>
            <p:nvPr/>
          </p:nvSpPr>
          <p:spPr>
            <a:xfrm>
              <a:off x="4688995" y="3688594"/>
              <a:ext cx="10098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600" b="1" dirty="0">
                  <a:solidFill>
                    <a:srgbClr val="FF0000"/>
                  </a:solidFill>
                </a:rPr>
                <a:t>* Health Queries	</a:t>
              </a:r>
            </a:p>
          </p:txBody>
        </p:sp>
        <p:sp>
          <p:nvSpPr>
            <p:cNvPr id="17788" name="TextBox 17787">
              <a:extLst>
                <a:ext uri="{FF2B5EF4-FFF2-40B4-BE49-F238E27FC236}">
                  <a16:creationId xmlns:a16="http://schemas.microsoft.com/office/drawing/2014/main" id="{D9244689-BA34-0291-A433-CCD71172C3B2}"/>
                </a:ext>
              </a:extLst>
            </p:cNvPr>
            <p:cNvSpPr txBox="1"/>
            <p:nvPr/>
          </p:nvSpPr>
          <p:spPr>
            <a:xfrm>
              <a:off x="4765425" y="3788592"/>
              <a:ext cx="91110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Tx/>
                <a:buChar char="-"/>
              </a:pPr>
              <a:r>
                <a:rPr lang="en-IN" sz="500" dirty="0"/>
                <a:t>Ask Question</a:t>
              </a:r>
            </a:p>
            <a:p>
              <a:pPr marL="171450" indent="-171450">
                <a:buFontTx/>
                <a:buChar char="-"/>
              </a:pPr>
              <a:r>
                <a:rPr lang="en-IN" sz="500" dirty="0"/>
                <a:t>Submit any queries</a:t>
              </a:r>
            </a:p>
          </p:txBody>
        </p:sp>
      </p:grpSp>
      <p:pic>
        <p:nvPicPr>
          <p:cNvPr id="17790" name="Picture 2" descr="Voice Icon Vector Art, Icons, and Graphics for Free Download">
            <a:extLst>
              <a:ext uri="{FF2B5EF4-FFF2-40B4-BE49-F238E27FC236}">
                <a16:creationId xmlns:a16="http://schemas.microsoft.com/office/drawing/2014/main" id="{2EED2400-4500-5742-4EBA-1CA195A143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2">
            <a:extLst>
              <a:ext uri="{BEBA8EAE-BF5A-486C-A8C5-ECC9F3942E4B}">
                <a14:imgProps xmlns:a14="http://schemas.microsoft.com/office/drawing/2010/main">
                  <a14:imgLayer r:embed="rId103">
                    <a14:imgEffect>
                      <a14:backgroundRemoval t="10000" b="90000" l="10000" r="90000">
                        <a14:foregroundMark x1="67653" y1="56429" x2="67653" y2="56429"/>
                        <a14:foregroundMark x1="71429" y1="61122" x2="64490" y2="53469"/>
                        <a14:foregroundMark x1="72755" y1="59592" x2="70816" y2="60408"/>
                        <a14:foregroundMark x1="71633" y1="58571" x2="73265" y2="49286"/>
                        <a14:foregroundMark x1="67959" y1="44796" x2="40612" y2="8806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287640" y="3500072"/>
            <a:ext cx="444845" cy="42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7753" name="Ink 17752">
                <a:extLst>
                  <a:ext uri="{FF2B5EF4-FFF2-40B4-BE49-F238E27FC236}">
                    <a16:creationId xmlns:a16="http://schemas.microsoft.com/office/drawing/2014/main" id="{BFB0D990-739C-30D8-67E4-2EC439781607}"/>
                  </a:ext>
                </a:extLst>
              </p14:cNvPr>
              <p14:cNvContentPartPr/>
              <p14:nvPr/>
            </p14:nvContentPartPr>
            <p14:xfrm>
              <a:off x="5041542" y="3474563"/>
              <a:ext cx="249840" cy="114840"/>
            </p14:xfrm>
          </p:contentPart>
        </mc:Choice>
        <mc:Fallback>
          <p:pic>
            <p:nvPicPr>
              <p:cNvPr id="17753" name="Ink 17752">
                <a:extLst>
                  <a:ext uri="{FF2B5EF4-FFF2-40B4-BE49-F238E27FC236}">
                    <a16:creationId xmlns:a16="http://schemas.microsoft.com/office/drawing/2014/main" id="{BFB0D990-739C-30D8-67E4-2EC439781607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5037222" y="3470243"/>
                <a:ext cx="25848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7754" name="Ink 17753">
                <a:extLst>
                  <a:ext uri="{FF2B5EF4-FFF2-40B4-BE49-F238E27FC236}">
                    <a16:creationId xmlns:a16="http://schemas.microsoft.com/office/drawing/2014/main" id="{ED7B1889-332E-2D70-4D7F-1C9071547D70}"/>
                  </a:ext>
                </a:extLst>
              </p14:cNvPr>
              <p14:cNvContentPartPr/>
              <p14:nvPr/>
            </p14:nvContentPartPr>
            <p14:xfrm>
              <a:off x="5025702" y="3567083"/>
              <a:ext cx="34200" cy="24840"/>
            </p14:xfrm>
          </p:contentPart>
        </mc:Choice>
        <mc:Fallback>
          <p:pic>
            <p:nvPicPr>
              <p:cNvPr id="17754" name="Ink 17753">
                <a:extLst>
                  <a:ext uri="{FF2B5EF4-FFF2-40B4-BE49-F238E27FC236}">
                    <a16:creationId xmlns:a16="http://schemas.microsoft.com/office/drawing/2014/main" id="{ED7B1889-332E-2D70-4D7F-1C9071547D70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5021382" y="3562763"/>
                <a:ext cx="4284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7755" name="Ink 17754">
                <a:extLst>
                  <a:ext uri="{FF2B5EF4-FFF2-40B4-BE49-F238E27FC236}">
                    <a16:creationId xmlns:a16="http://schemas.microsoft.com/office/drawing/2014/main" id="{C193A7AE-57DC-A58D-5B9F-9FBC23D5A894}"/>
                  </a:ext>
                </a:extLst>
              </p14:cNvPr>
              <p14:cNvContentPartPr/>
              <p14:nvPr/>
            </p14:nvContentPartPr>
            <p14:xfrm>
              <a:off x="5033622" y="3591203"/>
              <a:ext cx="20880" cy="5400"/>
            </p14:xfrm>
          </p:contentPart>
        </mc:Choice>
        <mc:Fallback>
          <p:pic>
            <p:nvPicPr>
              <p:cNvPr id="17755" name="Ink 17754">
                <a:extLst>
                  <a:ext uri="{FF2B5EF4-FFF2-40B4-BE49-F238E27FC236}">
                    <a16:creationId xmlns:a16="http://schemas.microsoft.com/office/drawing/2014/main" id="{C193A7AE-57DC-A58D-5B9F-9FBC23D5A894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5029375" y="3586883"/>
                <a:ext cx="29374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7793" name="Ink 17792">
                <a:extLst>
                  <a:ext uri="{FF2B5EF4-FFF2-40B4-BE49-F238E27FC236}">
                    <a16:creationId xmlns:a16="http://schemas.microsoft.com/office/drawing/2014/main" id="{A81CAF73-CA9F-DFF5-D597-E1F5FC960F5E}"/>
                  </a:ext>
                </a:extLst>
              </p14:cNvPr>
              <p14:cNvContentPartPr/>
              <p14:nvPr/>
            </p14:nvContentPartPr>
            <p14:xfrm>
              <a:off x="5261916" y="3479859"/>
              <a:ext cx="74160" cy="232920"/>
            </p14:xfrm>
          </p:contentPart>
        </mc:Choice>
        <mc:Fallback>
          <p:pic>
            <p:nvPicPr>
              <p:cNvPr id="17793" name="Ink 17792">
                <a:extLst>
                  <a:ext uri="{FF2B5EF4-FFF2-40B4-BE49-F238E27FC236}">
                    <a16:creationId xmlns:a16="http://schemas.microsoft.com/office/drawing/2014/main" id="{A81CAF73-CA9F-DFF5-D597-E1F5FC960F5E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5257596" y="3475539"/>
                <a:ext cx="8280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7794" name="Ink 17793">
                <a:extLst>
                  <a:ext uri="{FF2B5EF4-FFF2-40B4-BE49-F238E27FC236}">
                    <a16:creationId xmlns:a16="http://schemas.microsoft.com/office/drawing/2014/main" id="{C71907D9-AB65-F752-BAD7-6FCCA7AFB278}"/>
                  </a:ext>
                </a:extLst>
              </p14:cNvPr>
              <p14:cNvContentPartPr/>
              <p14:nvPr/>
            </p14:nvContentPartPr>
            <p14:xfrm>
              <a:off x="5326716" y="3696579"/>
              <a:ext cx="20160" cy="32040"/>
            </p14:xfrm>
          </p:contentPart>
        </mc:Choice>
        <mc:Fallback>
          <p:pic>
            <p:nvPicPr>
              <p:cNvPr id="17794" name="Ink 17793">
                <a:extLst>
                  <a:ext uri="{FF2B5EF4-FFF2-40B4-BE49-F238E27FC236}">
                    <a16:creationId xmlns:a16="http://schemas.microsoft.com/office/drawing/2014/main" id="{C71907D9-AB65-F752-BAD7-6FCCA7AFB278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5322396" y="3692307"/>
                <a:ext cx="28800" cy="40584"/>
              </a:xfrm>
              <a:prstGeom prst="rect">
                <a:avLst/>
              </a:prstGeom>
            </p:spPr>
          </p:pic>
        </mc:Fallback>
      </mc:AlternateContent>
      <p:grpSp>
        <p:nvGrpSpPr>
          <p:cNvPr id="17799" name="Group 17798">
            <a:extLst>
              <a:ext uri="{FF2B5EF4-FFF2-40B4-BE49-F238E27FC236}">
                <a16:creationId xmlns:a16="http://schemas.microsoft.com/office/drawing/2014/main" id="{C2CAED25-B031-1DEF-2533-40188E06DE54}"/>
              </a:ext>
            </a:extLst>
          </p:cNvPr>
          <p:cNvGrpSpPr/>
          <p:nvPr/>
        </p:nvGrpSpPr>
        <p:grpSpPr>
          <a:xfrm>
            <a:off x="5142865" y="3057475"/>
            <a:ext cx="270888" cy="440744"/>
            <a:chOff x="5203090" y="3057475"/>
            <a:chExt cx="270888" cy="440744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7740" name="Ink 17739">
                  <a:extLst>
                    <a:ext uri="{FF2B5EF4-FFF2-40B4-BE49-F238E27FC236}">
                      <a16:creationId xmlns:a16="http://schemas.microsoft.com/office/drawing/2014/main" id="{771BC5E4-479A-B0E2-C0E9-645F8335FB54}"/>
                    </a:ext>
                  </a:extLst>
                </p14:cNvPr>
                <p14:cNvContentPartPr/>
                <p14:nvPr/>
              </p14:nvContentPartPr>
              <p14:xfrm>
                <a:off x="5203090" y="3057475"/>
                <a:ext cx="225720" cy="213840"/>
              </p14:xfrm>
            </p:contentPart>
          </mc:Choice>
          <mc:Fallback xmlns="">
            <p:pic>
              <p:nvPicPr>
                <p:cNvPr id="17740" name="Ink 17739">
                  <a:extLst>
                    <a:ext uri="{FF2B5EF4-FFF2-40B4-BE49-F238E27FC236}">
                      <a16:creationId xmlns:a16="http://schemas.microsoft.com/office/drawing/2014/main" id="{771BC5E4-479A-B0E2-C0E9-645F8335FB5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198770" y="3053155"/>
                  <a:ext cx="2343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7741" name="Ink 17740">
                  <a:extLst>
                    <a:ext uri="{FF2B5EF4-FFF2-40B4-BE49-F238E27FC236}">
                      <a16:creationId xmlns:a16="http://schemas.microsoft.com/office/drawing/2014/main" id="{7F8FEEB1-0FC7-08EE-225D-21BB7589BB6B}"/>
                    </a:ext>
                  </a:extLst>
                </p14:cNvPr>
                <p14:cNvContentPartPr/>
                <p14:nvPr/>
              </p14:nvContentPartPr>
              <p14:xfrm>
                <a:off x="5394610" y="3256555"/>
                <a:ext cx="27360" cy="15480"/>
              </p14:xfrm>
            </p:contentPart>
          </mc:Choice>
          <mc:Fallback xmlns="">
            <p:pic>
              <p:nvPicPr>
                <p:cNvPr id="17741" name="Ink 17740">
                  <a:extLst>
                    <a:ext uri="{FF2B5EF4-FFF2-40B4-BE49-F238E27FC236}">
                      <a16:creationId xmlns:a16="http://schemas.microsoft.com/office/drawing/2014/main" id="{7F8FEEB1-0FC7-08EE-225D-21BB7589BB6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390290" y="3252235"/>
                  <a:ext cx="36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7746" name="Ink 17745">
                  <a:extLst>
                    <a:ext uri="{FF2B5EF4-FFF2-40B4-BE49-F238E27FC236}">
                      <a16:creationId xmlns:a16="http://schemas.microsoft.com/office/drawing/2014/main" id="{53EBDD6F-54AB-F88D-78F1-64AE037ED7BA}"/>
                    </a:ext>
                  </a:extLst>
                </p14:cNvPr>
                <p14:cNvContentPartPr/>
                <p14:nvPr/>
              </p14:nvContentPartPr>
              <p14:xfrm>
                <a:off x="5426650" y="3248635"/>
                <a:ext cx="18000" cy="30600"/>
              </p14:xfrm>
            </p:contentPart>
          </mc:Choice>
          <mc:Fallback xmlns="">
            <p:pic>
              <p:nvPicPr>
                <p:cNvPr id="17746" name="Ink 17745">
                  <a:extLst>
                    <a:ext uri="{FF2B5EF4-FFF2-40B4-BE49-F238E27FC236}">
                      <a16:creationId xmlns:a16="http://schemas.microsoft.com/office/drawing/2014/main" id="{53EBDD6F-54AB-F88D-78F1-64AE037ED7B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422330" y="3244315"/>
                  <a:ext cx="266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7747" name="Ink 17746">
                  <a:extLst>
                    <a:ext uri="{FF2B5EF4-FFF2-40B4-BE49-F238E27FC236}">
                      <a16:creationId xmlns:a16="http://schemas.microsoft.com/office/drawing/2014/main" id="{E4B47381-37FB-CC9C-E911-B21A6EC89F11}"/>
                    </a:ext>
                  </a:extLst>
                </p14:cNvPr>
                <p14:cNvContentPartPr/>
                <p14:nvPr/>
              </p14:nvContentPartPr>
              <p14:xfrm>
                <a:off x="5414410" y="3272395"/>
                <a:ext cx="10440" cy="6480"/>
              </p14:xfrm>
            </p:contentPart>
          </mc:Choice>
          <mc:Fallback xmlns="">
            <p:pic>
              <p:nvPicPr>
                <p:cNvPr id="17747" name="Ink 17746">
                  <a:extLst>
                    <a:ext uri="{FF2B5EF4-FFF2-40B4-BE49-F238E27FC236}">
                      <a16:creationId xmlns:a16="http://schemas.microsoft.com/office/drawing/2014/main" id="{E4B47381-37FB-CC9C-E911-B21A6EC89F1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410090" y="3268075"/>
                  <a:ext cx="1908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7749" name="Ink 17748">
                  <a:extLst>
                    <a:ext uri="{FF2B5EF4-FFF2-40B4-BE49-F238E27FC236}">
                      <a16:creationId xmlns:a16="http://schemas.microsoft.com/office/drawing/2014/main" id="{0F5533E4-F85F-419B-69B8-19BFB3EE41A8}"/>
                    </a:ext>
                  </a:extLst>
                </p14:cNvPr>
                <p14:cNvContentPartPr/>
                <p14:nvPr/>
              </p14:nvContentPartPr>
              <p14:xfrm>
                <a:off x="5420170" y="3273115"/>
                <a:ext cx="8640" cy="2520"/>
              </p14:xfrm>
            </p:contentPart>
          </mc:Choice>
          <mc:Fallback xmlns="">
            <p:pic>
              <p:nvPicPr>
                <p:cNvPr id="17749" name="Ink 17748">
                  <a:extLst>
                    <a:ext uri="{FF2B5EF4-FFF2-40B4-BE49-F238E27FC236}">
                      <a16:creationId xmlns:a16="http://schemas.microsoft.com/office/drawing/2014/main" id="{0F5533E4-F85F-419B-69B8-19BFB3EE41A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415850" y="3268795"/>
                  <a:ext cx="17280" cy="1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7750" name="Ink 17749">
                  <a:extLst>
                    <a:ext uri="{FF2B5EF4-FFF2-40B4-BE49-F238E27FC236}">
                      <a16:creationId xmlns:a16="http://schemas.microsoft.com/office/drawing/2014/main" id="{C10BA3EA-A3AD-EE70-3321-713048A96959}"/>
                    </a:ext>
                  </a:extLst>
                </p14:cNvPr>
                <p14:cNvContentPartPr/>
                <p14:nvPr/>
              </p14:nvContentPartPr>
              <p14:xfrm>
                <a:off x="5424490" y="3270955"/>
                <a:ext cx="360" cy="1800"/>
              </p14:xfrm>
            </p:contentPart>
          </mc:Choice>
          <mc:Fallback xmlns="">
            <p:pic>
              <p:nvPicPr>
                <p:cNvPr id="17750" name="Ink 17749">
                  <a:extLst>
                    <a:ext uri="{FF2B5EF4-FFF2-40B4-BE49-F238E27FC236}">
                      <a16:creationId xmlns:a16="http://schemas.microsoft.com/office/drawing/2014/main" id="{C10BA3EA-A3AD-EE70-3321-713048A9695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420170" y="3266635"/>
                  <a:ext cx="9000" cy="1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7765" name="Ink 17764">
                  <a:extLst>
                    <a:ext uri="{FF2B5EF4-FFF2-40B4-BE49-F238E27FC236}">
                      <a16:creationId xmlns:a16="http://schemas.microsoft.com/office/drawing/2014/main" id="{5A0A4647-DB41-4C49-3DE7-5362392E1106}"/>
                    </a:ext>
                  </a:extLst>
                </p14:cNvPr>
                <p14:cNvContentPartPr/>
                <p14:nvPr/>
              </p14:nvContentPartPr>
              <p14:xfrm>
                <a:off x="5213338" y="3345242"/>
                <a:ext cx="21960" cy="34920"/>
              </p14:xfrm>
            </p:contentPart>
          </mc:Choice>
          <mc:Fallback xmlns="">
            <p:pic>
              <p:nvPicPr>
                <p:cNvPr id="17765" name="Ink 17764">
                  <a:extLst>
                    <a:ext uri="{FF2B5EF4-FFF2-40B4-BE49-F238E27FC236}">
                      <a16:creationId xmlns:a16="http://schemas.microsoft.com/office/drawing/2014/main" id="{5A0A4647-DB41-4C49-3DE7-5362392E110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209018" y="3340922"/>
                  <a:ext cx="306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7766" name="Ink 17765">
                  <a:extLst>
                    <a:ext uri="{FF2B5EF4-FFF2-40B4-BE49-F238E27FC236}">
                      <a16:creationId xmlns:a16="http://schemas.microsoft.com/office/drawing/2014/main" id="{0F418636-6110-F6C8-3A64-45AEB2017731}"/>
                    </a:ext>
                  </a:extLst>
                </p14:cNvPr>
                <p14:cNvContentPartPr/>
                <p14:nvPr/>
              </p14:nvContentPartPr>
              <p14:xfrm>
                <a:off x="5216578" y="3361082"/>
                <a:ext cx="28800" cy="10080"/>
              </p14:xfrm>
            </p:contentPart>
          </mc:Choice>
          <mc:Fallback xmlns="">
            <p:pic>
              <p:nvPicPr>
                <p:cNvPr id="17766" name="Ink 17765">
                  <a:extLst>
                    <a:ext uri="{FF2B5EF4-FFF2-40B4-BE49-F238E27FC236}">
                      <a16:creationId xmlns:a16="http://schemas.microsoft.com/office/drawing/2014/main" id="{0F418636-6110-F6C8-3A64-45AEB201773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212258" y="3356762"/>
                  <a:ext cx="374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7767" name="Ink 17766">
                  <a:extLst>
                    <a:ext uri="{FF2B5EF4-FFF2-40B4-BE49-F238E27FC236}">
                      <a16:creationId xmlns:a16="http://schemas.microsoft.com/office/drawing/2014/main" id="{E5AC3D60-7136-1864-B1E7-C38B3BD8670D}"/>
                    </a:ext>
                  </a:extLst>
                </p14:cNvPr>
                <p14:cNvContentPartPr/>
                <p14:nvPr/>
              </p14:nvContentPartPr>
              <p14:xfrm>
                <a:off x="5247178" y="3347042"/>
                <a:ext cx="18000" cy="35640"/>
              </p14:xfrm>
            </p:contentPart>
          </mc:Choice>
          <mc:Fallback xmlns="">
            <p:pic>
              <p:nvPicPr>
                <p:cNvPr id="17767" name="Ink 17766">
                  <a:extLst>
                    <a:ext uri="{FF2B5EF4-FFF2-40B4-BE49-F238E27FC236}">
                      <a16:creationId xmlns:a16="http://schemas.microsoft.com/office/drawing/2014/main" id="{E5AC3D60-7136-1864-B1E7-C38B3BD8670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242858" y="3342722"/>
                  <a:ext cx="266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7768" name="Ink 17767">
                  <a:extLst>
                    <a:ext uri="{FF2B5EF4-FFF2-40B4-BE49-F238E27FC236}">
                      <a16:creationId xmlns:a16="http://schemas.microsoft.com/office/drawing/2014/main" id="{2DB19ED4-AE48-B2E8-145A-53FBBD9A27B3}"/>
                    </a:ext>
                  </a:extLst>
                </p14:cNvPr>
                <p14:cNvContentPartPr/>
                <p14:nvPr/>
              </p14:nvContentPartPr>
              <p14:xfrm>
                <a:off x="5270938" y="3347402"/>
                <a:ext cx="18000" cy="32040"/>
              </p14:xfrm>
            </p:contentPart>
          </mc:Choice>
          <mc:Fallback xmlns="">
            <p:pic>
              <p:nvPicPr>
                <p:cNvPr id="17768" name="Ink 17767">
                  <a:extLst>
                    <a:ext uri="{FF2B5EF4-FFF2-40B4-BE49-F238E27FC236}">
                      <a16:creationId xmlns:a16="http://schemas.microsoft.com/office/drawing/2014/main" id="{2DB19ED4-AE48-B2E8-145A-53FBBD9A27B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266618" y="3343082"/>
                  <a:ext cx="266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7769" name="Ink 17768">
                  <a:extLst>
                    <a:ext uri="{FF2B5EF4-FFF2-40B4-BE49-F238E27FC236}">
                      <a16:creationId xmlns:a16="http://schemas.microsoft.com/office/drawing/2014/main" id="{E4D2C8B0-190E-89A0-0B0A-95EF27ECE190}"/>
                    </a:ext>
                  </a:extLst>
                </p14:cNvPr>
                <p14:cNvContentPartPr/>
                <p14:nvPr/>
              </p14:nvContentPartPr>
              <p14:xfrm>
                <a:off x="5299018" y="3333722"/>
                <a:ext cx="9360" cy="43200"/>
              </p14:xfrm>
            </p:contentPart>
          </mc:Choice>
          <mc:Fallback xmlns="">
            <p:pic>
              <p:nvPicPr>
                <p:cNvPr id="17769" name="Ink 17768">
                  <a:extLst>
                    <a:ext uri="{FF2B5EF4-FFF2-40B4-BE49-F238E27FC236}">
                      <a16:creationId xmlns:a16="http://schemas.microsoft.com/office/drawing/2014/main" id="{E4D2C8B0-190E-89A0-0B0A-95EF27ECE19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294698" y="3329402"/>
                  <a:ext cx="180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7770" name="Ink 17769">
                  <a:extLst>
                    <a:ext uri="{FF2B5EF4-FFF2-40B4-BE49-F238E27FC236}">
                      <a16:creationId xmlns:a16="http://schemas.microsoft.com/office/drawing/2014/main" id="{5C18014C-5C75-D676-D2D9-236CF42A11D2}"/>
                    </a:ext>
                  </a:extLst>
                </p14:cNvPr>
                <p14:cNvContentPartPr/>
                <p14:nvPr/>
              </p14:nvContentPartPr>
              <p14:xfrm>
                <a:off x="5313778" y="3362882"/>
                <a:ext cx="720" cy="7560"/>
              </p14:xfrm>
            </p:contentPart>
          </mc:Choice>
          <mc:Fallback xmlns="">
            <p:pic>
              <p:nvPicPr>
                <p:cNvPr id="17770" name="Ink 17769">
                  <a:extLst>
                    <a:ext uri="{FF2B5EF4-FFF2-40B4-BE49-F238E27FC236}">
                      <a16:creationId xmlns:a16="http://schemas.microsoft.com/office/drawing/2014/main" id="{5C18014C-5C75-D676-D2D9-236CF42A11D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309458" y="3358562"/>
                  <a:ext cx="936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7771" name="Ink 17770">
                  <a:extLst>
                    <a:ext uri="{FF2B5EF4-FFF2-40B4-BE49-F238E27FC236}">
                      <a16:creationId xmlns:a16="http://schemas.microsoft.com/office/drawing/2014/main" id="{0ED92398-66A7-D03D-0DD0-A3615AC816F3}"/>
                    </a:ext>
                  </a:extLst>
                </p14:cNvPr>
                <p14:cNvContentPartPr/>
                <p14:nvPr/>
              </p14:nvContentPartPr>
              <p14:xfrm>
                <a:off x="5318098" y="3340922"/>
                <a:ext cx="1800" cy="2160"/>
              </p14:xfrm>
            </p:contentPart>
          </mc:Choice>
          <mc:Fallback xmlns="">
            <p:pic>
              <p:nvPicPr>
                <p:cNvPr id="17771" name="Ink 17770">
                  <a:extLst>
                    <a:ext uri="{FF2B5EF4-FFF2-40B4-BE49-F238E27FC236}">
                      <a16:creationId xmlns:a16="http://schemas.microsoft.com/office/drawing/2014/main" id="{0ED92398-66A7-D03D-0DD0-A3615AC816F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313778" y="3336602"/>
                  <a:ext cx="10440" cy="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7773" name="Ink 17772">
                  <a:extLst>
                    <a:ext uri="{FF2B5EF4-FFF2-40B4-BE49-F238E27FC236}">
                      <a16:creationId xmlns:a16="http://schemas.microsoft.com/office/drawing/2014/main" id="{3CC3BE17-0778-5031-E1C1-4EC0D3330424}"/>
                    </a:ext>
                  </a:extLst>
                </p14:cNvPr>
                <p14:cNvContentPartPr/>
                <p14:nvPr/>
              </p14:nvContentPartPr>
              <p14:xfrm>
                <a:off x="5331418" y="3347762"/>
                <a:ext cx="16920" cy="24840"/>
              </p14:xfrm>
            </p:contentPart>
          </mc:Choice>
          <mc:Fallback xmlns="">
            <p:pic>
              <p:nvPicPr>
                <p:cNvPr id="17773" name="Ink 17772">
                  <a:extLst>
                    <a:ext uri="{FF2B5EF4-FFF2-40B4-BE49-F238E27FC236}">
                      <a16:creationId xmlns:a16="http://schemas.microsoft.com/office/drawing/2014/main" id="{3CC3BE17-0778-5031-E1C1-4EC0D333042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327098" y="3343442"/>
                  <a:ext cx="255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7774" name="Ink 17773">
                  <a:extLst>
                    <a:ext uri="{FF2B5EF4-FFF2-40B4-BE49-F238E27FC236}">
                      <a16:creationId xmlns:a16="http://schemas.microsoft.com/office/drawing/2014/main" id="{A31F988A-638B-4AC5-2EA8-986A6FEFC737}"/>
                    </a:ext>
                  </a:extLst>
                </p14:cNvPr>
                <p14:cNvContentPartPr/>
                <p14:nvPr/>
              </p14:nvContentPartPr>
              <p14:xfrm>
                <a:off x="5356258" y="3352802"/>
                <a:ext cx="36720" cy="23040"/>
              </p14:xfrm>
            </p:contentPart>
          </mc:Choice>
          <mc:Fallback xmlns="">
            <p:pic>
              <p:nvPicPr>
                <p:cNvPr id="17774" name="Ink 17773">
                  <a:extLst>
                    <a:ext uri="{FF2B5EF4-FFF2-40B4-BE49-F238E27FC236}">
                      <a16:creationId xmlns:a16="http://schemas.microsoft.com/office/drawing/2014/main" id="{A31F988A-638B-4AC5-2EA8-986A6FEFC73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351938" y="3348482"/>
                  <a:ext cx="453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7775" name="Ink 17774">
                  <a:extLst>
                    <a:ext uri="{FF2B5EF4-FFF2-40B4-BE49-F238E27FC236}">
                      <a16:creationId xmlns:a16="http://schemas.microsoft.com/office/drawing/2014/main" id="{8740A702-890E-AEA5-CF59-D96B1EA756B2}"/>
                    </a:ext>
                  </a:extLst>
                </p14:cNvPr>
                <p14:cNvContentPartPr/>
                <p14:nvPr/>
              </p14:nvContentPartPr>
              <p14:xfrm>
                <a:off x="5391898" y="3320762"/>
                <a:ext cx="15480" cy="53640"/>
              </p14:xfrm>
            </p:contentPart>
          </mc:Choice>
          <mc:Fallback xmlns="">
            <p:pic>
              <p:nvPicPr>
                <p:cNvPr id="17775" name="Ink 17774">
                  <a:extLst>
                    <a:ext uri="{FF2B5EF4-FFF2-40B4-BE49-F238E27FC236}">
                      <a16:creationId xmlns:a16="http://schemas.microsoft.com/office/drawing/2014/main" id="{8740A702-890E-AEA5-CF59-D96B1EA756B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387578" y="3316442"/>
                  <a:ext cx="241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7776" name="Ink 17775">
                  <a:extLst>
                    <a:ext uri="{FF2B5EF4-FFF2-40B4-BE49-F238E27FC236}">
                      <a16:creationId xmlns:a16="http://schemas.microsoft.com/office/drawing/2014/main" id="{8765E0B3-83D4-2196-46DA-22654FEA8CBE}"/>
                    </a:ext>
                  </a:extLst>
                </p14:cNvPr>
                <p14:cNvContentPartPr/>
                <p14:nvPr/>
              </p14:nvContentPartPr>
              <p14:xfrm>
                <a:off x="5385778" y="3351722"/>
                <a:ext cx="30240" cy="15480"/>
              </p14:xfrm>
            </p:contentPart>
          </mc:Choice>
          <mc:Fallback xmlns="">
            <p:pic>
              <p:nvPicPr>
                <p:cNvPr id="17776" name="Ink 17775">
                  <a:extLst>
                    <a:ext uri="{FF2B5EF4-FFF2-40B4-BE49-F238E27FC236}">
                      <a16:creationId xmlns:a16="http://schemas.microsoft.com/office/drawing/2014/main" id="{8765E0B3-83D4-2196-46DA-22654FEA8CB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381458" y="3347402"/>
                  <a:ext cx="388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7777" name="Ink 17776">
                  <a:extLst>
                    <a:ext uri="{FF2B5EF4-FFF2-40B4-BE49-F238E27FC236}">
                      <a16:creationId xmlns:a16="http://schemas.microsoft.com/office/drawing/2014/main" id="{F7CC2D31-AE76-3B63-28DC-E8A65C1851CC}"/>
                    </a:ext>
                  </a:extLst>
                </p14:cNvPr>
                <p14:cNvContentPartPr/>
                <p14:nvPr/>
              </p14:nvContentPartPr>
              <p14:xfrm>
                <a:off x="5417098" y="3333722"/>
                <a:ext cx="2520" cy="3600"/>
              </p14:xfrm>
            </p:contentPart>
          </mc:Choice>
          <mc:Fallback xmlns="">
            <p:pic>
              <p:nvPicPr>
                <p:cNvPr id="17777" name="Ink 17776">
                  <a:extLst>
                    <a:ext uri="{FF2B5EF4-FFF2-40B4-BE49-F238E27FC236}">
                      <a16:creationId xmlns:a16="http://schemas.microsoft.com/office/drawing/2014/main" id="{F7CC2D31-AE76-3B63-28DC-E8A65C1851C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412778" y="3329402"/>
                  <a:ext cx="11160" cy="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7778" name="Ink 17777">
                  <a:extLst>
                    <a:ext uri="{FF2B5EF4-FFF2-40B4-BE49-F238E27FC236}">
                      <a16:creationId xmlns:a16="http://schemas.microsoft.com/office/drawing/2014/main" id="{54E63905-28E1-ACFC-3F04-4185ED5431B5}"/>
                    </a:ext>
                  </a:extLst>
                </p14:cNvPr>
                <p14:cNvContentPartPr/>
                <p14:nvPr/>
              </p14:nvContentPartPr>
              <p14:xfrm>
                <a:off x="5426458" y="3342722"/>
                <a:ext cx="47520" cy="36360"/>
              </p14:xfrm>
            </p:contentPart>
          </mc:Choice>
          <mc:Fallback xmlns="">
            <p:pic>
              <p:nvPicPr>
                <p:cNvPr id="17778" name="Ink 17777">
                  <a:extLst>
                    <a:ext uri="{FF2B5EF4-FFF2-40B4-BE49-F238E27FC236}">
                      <a16:creationId xmlns:a16="http://schemas.microsoft.com/office/drawing/2014/main" id="{54E63905-28E1-ACFC-3F04-4185ED5431B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422138" y="3338402"/>
                  <a:ext cx="561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7780" name="Ink 17779">
                  <a:extLst>
                    <a:ext uri="{FF2B5EF4-FFF2-40B4-BE49-F238E27FC236}">
                      <a16:creationId xmlns:a16="http://schemas.microsoft.com/office/drawing/2014/main" id="{AB7A4C25-4A72-AFAB-578A-13BECAED6A87}"/>
                    </a:ext>
                  </a:extLst>
                </p14:cNvPr>
                <p14:cNvContentPartPr/>
                <p14:nvPr/>
              </p14:nvContentPartPr>
              <p14:xfrm>
                <a:off x="5254738" y="3406802"/>
                <a:ext cx="41760" cy="32760"/>
              </p14:xfrm>
            </p:contentPart>
          </mc:Choice>
          <mc:Fallback xmlns="">
            <p:pic>
              <p:nvPicPr>
                <p:cNvPr id="17780" name="Ink 17779">
                  <a:extLst>
                    <a:ext uri="{FF2B5EF4-FFF2-40B4-BE49-F238E27FC236}">
                      <a16:creationId xmlns:a16="http://schemas.microsoft.com/office/drawing/2014/main" id="{AB7A4C25-4A72-AFAB-578A-13BECAED6A8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250418" y="3402482"/>
                  <a:ext cx="504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7781" name="Ink 17780">
                  <a:extLst>
                    <a:ext uri="{FF2B5EF4-FFF2-40B4-BE49-F238E27FC236}">
                      <a16:creationId xmlns:a16="http://schemas.microsoft.com/office/drawing/2014/main" id="{7D8B34BC-6EE8-D0FA-327C-BA79CEE5A6CF}"/>
                    </a:ext>
                  </a:extLst>
                </p14:cNvPr>
                <p14:cNvContentPartPr/>
                <p14:nvPr/>
              </p14:nvContentPartPr>
              <p14:xfrm>
                <a:off x="5306578" y="3421562"/>
                <a:ext cx="21240" cy="19080"/>
              </p14:xfrm>
            </p:contentPart>
          </mc:Choice>
          <mc:Fallback xmlns="">
            <p:pic>
              <p:nvPicPr>
                <p:cNvPr id="17781" name="Ink 17780">
                  <a:extLst>
                    <a:ext uri="{FF2B5EF4-FFF2-40B4-BE49-F238E27FC236}">
                      <a16:creationId xmlns:a16="http://schemas.microsoft.com/office/drawing/2014/main" id="{7D8B34BC-6EE8-D0FA-327C-BA79CEE5A6C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302258" y="3417242"/>
                  <a:ext cx="298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7782" name="Ink 17781">
                  <a:extLst>
                    <a:ext uri="{FF2B5EF4-FFF2-40B4-BE49-F238E27FC236}">
                      <a16:creationId xmlns:a16="http://schemas.microsoft.com/office/drawing/2014/main" id="{EE5C534C-78F1-1357-AD7B-E3369B1510BC}"/>
                    </a:ext>
                  </a:extLst>
                </p14:cNvPr>
                <p14:cNvContentPartPr/>
                <p14:nvPr/>
              </p14:nvContentPartPr>
              <p14:xfrm>
                <a:off x="5333578" y="3422282"/>
                <a:ext cx="33480" cy="13680"/>
              </p14:xfrm>
            </p:contentPart>
          </mc:Choice>
          <mc:Fallback xmlns="">
            <p:pic>
              <p:nvPicPr>
                <p:cNvPr id="17782" name="Ink 17781">
                  <a:extLst>
                    <a:ext uri="{FF2B5EF4-FFF2-40B4-BE49-F238E27FC236}">
                      <a16:creationId xmlns:a16="http://schemas.microsoft.com/office/drawing/2014/main" id="{EE5C534C-78F1-1357-AD7B-E3369B1510B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329258" y="3417962"/>
                  <a:ext cx="421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7783" name="Ink 17782">
                  <a:extLst>
                    <a:ext uri="{FF2B5EF4-FFF2-40B4-BE49-F238E27FC236}">
                      <a16:creationId xmlns:a16="http://schemas.microsoft.com/office/drawing/2014/main" id="{464E21AE-B4E8-85B5-6865-EB14E681EB6E}"/>
                    </a:ext>
                  </a:extLst>
                </p14:cNvPr>
                <p14:cNvContentPartPr/>
                <p14:nvPr/>
              </p14:nvContentPartPr>
              <p14:xfrm>
                <a:off x="5368498" y="3412562"/>
                <a:ext cx="25920" cy="27000"/>
              </p14:xfrm>
            </p:contentPart>
          </mc:Choice>
          <mc:Fallback xmlns="">
            <p:pic>
              <p:nvPicPr>
                <p:cNvPr id="17783" name="Ink 17782">
                  <a:extLst>
                    <a:ext uri="{FF2B5EF4-FFF2-40B4-BE49-F238E27FC236}">
                      <a16:creationId xmlns:a16="http://schemas.microsoft.com/office/drawing/2014/main" id="{464E21AE-B4E8-85B5-6865-EB14E681EB6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364178" y="3408242"/>
                  <a:ext cx="345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7784" name="Ink 17783">
                  <a:extLst>
                    <a:ext uri="{FF2B5EF4-FFF2-40B4-BE49-F238E27FC236}">
                      <a16:creationId xmlns:a16="http://schemas.microsoft.com/office/drawing/2014/main" id="{378A67A5-638B-6805-A30B-5FCB76B52E1C}"/>
                    </a:ext>
                  </a:extLst>
                </p14:cNvPr>
                <p14:cNvContentPartPr/>
                <p14:nvPr/>
              </p14:nvContentPartPr>
              <p14:xfrm>
                <a:off x="5401618" y="3415802"/>
                <a:ext cx="69480" cy="24480"/>
              </p14:xfrm>
            </p:contentPart>
          </mc:Choice>
          <mc:Fallback xmlns="">
            <p:pic>
              <p:nvPicPr>
                <p:cNvPr id="17784" name="Ink 17783">
                  <a:extLst>
                    <a:ext uri="{FF2B5EF4-FFF2-40B4-BE49-F238E27FC236}">
                      <a16:creationId xmlns:a16="http://schemas.microsoft.com/office/drawing/2014/main" id="{378A67A5-638B-6805-A30B-5FCB76B52E1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397298" y="3411482"/>
                  <a:ext cx="781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7798" name="Ink 17797">
                  <a:extLst>
                    <a:ext uri="{FF2B5EF4-FFF2-40B4-BE49-F238E27FC236}">
                      <a16:creationId xmlns:a16="http://schemas.microsoft.com/office/drawing/2014/main" id="{38495009-E319-A739-18BF-936A5BFA02AF}"/>
                    </a:ext>
                  </a:extLst>
                </p14:cNvPr>
                <p14:cNvContentPartPr/>
                <p14:nvPr/>
              </p14:nvContentPartPr>
              <p14:xfrm>
                <a:off x="5386581" y="3478779"/>
                <a:ext cx="22320" cy="19440"/>
              </p14:xfrm>
            </p:contentPart>
          </mc:Choice>
          <mc:Fallback xmlns="">
            <p:pic>
              <p:nvPicPr>
                <p:cNvPr id="17798" name="Ink 17797">
                  <a:extLst>
                    <a:ext uri="{FF2B5EF4-FFF2-40B4-BE49-F238E27FC236}">
                      <a16:creationId xmlns:a16="http://schemas.microsoft.com/office/drawing/2014/main" id="{38495009-E319-A739-18BF-936A5BFA02A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382261" y="3474459"/>
                  <a:ext cx="30960" cy="28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800" name="TextBox 17799">
            <a:extLst>
              <a:ext uri="{FF2B5EF4-FFF2-40B4-BE49-F238E27FC236}">
                <a16:creationId xmlns:a16="http://schemas.microsoft.com/office/drawing/2014/main" id="{36D53B8C-2DEB-A237-DBE3-F8864A1E04FD}"/>
              </a:ext>
            </a:extLst>
          </p:cNvPr>
          <p:cNvSpPr txBox="1"/>
          <p:nvPr/>
        </p:nvSpPr>
        <p:spPr>
          <a:xfrm>
            <a:off x="5185153" y="3799881"/>
            <a:ext cx="65235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" b="1" dirty="0">
                <a:solidFill>
                  <a:srgbClr val="C00000"/>
                </a:solidFill>
              </a:rPr>
              <a:t>Voice interactivity</a:t>
            </a:r>
          </a:p>
        </p:txBody>
      </p:sp>
      <p:pic>
        <p:nvPicPr>
          <p:cNvPr id="17801" name="Picture 18" descr="How Often Should I Test My Pool Water?">
            <a:extLst>
              <a:ext uri="{FF2B5EF4-FFF2-40B4-BE49-F238E27FC236}">
                <a16:creationId xmlns:a16="http://schemas.microsoft.com/office/drawing/2014/main" id="{CEFF843B-4E2C-6823-04EF-2066D7549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3028" y="4217381"/>
            <a:ext cx="368467" cy="368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802" name="TextBox 17801">
            <a:extLst>
              <a:ext uri="{FF2B5EF4-FFF2-40B4-BE49-F238E27FC236}">
                <a16:creationId xmlns:a16="http://schemas.microsoft.com/office/drawing/2014/main" id="{5330CEC5-E531-0E45-A42F-74E837702752}"/>
              </a:ext>
            </a:extLst>
          </p:cNvPr>
          <p:cNvSpPr txBox="1"/>
          <p:nvPr/>
        </p:nvSpPr>
        <p:spPr>
          <a:xfrm>
            <a:off x="4852542" y="4272056"/>
            <a:ext cx="59794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00" dirty="0"/>
              <a:t>Water Test Kit </a:t>
            </a:r>
          </a:p>
        </p:txBody>
      </p:sp>
      <p:sp>
        <p:nvSpPr>
          <p:cNvPr id="17803" name="TextBox 17802">
            <a:extLst>
              <a:ext uri="{FF2B5EF4-FFF2-40B4-BE49-F238E27FC236}">
                <a16:creationId xmlns:a16="http://schemas.microsoft.com/office/drawing/2014/main" id="{9A5B85BD-79AB-F08C-F3CB-7B987F5254CA}"/>
              </a:ext>
            </a:extLst>
          </p:cNvPr>
          <p:cNvSpPr txBox="1"/>
          <p:nvPr/>
        </p:nvSpPr>
        <p:spPr>
          <a:xfrm>
            <a:off x="4835296" y="4639374"/>
            <a:ext cx="495653" cy="246221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500" dirty="0" err="1"/>
              <a:t>Submmit</a:t>
            </a:r>
            <a:r>
              <a:rPr lang="en-IN" sz="500" dirty="0"/>
              <a:t> to Application</a:t>
            </a:r>
          </a:p>
        </p:txBody>
      </p:sp>
      <p:sp>
        <p:nvSpPr>
          <p:cNvPr id="17807" name="TextBox 17806">
            <a:extLst>
              <a:ext uri="{FF2B5EF4-FFF2-40B4-BE49-F238E27FC236}">
                <a16:creationId xmlns:a16="http://schemas.microsoft.com/office/drawing/2014/main" id="{4C9787EC-0C8C-34EE-DFC7-F1801380A487}"/>
              </a:ext>
            </a:extLst>
          </p:cNvPr>
          <p:cNvSpPr txBox="1"/>
          <p:nvPr/>
        </p:nvSpPr>
        <p:spPr>
          <a:xfrm>
            <a:off x="5235038" y="4429914"/>
            <a:ext cx="51784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" dirty="0"/>
              <a:t>Health Data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37">
            <p14:nvContentPartPr>
              <p14:cNvPr id="17808" name="Ink 17807">
                <a:extLst>
                  <a:ext uri="{FF2B5EF4-FFF2-40B4-BE49-F238E27FC236}">
                    <a16:creationId xmlns:a16="http://schemas.microsoft.com/office/drawing/2014/main" id="{51DC8C05-46C3-E753-FCD7-FFD86B349E38}"/>
                  </a:ext>
                </a:extLst>
              </p14:cNvPr>
              <p14:cNvContentPartPr/>
              <p14:nvPr/>
            </p14:nvContentPartPr>
            <p14:xfrm>
              <a:off x="5271576" y="4398947"/>
              <a:ext cx="357120" cy="205560"/>
            </p14:xfrm>
          </p:contentPart>
        </mc:Choice>
        <mc:Fallback>
          <p:pic>
            <p:nvPicPr>
              <p:cNvPr id="17808" name="Ink 17807">
                <a:extLst>
                  <a:ext uri="{FF2B5EF4-FFF2-40B4-BE49-F238E27FC236}">
                    <a16:creationId xmlns:a16="http://schemas.microsoft.com/office/drawing/2014/main" id="{51DC8C05-46C3-E753-FCD7-FFD86B349E38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5267260" y="4394627"/>
                <a:ext cx="365751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9">
            <p14:nvContentPartPr>
              <p14:cNvPr id="17818" name="Ink 17817">
                <a:extLst>
                  <a:ext uri="{FF2B5EF4-FFF2-40B4-BE49-F238E27FC236}">
                    <a16:creationId xmlns:a16="http://schemas.microsoft.com/office/drawing/2014/main" id="{17767A58-83C0-D083-6564-3CBD0210970F}"/>
                  </a:ext>
                </a:extLst>
              </p14:cNvPr>
              <p14:cNvContentPartPr/>
              <p14:nvPr/>
            </p14:nvContentPartPr>
            <p14:xfrm>
              <a:off x="5084376" y="4520267"/>
              <a:ext cx="162360" cy="101880"/>
            </p14:xfrm>
          </p:contentPart>
        </mc:Choice>
        <mc:Fallback>
          <p:pic>
            <p:nvPicPr>
              <p:cNvPr id="17818" name="Ink 17817">
                <a:extLst>
                  <a:ext uri="{FF2B5EF4-FFF2-40B4-BE49-F238E27FC236}">
                    <a16:creationId xmlns:a16="http://schemas.microsoft.com/office/drawing/2014/main" id="{17767A58-83C0-D083-6564-3CBD0210970F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5080056" y="4515947"/>
                <a:ext cx="171000" cy="11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828" name="Group 17827">
            <a:extLst>
              <a:ext uri="{FF2B5EF4-FFF2-40B4-BE49-F238E27FC236}">
                <a16:creationId xmlns:a16="http://schemas.microsoft.com/office/drawing/2014/main" id="{B4EBB804-8479-D2A5-6E13-486D91CAB267}"/>
              </a:ext>
            </a:extLst>
          </p:cNvPr>
          <p:cNvGrpSpPr/>
          <p:nvPr/>
        </p:nvGrpSpPr>
        <p:grpSpPr>
          <a:xfrm>
            <a:off x="4960905" y="4490500"/>
            <a:ext cx="153351" cy="137880"/>
            <a:chOff x="5021130" y="4490500"/>
            <a:chExt cx="153351" cy="13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7804" name="Ink 17803">
                  <a:extLst>
                    <a:ext uri="{FF2B5EF4-FFF2-40B4-BE49-F238E27FC236}">
                      <a16:creationId xmlns:a16="http://schemas.microsoft.com/office/drawing/2014/main" id="{B0DD14BB-9FE1-3C44-415A-A5C9929AE92D}"/>
                    </a:ext>
                  </a:extLst>
                </p14:cNvPr>
                <p14:cNvContentPartPr/>
                <p14:nvPr/>
              </p14:nvContentPartPr>
              <p14:xfrm>
                <a:off x="5021130" y="4490500"/>
                <a:ext cx="83160" cy="132480"/>
              </p14:xfrm>
            </p:contentPart>
          </mc:Choice>
          <mc:Fallback xmlns="">
            <p:pic>
              <p:nvPicPr>
                <p:cNvPr id="17804" name="Ink 17803">
                  <a:extLst>
                    <a:ext uri="{FF2B5EF4-FFF2-40B4-BE49-F238E27FC236}">
                      <a16:creationId xmlns:a16="http://schemas.microsoft.com/office/drawing/2014/main" id="{B0DD14BB-9FE1-3C44-415A-A5C9929AE92D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5016810" y="4486180"/>
                  <a:ext cx="918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7805" name="Ink 17804">
                  <a:extLst>
                    <a:ext uri="{FF2B5EF4-FFF2-40B4-BE49-F238E27FC236}">
                      <a16:creationId xmlns:a16="http://schemas.microsoft.com/office/drawing/2014/main" id="{C3E2AF31-F9E8-3073-7039-84AB608AC0F0}"/>
                    </a:ext>
                  </a:extLst>
                </p14:cNvPr>
                <p14:cNvContentPartPr/>
                <p14:nvPr/>
              </p14:nvContentPartPr>
              <p14:xfrm>
                <a:off x="5082690" y="4610020"/>
                <a:ext cx="34560" cy="18360"/>
              </p14:xfrm>
            </p:contentPart>
          </mc:Choice>
          <mc:Fallback xmlns="">
            <p:pic>
              <p:nvPicPr>
                <p:cNvPr id="17805" name="Ink 17804">
                  <a:extLst>
                    <a:ext uri="{FF2B5EF4-FFF2-40B4-BE49-F238E27FC236}">
                      <a16:creationId xmlns:a16="http://schemas.microsoft.com/office/drawing/2014/main" id="{C3E2AF31-F9E8-3073-7039-84AB608AC0F0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078370" y="4605700"/>
                  <a:ext cx="432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7826" name="Ink 17825">
                  <a:extLst>
                    <a:ext uri="{FF2B5EF4-FFF2-40B4-BE49-F238E27FC236}">
                      <a16:creationId xmlns:a16="http://schemas.microsoft.com/office/drawing/2014/main" id="{FDDE3074-B8BB-C2A8-F4F9-942BE1338F0A}"/>
                    </a:ext>
                  </a:extLst>
                </p14:cNvPr>
                <p14:cNvContentPartPr/>
                <p14:nvPr/>
              </p14:nvContentPartPr>
              <p14:xfrm>
                <a:off x="5134161" y="4591187"/>
                <a:ext cx="12240" cy="30240"/>
              </p14:xfrm>
            </p:contentPart>
          </mc:Choice>
          <mc:Fallback xmlns="">
            <p:pic>
              <p:nvPicPr>
                <p:cNvPr id="17826" name="Ink 17825">
                  <a:extLst>
                    <a:ext uri="{FF2B5EF4-FFF2-40B4-BE49-F238E27FC236}">
                      <a16:creationId xmlns:a16="http://schemas.microsoft.com/office/drawing/2014/main" id="{FDDE3074-B8BB-C2A8-F4F9-942BE1338F0A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5129841" y="4586867"/>
                  <a:ext cx="208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7827" name="Ink 17826">
                  <a:extLst>
                    <a:ext uri="{FF2B5EF4-FFF2-40B4-BE49-F238E27FC236}">
                      <a16:creationId xmlns:a16="http://schemas.microsoft.com/office/drawing/2014/main" id="{943C324B-19AA-370C-0AD2-8001E4C06006}"/>
                    </a:ext>
                  </a:extLst>
                </p14:cNvPr>
                <p14:cNvContentPartPr/>
                <p14:nvPr/>
              </p14:nvContentPartPr>
              <p14:xfrm>
                <a:off x="5146761" y="4591547"/>
                <a:ext cx="27720" cy="27000"/>
              </p14:xfrm>
            </p:contentPart>
          </mc:Choice>
          <mc:Fallback xmlns="">
            <p:pic>
              <p:nvPicPr>
                <p:cNvPr id="17827" name="Ink 17826">
                  <a:extLst>
                    <a:ext uri="{FF2B5EF4-FFF2-40B4-BE49-F238E27FC236}">
                      <a16:creationId xmlns:a16="http://schemas.microsoft.com/office/drawing/2014/main" id="{943C324B-19AA-370C-0AD2-8001E4C06006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5142441" y="4587227"/>
                  <a:ext cx="36360" cy="35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829" name="TextBox 17828">
            <a:extLst>
              <a:ext uri="{FF2B5EF4-FFF2-40B4-BE49-F238E27FC236}">
                <a16:creationId xmlns:a16="http://schemas.microsoft.com/office/drawing/2014/main" id="{7EE6C8AD-4FDA-834C-7A12-FA4DFFDF87D9}"/>
              </a:ext>
            </a:extLst>
          </p:cNvPr>
          <p:cNvSpPr txBox="1"/>
          <p:nvPr/>
        </p:nvSpPr>
        <p:spPr>
          <a:xfrm>
            <a:off x="4862876" y="5049414"/>
            <a:ext cx="59901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" dirty="0"/>
              <a:t>Predict OUTBREAKS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49">
            <p14:nvContentPartPr>
              <p14:cNvPr id="17830" name="Ink 17829">
                <a:extLst>
                  <a:ext uri="{FF2B5EF4-FFF2-40B4-BE49-F238E27FC236}">
                    <a16:creationId xmlns:a16="http://schemas.microsoft.com/office/drawing/2014/main" id="{3F87CC4D-84A7-A802-60F2-54822D4192DC}"/>
                  </a:ext>
                </a:extLst>
              </p14:cNvPr>
              <p14:cNvContentPartPr/>
              <p14:nvPr/>
            </p14:nvContentPartPr>
            <p14:xfrm>
              <a:off x="5062416" y="4905467"/>
              <a:ext cx="81000" cy="176040"/>
            </p14:xfrm>
          </p:contentPart>
        </mc:Choice>
        <mc:Fallback>
          <p:pic>
            <p:nvPicPr>
              <p:cNvPr id="17830" name="Ink 17829">
                <a:extLst>
                  <a:ext uri="{FF2B5EF4-FFF2-40B4-BE49-F238E27FC236}">
                    <a16:creationId xmlns:a16="http://schemas.microsoft.com/office/drawing/2014/main" id="{3F87CC4D-84A7-A802-60F2-54822D4192DC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5058077" y="4901138"/>
                <a:ext cx="89679" cy="184698"/>
              </a:xfrm>
              <a:prstGeom prst="rect">
                <a:avLst/>
              </a:prstGeom>
            </p:spPr>
          </p:pic>
        </mc:Fallback>
      </mc:AlternateContent>
      <p:grpSp>
        <p:nvGrpSpPr>
          <p:cNvPr id="17838" name="Group 17837">
            <a:extLst>
              <a:ext uri="{FF2B5EF4-FFF2-40B4-BE49-F238E27FC236}">
                <a16:creationId xmlns:a16="http://schemas.microsoft.com/office/drawing/2014/main" id="{F7028802-76E9-115E-733E-B7C37684541E}"/>
              </a:ext>
            </a:extLst>
          </p:cNvPr>
          <p:cNvGrpSpPr/>
          <p:nvPr/>
        </p:nvGrpSpPr>
        <p:grpSpPr>
          <a:xfrm>
            <a:off x="5102016" y="5044427"/>
            <a:ext cx="55440" cy="41760"/>
            <a:chOff x="5162241" y="5044427"/>
            <a:chExt cx="55440" cy="4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7834" name="Ink 17833">
                  <a:extLst>
                    <a:ext uri="{FF2B5EF4-FFF2-40B4-BE49-F238E27FC236}">
                      <a16:creationId xmlns:a16="http://schemas.microsoft.com/office/drawing/2014/main" id="{9D63875B-30E1-508C-291A-0905873F252B}"/>
                    </a:ext>
                  </a:extLst>
                </p14:cNvPr>
                <p14:cNvContentPartPr/>
                <p14:nvPr/>
              </p14:nvContentPartPr>
              <p14:xfrm>
                <a:off x="5162241" y="5056667"/>
                <a:ext cx="40680" cy="29520"/>
              </p14:xfrm>
            </p:contentPart>
          </mc:Choice>
          <mc:Fallback xmlns="">
            <p:pic>
              <p:nvPicPr>
                <p:cNvPr id="17834" name="Ink 17833">
                  <a:extLst>
                    <a:ext uri="{FF2B5EF4-FFF2-40B4-BE49-F238E27FC236}">
                      <a16:creationId xmlns:a16="http://schemas.microsoft.com/office/drawing/2014/main" id="{9D63875B-30E1-508C-291A-0905873F252B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5157921" y="5052347"/>
                  <a:ext cx="493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7835" name="Ink 17834">
                  <a:extLst>
                    <a:ext uri="{FF2B5EF4-FFF2-40B4-BE49-F238E27FC236}">
                      <a16:creationId xmlns:a16="http://schemas.microsoft.com/office/drawing/2014/main" id="{F21A3000-AF6A-5ECF-F392-393C0A9A725B}"/>
                    </a:ext>
                  </a:extLst>
                </p14:cNvPr>
                <p14:cNvContentPartPr/>
                <p14:nvPr/>
              </p14:nvContentPartPr>
              <p14:xfrm>
                <a:off x="5204001" y="5053787"/>
                <a:ext cx="9720" cy="30600"/>
              </p14:xfrm>
            </p:contentPart>
          </mc:Choice>
          <mc:Fallback xmlns="">
            <p:pic>
              <p:nvPicPr>
                <p:cNvPr id="17835" name="Ink 17834">
                  <a:extLst>
                    <a:ext uri="{FF2B5EF4-FFF2-40B4-BE49-F238E27FC236}">
                      <a16:creationId xmlns:a16="http://schemas.microsoft.com/office/drawing/2014/main" id="{F21A3000-AF6A-5ECF-F392-393C0A9A725B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199681" y="5049467"/>
                  <a:ext cx="183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7837" name="Ink 17836">
                  <a:extLst>
                    <a:ext uri="{FF2B5EF4-FFF2-40B4-BE49-F238E27FC236}">
                      <a16:creationId xmlns:a16="http://schemas.microsoft.com/office/drawing/2014/main" id="{49DD9E67-E9F5-B59E-9FF7-29280CFB0E6E}"/>
                    </a:ext>
                  </a:extLst>
                </p14:cNvPr>
                <p14:cNvContentPartPr/>
                <p14:nvPr/>
              </p14:nvContentPartPr>
              <p14:xfrm>
                <a:off x="5200761" y="5044427"/>
                <a:ext cx="16920" cy="34200"/>
              </p14:xfrm>
            </p:contentPart>
          </mc:Choice>
          <mc:Fallback xmlns="">
            <p:pic>
              <p:nvPicPr>
                <p:cNvPr id="17837" name="Ink 17836">
                  <a:extLst>
                    <a:ext uri="{FF2B5EF4-FFF2-40B4-BE49-F238E27FC236}">
                      <a16:creationId xmlns:a16="http://schemas.microsoft.com/office/drawing/2014/main" id="{49DD9E67-E9F5-B59E-9FF7-29280CFB0E6E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196441" y="5040107"/>
                  <a:ext cx="25560" cy="428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505CB65-F642-EE2F-666E-38C8BA7FC876}"/>
              </a:ext>
            </a:extLst>
          </p:cNvPr>
          <p:cNvSpPr txBox="1"/>
          <p:nvPr/>
        </p:nvSpPr>
        <p:spPr>
          <a:xfrm>
            <a:off x="609600" y="1012132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dirty="0"/>
              <a:t>Feasibility of the Idea</a:t>
            </a:r>
            <a:r>
              <a:rPr lang="en-IN" sz="2000" dirty="0"/>
              <a:t>💡</a:t>
            </a:r>
            <a:endParaRPr lang="en-US" sz="20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4343CC-14FA-C07C-A553-9F7CA559931F}"/>
              </a:ext>
            </a:extLst>
          </p:cNvPr>
          <p:cNvSpPr txBox="1"/>
          <p:nvPr/>
        </p:nvSpPr>
        <p:spPr>
          <a:xfrm>
            <a:off x="350954" y="1412235"/>
            <a:ext cx="60944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400" dirty="0"/>
              <a:t>Uses </a:t>
            </a:r>
            <a:r>
              <a:rPr lang="en-US" sz="1400" b="1" dirty="0"/>
              <a:t>low-cost IoT sensors + manual test kits</a:t>
            </a:r>
            <a:r>
              <a:rPr lang="en-US" sz="1400" dirty="0"/>
              <a:t> → affordable &amp; scalable.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400" dirty="0"/>
              <a:t>Mobile app with </a:t>
            </a:r>
            <a:r>
              <a:rPr lang="en-US" sz="1400" b="1" dirty="0"/>
              <a:t>offline-first design</a:t>
            </a:r>
            <a:r>
              <a:rPr lang="en-US" sz="1400" dirty="0"/>
              <a:t> → suitable for rural/tribal areas.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400" dirty="0"/>
              <a:t>AI/ML prediction models → adaptable to local datasets &amp; seasonal trends.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400" dirty="0"/>
              <a:t>Cloud dashboards → easy monitoring by health officials.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06C60B9-F7FD-3B70-9F69-BFE61F3082F1}"/>
              </a:ext>
            </a:extLst>
          </p:cNvPr>
          <p:cNvSpPr/>
          <p:nvPr/>
        </p:nvSpPr>
        <p:spPr>
          <a:xfrm>
            <a:off x="280619" y="5181616"/>
            <a:ext cx="5525821" cy="145399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Poor internet connectivity in remote villages.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Limited digital literacy among community members.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Inconsistent/manual data reporting from health workers.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Sensor maintenance &amp; calibration issues.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Data privacy and security concerns.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A6E139-FEB5-1A70-5956-5DEB8BC97769}"/>
              </a:ext>
            </a:extLst>
          </p:cNvPr>
          <p:cNvSpPr txBox="1"/>
          <p:nvPr/>
        </p:nvSpPr>
        <p:spPr>
          <a:xfrm>
            <a:off x="403347" y="480960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b="1" dirty="0"/>
              <a:t>Potential Challenges &amp; Risks</a:t>
            </a:r>
            <a:r>
              <a:rPr lang="en-IN" sz="1800" dirty="0"/>
              <a:t>⚠️</a:t>
            </a:r>
            <a:endParaRPr lang="en-US" sz="1800" b="1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46F2050-8793-A6CE-2C1A-4413982BAE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6136" y="2531782"/>
            <a:ext cx="5112054" cy="403027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F2B561C-3FDA-F5B3-2939-754221391DCE}"/>
              </a:ext>
            </a:extLst>
          </p:cNvPr>
          <p:cNvSpPr txBox="1"/>
          <p:nvPr/>
        </p:nvSpPr>
        <p:spPr>
          <a:xfrm>
            <a:off x="6794128" y="1015757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/>
              <a:t>Strategies to Overcome Challenges</a:t>
            </a:r>
            <a:r>
              <a:rPr lang="en-IN" sz="2000" dirty="0"/>
              <a:t>🌐📶</a:t>
            </a:r>
            <a:endParaRPr lang="en-IN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Offline data collection</a:t>
            </a:r>
            <a:r>
              <a:rPr lang="en-IN" sz="1400" dirty="0"/>
              <a:t> with auto-sync when network available.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Training workshops</a:t>
            </a:r>
            <a:r>
              <a:rPr lang="en-IN" sz="1400" dirty="0"/>
              <a:t> for ASHA workers &amp; volunteers.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Use of hybrid approach</a:t>
            </a:r>
            <a:r>
              <a:rPr lang="en-IN" sz="1400" dirty="0"/>
              <a:t> → IoT sensors + manual test kits.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Regular calibration &amp; local technician support</a:t>
            </a:r>
            <a:r>
              <a:rPr lang="en-IN" sz="1400" dirty="0"/>
              <a:t> for hardware.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Secure data storage</a:t>
            </a:r>
            <a:r>
              <a:rPr lang="en-IN" sz="1400" dirty="0"/>
              <a:t> with encryption &amp; role-based access.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F6AAE9D-069B-1ED1-2F83-CCB4AF4F16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57" y="2325252"/>
            <a:ext cx="6848856" cy="2484356"/>
          </a:xfrm>
          <a:prstGeom prst="rect">
            <a:avLst/>
          </a:prstGeom>
        </p:spPr>
      </p:pic>
      <p:sp>
        <p:nvSpPr>
          <p:cNvPr id="32" name="Oval 31" descr="Your startup LOGO">
            <a:extLst>
              <a:ext uri="{FF2B5EF4-FFF2-40B4-BE49-F238E27FC236}">
                <a16:creationId xmlns:a16="http://schemas.microsoft.com/office/drawing/2014/main" id="{CA34C320-BA9E-FA07-D66B-87BF497A1BA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9850" y="66544"/>
            <a:ext cx="2092111" cy="592127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/>
              <a:t>FEATURE</a:t>
            </a:r>
          </a:p>
          <a:p>
            <a:r>
              <a:rPr lang="en-IN"/>
              <a:t>FABRICATORS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C505A0-B717-F92D-6887-100565E586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73" y="1395245"/>
            <a:ext cx="5580888" cy="54563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BF910B-67F1-9F16-84D8-F648C3A770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3266" y="2532888"/>
            <a:ext cx="6317086" cy="42680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4404257-2F41-2A6A-AADE-F3C094435795}"/>
              </a:ext>
            </a:extLst>
          </p:cNvPr>
          <p:cNvSpPr txBox="1"/>
          <p:nvPr/>
        </p:nvSpPr>
        <p:spPr>
          <a:xfrm>
            <a:off x="6250200" y="1225849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Benefits of the Solution</a:t>
            </a:r>
            <a:endParaRPr lang="en-IN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C7282A-ABB2-B604-FC6F-0B14EDDFC305}"/>
              </a:ext>
            </a:extLst>
          </p:cNvPr>
          <p:cNvSpPr txBox="1"/>
          <p:nvPr/>
        </p:nvSpPr>
        <p:spPr>
          <a:xfrm>
            <a:off x="5529348" y="1683277"/>
            <a:ext cx="6858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Social:</a:t>
            </a:r>
            <a:r>
              <a:rPr lang="en-IN" dirty="0"/>
              <a:t> Reduces illness &amp; mortality; improves quality of life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Technological:</a:t>
            </a:r>
            <a:r>
              <a:rPr lang="en-IN" dirty="0"/>
              <a:t> Builds AI-driven health monitoring infrastructure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Environmental:</a:t>
            </a:r>
            <a:r>
              <a:rPr lang="en-IN" dirty="0"/>
              <a:t> Encourages safe water practices; promotes sanitation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A85D4B-24AA-CEBE-B4B0-40D2E474065C}"/>
              </a:ext>
            </a:extLst>
          </p:cNvPr>
          <p:cNvSpPr txBox="1"/>
          <p:nvPr/>
        </p:nvSpPr>
        <p:spPr>
          <a:xfrm>
            <a:off x="609600" y="1159395"/>
            <a:ext cx="6766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/>
              <a:t>Potential Impact on Target Audience</a:t>
            </a:r>
            <a:endParaRPr lang="en-IN" sz="2000" dirty="0"/>
          </a:p>
        </p:txBody>
      </p:sp>
      <p:sp>
        <p:nvSpPr>
          <p:cNvPr id="19" name="Oval 18" descr="Your startup LOGO">
            <a:extLst>
              <a:ext uri="{FF2B5EF4-FFF2-40B4-BE49-F238E27FC236}">
                <a16:creationId xmlns:a16="http://schemas.microsoft.com/office/drawing/2014/main" id="{F8CE20AA-294A-89EF-9DBE-B927F35E416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9850" y="66544"/>
            <a:ext cx="2092111" cy="592127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/>
              <a:t>FEATURE</a:t>
            </a:r>
          </a:p>
          <a:p>
            <a:r>
              <a:rPr lang="en-IN"/>
              <a:t>FABRICATORS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14D8A5B-BB75-9564-8E91-3977F133EC85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095375"/>
          <a:ext cx="10533888" cy="5071286"/>
        </p:xfrm>
        <a:graphic>
          <a:graphicData uri="http://schemas.openxmlformats.org/drawingml/2006/table">
            <a:tbl>
              <a:tblPr/>
              <a:tblGrid>
                <a:gridCol w="2633472">
                  <a:extLst>
                    <a:ext uri="{9D8B030D-6E8A-4147-A177-3AD203B41FA5}">
                      <a16:colId xmlns:a16="http://schemas.microsoft.com/office/drawing/2014/main" val="826981326"/>
                    </a:ext>
                  </a:extLst>
                </a:gridCol>
                <a:gridCol w="2633472">
                  <a:extLst>
                    <a:ext uri="{9D8B030D-6E8A-4147-A177-3AD203B41FA5}">
                      <a16:colId xmlns:a16="http://schemas.microsoft.com/office/drawing/2014/main" val="608996648"/>
                    </a:ext>
                  </a:extLst>
                </a:gridCol>
                <a:gridCol w="2633472">
                  <a:extLst>
                    <a:ext uri="{9D8B030D-6E8A-4147-A177-3AD203B41FA5}">
                      <a16:colId xmlns:a16="http://schemas.microsoft.com/office/drawing/2014/main" val="41201108"/>
                    </a:ext>
                  </a:extLst>
                </a:gridCol>
                <a:gridCol w="2633472">
                  <a:extLst>
                    <a:ext uri="{9D8B030D-6E8A-4147-A177-3AD203B41FA5}">
                      <a16:colId xmlns:a16="http://schemas.microsoft.com/office/drawing/2014/main" val="678008042"/>
                    </a:ext>
                  </a:extLst>
                </a:gridCol>
              </a:tblGrid>
              <a:tr h="189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Source</a:t>
                      </a:r>
                    </a:p>
                  </a:txBody>
                  <a:tcPr marL="47460" marR="47460" marT="23730" marB="23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Title / Description</a:t>
                      </a:r>
                    </a:p>
                  </a:txBody>
                  <a:tcPr marL="47460" marR="47460" marT="23730" marB="23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Year / Details</a:t>
                      </a:r>
                    </a:p>
                  </a:txBody>
                  <a:tcPr marL="47460" marR="47460" marT="23730" marB="23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Link</a:t>
                      </a:r>
                    </a:p>
                  </a:txBody>
                  <a:tcPr marL="47460" marR="47460" marT="23730" marB="23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495163"/>
                  </a:ext>
                </a:extLst>
              </a:tr>
              <a:tr h="759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WHO</a:t>
                      </a:r>
                      <a:endParaRPr lang="en-IN" sz="1200" dirty="0"/>
                    </a:p>
                  </a:txBody>
                  <a:tcPr marL="47460" marR="47460" marT="23730" marB="23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 dirty="0"/>
                        <a:t>Drinking-water Fact Sheet</a:t>
                      </a:r>
                      <a:r>
                        <a:rPr lang="en-US" sz="1200" dirty="0"/>
                        <a:t> — facts about water, health, sanitation, hygiene.</a:t>
                      </a:r>
                    </a:p>
                  </a:txBody>
                  <a:tcPr marL="47460" marR="47460" marT="23730" marB="23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Sep 2023 (</a:t>
                      </a:r>
                      <a:r>
                        <a:rPr lang="en-US" sz="1200">
                          <a:hlinkClick r:id="rId4" tooltip="Drinking-water"/>
                        </a:rPr>
                        <a:t>World Health Organization</a:t>
                      </a:r>
                      <a:r>
                        <a:rPr lang="en-US" sz="1200"/>
                        <a:t>)</a:t>
                      </a:r>
                    </a:p>
                  </a:txBody>
                  <a:tcPr marL="47460" marR="47460" marT="23730" marB="23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5"/>
                        </a:rPr>
                        <a:t>https://www.who.int/news-room/fact-sheets/detail/drinking-water</a:t>
                      </a:r>
                      <a:r>
                        <a:rPr lang="en-US" sz="1200"/>
                        <a:t> (</a:t>
                      </a:r>
                      <a:r>
                        <a:rPr lang="en-US" sz="1200">
                          <a:hlinkClick r:id="rId4" tooltip="Drinking-water"/>
                        </a:rPr>
                        <a:t>World Health Organization</a:t>
                      </a:r>
                      <a:r>
                        <a:rPr lang="en-US" sz="1200"/>
                        <a:t>)</a:t>
                      </a:r>
                    </a:p>
                  </a:txBody>
                  <a:tcPr marL="47460" marR="47460" marT="23730" marB="23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4888642"/>
                  </a:ext>
                </a:extLst>
              </a:tr>
              <a:tr h="616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UNICEF / JMP</a:t>
                      </a:r>
                      <a:endParaRPr lang="en-IN" sz="1200"/>
                    </a:p>
                  </a:txBody>
                  <a:tcPr marL="47460" marR="47460" marT="23730" marB="23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/>
                        <a:t>Progress on household drinking water, sanitation and hygiene (WASH) – India and global</a:t>
                      </a:r>
                      <a:endParaRPr lang="en-US" sz="1200"/>
                    </a:p>
                  </a:txBody>
                  <a:tcPr marL="47460" marR="47460" marT="23730" marB="23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2023 (</a:t>
                      </a:r>
                      <a:r>
                        <a:rPr lang="en-IN" sz="1200">
                          <a:hlinkClick r:id="rId6" tooltip="Progress on household drinking water, sanitation and ..."/>
                        </a:rPr>
                        <a:t>UNICEF DATA</a:t>
                      </a:r>
                      <a:r>
                        <a:rPr lang="en-IN" sz="1200"/>
                        <a:t>)</a:t>
                      </a:r>
                    </a:p>
                  </a:txBody>
                  <a:tcPr marL="47460" marR="47460" marT="23730" marB="23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hlinkClick r:id="rId7"/>
                        </a:rPr>
                        <a:t>https://data.unicef.org/resources/jmp-report-2023/</a:t>
                      </a:r>
                      <a:r>
                        <a:rPr lang="en-US" sz="1200" dirty="0"/>
                        <a:t> (</a:t>
                      </a:r>
                      <a:r>
                        <a:rPr lang="en-US" sz="1200" dirty="0">
                          <a:hlinkClick r:id="rId6" tooltip="Progress on household drinking water, sanitation and ..."/>
                        </a:rPr>
                        <a:t>UNICEF DATA</a:t>
                      </a:r>
                      <a:r>
                        <a:rPr lang="en-US" sz="1200" dirty="0"/>
                        <a:t>)</a:t>
                      </a:r>
                    </a:p>
                  </a:txBody>
                  <a:tcPr marL="47460" marR="47460" marT="23730" marB="23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254201"/>
                  </a:ext>
                </a:extLst>
              </a:tr>
              <a:tr h="616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United Nations</a:t>
                      </a:r>
                      <a:endParaRPr lang="en-IN" sz="1200"/>
                    </a:p>
                  </a:txBody>
                  <a:tcPr marL="47460" marR="47460" marT="23730" marB="23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Goal 6: Water and Sanitation — global water issues</a:t>
                      </a:r>
                    </a:p>
                  </a:txBody>
                  <a:tcPr marL="47460" marR="47460" marT="23730" marB="23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— (</a:t>
                      </a:r>
                      <a:r>
                        <a:rPr lang="en-IN" sz="1200">
                          <a:hlinkClick r:id="rId8" tooltip="Goal 6: Water and Sanitation"/>
                        </a:rPr>
                        <a:t>United Nations</a:t>
                      </a:r>
                      <a:r>
                        <a:rPr lang="en-IN" sz="1200"/>
                        <a:t>)</a:t>
                      </a:r>
                    </a:p>
                  </a:txBody>
                  <a:tcPr marL="47460" marR="47460" marT="23730" marB="23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9"/>
                        </a:rPr>
                        <a:t>https://www.un.org/en/global-issues/water-and-sanitation/</a:t>
                      </a:r>
                      <a:r>
                        <a:rPr lang="en-US" sz="1200"/>
                        <a:t> (</a:t>
                      </a:r>
                      <a:r>
                        <a:rPr lang="en-US" sz="1200">
                          <a:hlinkClick r:id="rId8" tooltip="Goal 6: Water and Sanitation"/>
                        </a:rPr>
                        <a:t>United Nations</a:t>
                      </a:r>
                      <a:r>
                        <a:rPr lang="en-US" sz="1200"/>
                        <a:t>)</a:t>
                      </a:r>
                    </a:p>
                  </a:txBody>
                  <a:tcPr marL="47460" marR="47460" marT="23730" marB="23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071658"/>
                  </a:ext>
                </a:extLst>
              </a:tr>
              <a:tr h="901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Research Paper</a:t>
                      </a:r>
                      <a:endParaRPr lang="en-IN" sz="1200"/>
                    </a:p>
                  </a:txBody>
                  <a:tcPr marL="47460" marR="47460" marT="23730" marB="23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/>
                        <a:t>Empowering public health: Leveraging AI for early detection, treatment, and disease prevention in communities</a:t>
                      </a:r>
                      <a:r>
                        <a:rPr lang="en-US" sz="1200"/>
                        <a:t> — scoping review in India</a:t>
                      </a:r>
                    </a:p>
                  </a:txBody>
                  <a:tcPr marL="47460" marR="47460" marT="23730" marB="23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2025 (</a:t>
                      </a:r>
                      <a:r>
                        <a:rPr lang="en-IN" sz="1200">
                          <a:hlinkClick r:id="rId10" tooltip="Leveraging AI for early detection, treatment, and disease ..."/>
                        </a:rPr>
                        <a:t>PubMed</a:t>
                      </a:r>
                      <a:r>
                        <a:rPr lang="en-IN" sz="1200"/>
                        <a:t>)</a:t>
                      </a:r>
                    </a:p>
                  </a:txBody>
                  <a:tcPr marL="47460" marR="47460" marT="23730" marB="23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hlinkClick r:id="rId11"/>
                        </a:rPr>
                        <a:t>https://pubmed.ncbi.nlm.nih.gov/40488301/</a:t>
                      </a:r>
                      <a:r>
                        <a:rPr lang="en-IN" sz="1200"/>
                        <a:t> (</a:t>
                      </a:r>
                      <a:r>
                        <a:rPr lang="en-IN" sz="1200">
                          <a:hlinkClick r:id="rId10" tooltip="Leveraging AI for early detection, treatment, and disease ..."/>
                        </a:rPr>
                        <a:t>PubMed</a:t>
                      </a:r>
                      <a:r>
                        <a:rPr lang="en-IN" sz="1200"/>
                        <a:t>)</a:t>
                      </a:r>
                    </a:p>
                  </a:txBody>
                  <a:tcPr marL="47460" marR="47460" marT="23730" marB="23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603760"/>
                  </a:ext>
                </a:extLst>
              </a:tr>
              <a:tr h="10441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Research Paper</a:t>
                      </a:r>
                      <a:endParaRPr lang="en-IN" sz="1200"/>
                    </a:p>
                  </a:txBody>
                  <a:tcPr marL="47460" marR="47460" marT="23730" marB="23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/>
                        <a:t>AI-driven epidemic intelligence: the future of outbreak early warning</a:t>
                      </a:r>
                      <a:r>
                        <a:rPr lang="en-US" sz="1200"/>
                        <a:t> — review of integrating real-time resource optimization, ED trends etc.</a:t>
                      </a:r>
                    </a:p>
                  </a:txBody>
                  <a:tcPr marL="47460" marR="47460" marT="23730" marB="23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2025 (</a:t>
                      </a:r>
                      <a:r>
                        <a:rPr lang="en-IN" sz="1200">
                          <a:hlinkClick r:id="rId12" tooltip="AI-driven epidemic intelligence: the future of outbreak ..."/>
                        </a:rPr>
                        <a:t>Frontiers</a:t>
                      </a:r>
                      <a:r>
                        <a:rPr lang="en-IN" sz="1200"/>
                        <a:t>)</a:t>
                      </a:r>
                    </a:p>
                  </a:txBody>
                  <a:tcPr marL="47460" marR="47460" marT="23730" marB="23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hlinkClick r:id="rId13"/>
                        </a:rPr>
                        <a:t>https://www.frontiersin.org/journals/artificial-intelligence/articles/10.3389/frai.2025.1645467/full</a:t>
                      </a:r>
                      <a:r>
                        <a:rPr lang="fr-FR" sz="1200"/>
                        <a:t> (</a:t>
                      </a:r>
                      <a:r>
                        <a:rPr lang="fr-FR" sz="1200">
                          <a:hlinkClick r:id="rId12" tooltip="AI-driven epidemic intelligence: the future of outbreak ..."/>
                        </a:rPr>
                        <a:t>Frontiers</a:t>
                      </a:r>
                      <a:r>
                        <a:rPr lang="fr-FR" sz="1200"/>
                        <a:t>)</a:t>
                      </a:r>
                    </a:p>
                  </a:txBody>
                  <a:tcPr marL="47460" marR="47460" marT="23730" marB="23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693222"/>
                  </a:ext>
                </a:extLst>
              </a:tr>
              <a:tr h="901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Research Paper</a:t>
                      </a:r>
                      <a:endParaRPr lang="en-IN" sz="1200" dirty="0"/>
                    </a:p>
                  </a:txBody>
                  <a:tcPr marL="47460" marR="47460" marT="23730" marB="23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/>
                        <a:t>Artificial intelligence in early warning systems for infectious disease surveillance</a:t>
                      </a:r>
                      <a:r>
                        <a:rPr lang="en-US" sz="1200"/>
                        <a:t> — evaluates AI methods, data sources, benefits and challenges</a:t>
                      </a:r>
                    </a:p>
                  </a:txBody>
                  <a:tcPr marL="47460" marR="47460" marT="23730" marB="23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2025 (</a:t>
                      </a:r>
                      <a:r>
                        <a:rPr lang="en-IN" sz="1200">
                          <a:hlinkClick r:id="rId14" tooltip="Artificial intelligence in early warning systems for infectious ..."/>
                        </a:rPr>
                        <a:t>Frontiers</a:t>
                      </a:r>
                      <a:r>
                        <a:rPr lang="en-IN" sz="1200"/>
                        <a:t>)</a:t>
                      </a:r>
                    </a:p>
                  </a:txBody>
                  <a:tcPr marL="47460" marR="47460" marT="23730" marB="23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hlinkClick r:id="rId15"/>
                        </a:rPr>
                        <a:t>https://www.frontiersin.org/journals/public-health/articles/10.3389/fpubh.2025.1609615/full</a:t>
                      </a:r>
                      <a:r>
                        <a:rPr lang="fr-FR" sz="1200" dirty="0"/>
                        <a:t> (</a:t>
                      </a:r>
                      <a:r>
                        <a:rPr lang="fr-FR" sz="1200" dirty="0" err="1">
                          <a:hlinkClick r:id="rId14" tooltip="Artificial intelligence in early warning systems for infectious ..."/>
                        </a:rPr>
                        <a:t>Frontiers</a:t>
                      </a:r>
                      <a:r>
                        <a:rPr lang="fr-FR" sz="1200" dirty="0"/>
                        <a:t>)</a:t>
                      </a:r>
                    </a:p>
                  </a:txBody>
                  <a:tcPr marL="47460" marR="47460" marT="23730" marB="23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8705799"/>
                  </a:ext>
                </a:extLst>
              </a:tr>
            </a:tbl>
          </a:graphicData>
        </a:graphic>
      </p:graphicFrame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55ECEFF3-EF68-75B5-4AC8-6DA910FB269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9850" y="66544"/>
            <a:ext cx="2092111" cy="592127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/>
              <a:t>FEATURE</a:t>
            </a:r>
          </a:p>
          <a:p>
            <a:r>
              <a:rPr lang="en-IN"/>
              <a:t>FABRICATORS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8061</TotalTime>
  <Words>1340</Words>
  <Application>Microsoft Office PowerPoint</Application>
  <PresentationFormat>Widescreen</PresentationFormat>
  <Paragraphs>318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ＭＳ Ｐゴシック</vt:lpstr>
      <vt:lpstr>Algerian</vt:lpstr>
      <vt:lpstr>Arial</vt:lpstr>
      <vt:lpstr>Artifakt Element Black</vt:lpstr>
      <vt:lpstr>Artifakt Element Heavy</vt:lpstr>
      <vt:lpstr>Berlin Sans FB Demi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PowerPoint Presentation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Manash Ranjan Mahanand</cp:lastModifiedBy>
  <cp:revision>148</cp:revision>
  <dcterms:created xsi:type="dcterms:W3CDTF">2013-12-12T18:46:50Z</dcterms:created>
  <dcterms:modified xsi:type="dcterms:W3CDTF">2025-09-29T22:38:27Z</dcterms:modified>
  <cp:category/>
</cp:coreProperties>
</file>